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48" r:id="rId4"/>
  </p:sldMasterIdLst>
  <p:notesMasterIdLst>
    <p:notesMasterId r:id="rId40"/>
  </p:notesMasterIdLst>
  <p:sldIdLst>
    <p:sldId id="297" r:id="rId5"/>
    <p:sldId id="307" r:id="rId6"/>
    <p:sldId id="290" r:id="rId7"/>
    <p:sldId id="289" r:id="rId8"/>
    <p:sldId id="283" r:id="rId9"/>
    <p:sldId id="291" r:id="rId10"/>
    <p:sldId id="300" r:id="rId11"/>
    <p:sldId id="301" r:id="rId12"/>
    <p:sldId id="293" r:id="rId13"/>
    <p:sldId id="258" r:id="rId14"/>
    <p:sldId id="284" r:id="rId15"/>
    <p:sldId id="285" r:id="rId16"/>
    <p:sldId id="308" r:id="rId17"/>
    <p:sldId id="303" r:id="rId18"/>
    <p:sldId id="294" r:id="rId19"/>
    <p:sldId id="305" r:id="rId20"/>
    <p:sldId id="302" r:id="rId21"/>
    <p:sldId id="304" r:id="rId22"/>
    <p:sldId id="299" r:id="rId23"/>
    <p:sldId id="256" r:id="rId24"/>
    <p:sldId id="270" r:id="rId25"/>
    <p:sldId id="271" r:id="rId26"/>
    <p:sldId id="272" r:id="rId27"/>
    <p:sldId id="263" r:id="rId28"/>
    <p:sldId id="273" r:id="rId29"/>
    <p:sldId id="274" r:id="rId30"/>
    <p:sldId id="275" r:id="rId31"/>
    <p:sldId id="276" r:id="rId32"/>
    <p:sldId id="277" r:id="rId33"/>
    <p:sldId id="278" r:id="rId34"/>
    <p:sldId id="279" r:id="rId35"/>
    <p:sldId id="280" r:id="rId36"/>
    <p:sldId id="287" r:id="rId37"/>
    <p:sldId id="298" r:id="rId38"/>
    <p:sldId id="306" r:id="rId39"/>
  </p:sldIdLst>
  <p:sldSz cx="12192000" cy="6858000"/>
  <p:notesSz cx="7099300" cy="10234613"/>
  <p:embeddedFontLst>
    <p:embeddedFont>
      <p:font typeface="Quatro Slab" pitchFamily="50" charset="0"/>
      <p:regular r:id="rId41"/>
      <p:italic r:id="rId42"/>
      <p:boldItalic r:id="rId43"/>
    </p:embeddedFont>
    <p:embeddedFont>
      <p:font typeface="Zwo Offc" panose="020B0504020101020102" pitchFamily="34" charset="0"/>
      <p:regular r:id="rId44"/>
      <p:bold r:id="rId45"/>
      <p:italic r:id="rId46"/>
      <p:boldItalic r:id="rId47"/>
    </p:embeddedFont>
  </p:embeddedFont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C6C2"/>
    <a:srgbClr val="EFEBE4"/>
    <a:srgbClr val="DA593F"/>
    <a:srgbClr val="1CC671"/>
    <a:srgbClr val="3FDA88"/>
    <a:srgbClr val="999592"/>
    <a:srgbClr val="222B50"/>
    <a:srgbClr val="F78D6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5BE263C-DBD7-4A20-BB59-AAB30ACAA65A}" styleName="Mittlere Formatvorlage 3 - Akz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ittlere Formatvorlage 3 - Akz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AF606853-7671-496A-8E4F-DF71F8EC918B}" styleName="Dunkle Formatvorlage 1 - Akz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unkle Formatvorlage 1 - Akz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46F890A9-2807-4EBB-B81D-B2AA78EC7F39}" styleName="Dunkle Formatvorlage 2 - Akzent 5/Akz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6" autoAdjust="0"/>
    <p:restoredTop sz="97440" autoAdjust="0"/>
  </p:normalViewPr>
  <p:slideViewPr>
    <p:cSldViewPr snapToGrid="0">
      <p:cViewPr varScale="1">
        <p:scale>
          <a:sx n="133" d="100"/>
          <a:sy n="133" d="100"/>
        </p:scale>
        <p:origin x="120" y="55"/>
      </p:cViewPr>
      <p:guideLst/>
    </p:cSldViewPr>
  </p:slideViewPr>
  <p:outlineViewPr>
    <p:cViewPr>
      <p:scale>
        <a:sx n="33" d="100"/>
        <a:sy n="33" d="100"/>
      </p:scale>
      <p:origin x="0" y="-1590"/>
    </p:cViewPr>
  </p:outlineViewPr>
  <p:notesTextViewPr>
    <p:cViewPr>
      <p:scale>
        <a:sx n="3" d="2"/>
        <a:sy n="3" d="2"/>
      </p:scale>
      <p:origin x="0" y="0"/>
    </p:cViewPr>
  </p:notesTextViewPr>
  <p:notesViewPr>
    <p:cSldViewPr snapToGrid="0">
      <p:cViewPr varScale="1">
        <p:scale>
          <a:sx n="144" d="100"/>
          <a:sy n="144" d="100"/>
        </p:scale>
        <p:origin x="7040"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font" Target="fonts/font5.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4.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3.fntdata"/><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6.fntdata"/><Relationship Id="rId20" Type="http://schemas.openxmlformats.org/officeDocument/2006/relationships/slide" Target="slides/slide16.xml"/><Relationship Id="rId41" Type="http://schemas.openxmlformats.org/officeDocument/2006/relationships/font" Target="fonts/font1.fntdata"/><Relationship Id="rId1" Type="http://schemas.openxmlformats.org/officeDocument/2006/relationships/customXml" Target="../customXml/item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0"/>
            <a:ext cx="3076363" cy="513508"/>
          </a:xfrm>
          <a:prstGeom prst="rect">
            <a:avLst/>
          </a:prstGeom>
        </p:spPr>
        <p:txBody>
          <a:bodyPr vert="horz" lIns="99062" tIns="49531" rIns="99062" bIns="49531" rtlCol="0"/>
          <a:lstStyle>
            <a:lvl1pPr algn="l">
              <a:defRPr sz="1300"/>
            </a:lvl1pPr>
          </a:lstStyle>
          <a:p>
            <a:endParaRPr lang="de-DE"/>
          </a:p>
        </p:txBody>
      </p:sp>
      <p:sp>
        <p:nvSpPr>
          <p:cNvPr id="3" name="Datumsplatzhalter 2"/>
          <p:cNvSpPr>
            <a:spLocks noGrp="1"/>
          </p:cNvSpPr>
          <p:nvPr>
            <p:ph type="dt" idx="1"/>
          </p:nvPr>
        </p:nvSpPr>
        <p:spPr>
          <a:xfrm>
            <a:off x="4021295" y="0"/>
            <a:ext cx="3076363" cy="513508"/>
          </a:xfrm>
          <a:prstGeom prst="rect">
            <a:avLst/>
          </a:prstGeom>
        </p:spPr>
        <p:txBody>
          <a:bodyPr vert="horz" lIns="99062" tIns="49531" rIns="99062" bIns="49531" rtlCol="0"/>
          <a:lstStyle>
            <a:lvl1pPr algn="r">
              <a:defRPr sz="1300"/>
            </a:lvl1pPr>
          </a:lstStyle>
          <a:p>
            <a:fld id="{B98A758C-0205-4BE8-85F4-F6338C5CFFD4}" type="datetimeFigureOut">
              <a:rPr lang="de-DE" smtClean="0"/>
              <a:t>23.05.2025</a:t>
            </a:fld>
            <a:endParaRPr lang="de-DE"/>
          </a:p>
        </p:txBody>
      </p:sp>
      <p:sp>
        <p:nvSpPr>
          <p:cNvPr id="4" name="Folienbildplatzhalter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9062" tIns="49531" rIns="99062" bIns="49531" rtlCol="0" anchor="ctr"/>
          <a:lstStyle/>
          <a:p>
            <a:endParaRPr lang="de-DE"/>
          </a:p>
        </p:txBody>
      </p:sp>
      <p:sp>
        <p:nvSpPr>
          <p:cNvPr id="5" name="Notizenplatzhalter 4"/>
          <p:cNvSpPr>
            <a:spLocks noGrp="1"/>
          </p:cNvSpPr>
          <p:nvPr>
            <p:ph type="body" sz="quarter" idx="3"/>
          </p:nvPr>
        </p:nvSpPr>
        <p:spPr>
          <a:xfrm>
            <a:off x="709930" y="4925409"/>
            <a:ext cx="5679440" cy="4029879"/>
          </a:xfrm>
          <a:prstGeom prst="rect">
            <a:avLst/>
          </a:prstGeom>
        </p:spPr>
        <p:txBody>
          <a:bodyPr vert="horz" lIns="99062" tIns="49531" rIns="99062" bIns="49531"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1" y="9721109"/>
            <a:ext cx="3076363" cy="513507"/>
          </a:xfrm>
          <a:prstGeom prst="rect">
            <a:avLst/>
          </a:prstGeom>
        </p:spPr>
        <p:txBody>
          <a:bodyPr vert="horz" lIns="99062" tIns="49531" rIns="99062" bIns="49531" rtlCol="0" anchor="b"/>
          <a:lstStyle>
            <a:lvl1pPr algn="l">
              <a:defRPr sz="1300"/>
            </a:lvl1pPr>
          </a:lstStyle>
          <a:p>
            <a:endParaRPr lang="de-DE"/>
          </a:p>
        </p:txBody>
      </p:sp>
      <p:sp>
        <p:nvSpPr>
          <p:cNvPr id="7" name="Foliennummernplatzhalter 6"/>
          <p:cNvSpPr>
            <a:spLocks noGrp="1"/>
          </p:cNvSpPr>
          <p:nvPr>
            <p:ph type="sldNum" sz="quarter" idx="5"/>
          </p:nvPr>
        </p:nvSpPr>
        <p:spPr>
          <a:xfrm>
            <a:off x="4021295" y="9721109"/>
            <a:ext cx="3076363" cy="513507"/>
          </a:xfrm>
          <a:prstGeom prst="rect">
            <a:avLst/>
          </a:prstGeom>
        </p:spPr>
        <p:txBody>
          <a:bodyPr vert="horz" lIns="99062" tIns="49531" rIns="99062" bIns="49531" rtlCol="0" anchor="b"/>
          <a:lstStyle>
            <a:lvl1pPr algn="r">
              <a:defRPr sz="1300"/>
            </a:lvl1pPr>
          </a:lstStyle>
          <a:p>
            <a:fld id="{93CDBF93-04B5-4194-A5C6-E03FCE154C93}" type="slidenum">
              <a:rPr lang="de-DE" smtClean="0"/>
              <a:t>‹Nr.›</a:t>
            </a:fld>
            <a:endParaRPr lang="de-DE"/>
          </a:p>
        </p:txBody>
      </p:sp>
    </p:spTree>
    <p:extLst>
      <p:ext uri="{BB962C8B-B14F-4D97-AF65-F5344CB8AC3E}">
        <p14:creationId xmlns:p14="http://schemas.microsoft.com/office/powerpoint/2010/main" val="3837158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93CDBF93-04B5-4194-A5C6-E03FCE154C93}" type="slidenum">
              <a:rPr lang="de-DE" smtClean="0"/>
              <a:t>9</a:t>
            </a:fld>
            <a:endParaRPr lang="de-DE"/>
          </a:p>
        </p:txBody>
      </p:sp>
    </p:spTree>
    <p:extLst>
      <p:ext uri="{BB962C8B-B14F-4D97-AF65-F5344CB8AC3E}">
        <p14:creationId xmlns:p14="http://schemas.microsoft.com/office/powerpoint/2010/main" val="20111580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18.jpe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18.jpe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1.jpe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1.jpe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4.jpe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4.jpeg"/></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jpeg"/><Relationship Id="rId7" Type="http://schemas.openxmlformats.org/officeDocument/2006/relationships/image" Target="../media/image27.png"/><Relationship Id="rId2" Type="http://schemas.openxmlformats.org/officeDocument/2006/relationships/image" Target="../media/image25.jpg"/><Relationship Id="rId1" Type="http://schemas.openxmlformats.org/officeDocument/2006/relationships/slideMaster" Target="../slideMasters/slideMaster1.xml"/><Relationship Id="rId6" Type="http://schemas.openxmlformats.org/officeDocument/2006/relationships/hyperlink" Target="https://www.sealsystems.de/" TargetMode="External"/><Relationship Id="rId5" Type="http://schemas.openxmlformats.org/officeDocument/2006/relationships/hyperlink" Target="mailto:info@sealsystems.de" TargetMode="External"/><Relationship Id="rId4" Type="http://schemas.openxmlformats.org/officeDocument/2006/relationships/image" Target="../media/image26.jpeg"/><Relationship Id="rId9" Type="http://schemas.openxmlformats.org/officeDocument/2006/relationships/image" Target="../media/image29.gif"/></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jpeg"/><Relationship Id="rId7" Type="http://schemas.openxmlformats.org/officeDocument/2006/relationships/image" Target="../media/image27.png"/><Relationship Id="rId2" Type="http://schemas.openxmlformats.org/officeDocument/2006/relationships/image" Target="../media/image25.jpg"/><Relationship Id="rId1" Type="http://schemas.openxmlformats.org/officeDocument/2006/relationships/slideMaster" Target="../slideMasters/slideMaster1.xml"/><Relationship Id="rId6" Type="http://schemas.openxmlformats.org/officeDocument/2006/relationships/hyperlink" Target="https://www.sealsystems.de/" TargetMode="External"/><Relationship Id="rId5" Type="http://schemas.openxmlformats.org/officeDocument/2006/relationships/hyperlink" Target="mailto:info@sealsystems.de" TargetMode="External"/><Relationship Id="rId4" Type="http://schemas.openxmlformats.org/officeDocument/2006/relationships/image" Target="../media/image26.jpeg"/><Relationship Id="rId9" Type="http://schemas.openxmlformats.org/officeDocument/2006/relationships/image" Target="../media/image29.gif"/></Relationships>
</file>

<file path=ppt/slideLayouts/_rels/slideLayout24.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jpeg"/><Relationship Id="rId7" Type="http://schemas.openxmlformats.org/officeDocument/2006/relationships/image" Target="../media/image27.png"/><Relationship Id="rId2" Type="http://schemas.openxmlformats.org/officeDocument/2006/relationships/image" Target="../media/image25.jpg"/><Relationship Id="rId1" Type="http://schemas.openxmlformats.org/officeDocument/2006/relationships/slideMaster" Target="../slideMasters/slideMaster1.xml"/><Relationship Id="rId6" Type="http://schemas.openxmlformats.org/officeDocument/2006/relationships/hyperlink" Target="https://www.sealsystems.de/" TargetMode="External"/><Relationship Id="rId5" Type="http://schemas.openxmlformats.org/officeDocument/2006/relationships/hyperlink" Target="mailto:info@sealsystems.de" TargetMode="External"/><Relationship Id="rId4" Type="http://schemas.openxmlformats.org/officeDocument/2006/relationships/image" Target="../media/image26.jpeg"/><Relationship Id="rId9" Type="http://schemas.openxmlformats.org/officeDocument/2006/relationships/image" Target="../media/image29.gif"/></Relationships>
</file>

<file path=ppt/slideLayouts/_rels/slideLayout2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jpeg"/><Relationship Id="rId7" Type="http://schemas.openxmlformats.org/officeDocument/2006/relationships/image" Target="../media/image27.png"/><Relationship Id="rId2" Type="http://schemas.openxmlformats.org/officeDocument/2006/relationships/image" Target="../media/image25.jpg"/><Relationship Id="rId1" Type="http://schemas.openxmlformats.org/officeDocument/2006/relationships/slideMaster" Target="../slideMasters/slideMaster1.xml"/><Relationship Id="rId6" Type="http://schemas.openxmlformats.org/officeDocument/2006/relationships/hyperlink" Target="https://www.sealsystems.de/" TargetMode="External"/><Relationship Id="rId5" Type="http://schemas.openxmlformats.org/officeDocument/2006/relationships/hyperlink" Target="mailto:info@sealsystems.de" TargetMode="External"/><Relationship Id="rId4" Type="http://schemas.openxmlformats.org/officeDocument/2006/relationships/image" Target="../media/image26.jpeg"/><Relationship Id="rId9" Type="http://schemas.openxmlformats.org/officeDocument/2006/relationships/image" Target="../media/image29.gif"/></Relationships>
</file>

<file path=ppt/slideLayouts/_rels/slideLayout26.xml.rels><?xml version="1.0" encoding="UTF-8" standalone="yes"?>
<Relationships xmlns="http://schemas.openxmlformats.org/package/2006/relationships"><Relationship Id="rId8" Type="http://schemas.openxmlformats.org/officeDocument/2006/relationships/image" Target="../media/image25.jpg"/><Relationship Id="rId13" Type="http://schemas.openxmlformats.org/officeDocument/2006/relationships/image" Target="../media/image29.gif"/><Relationship Id="rId3" Type="http://schemas.openxmlformats.org/officeDocument/2006/relationships/hyperlink" Target="https://www.sealsystems.de/" TargetMode="External"/><Relationship Id="rId7" Type="http://schemas.openxmlformats.org/officeDocument/2006/relationships/hyperlink" Target="https://www.sealsystems.com/" TargetMode="External"/><Relationship Id="rId12" Type="http://schemas.openxmlformats.org/officeDocument/2006/relationships/image" Target="../media/image31.png"/><Relationship Id="rId2" Type="http://schemas.openxmlformats.org/officeDocument/2006/relationships/hyperlink" Target="mailto:info@sealsystems.de" TargetMode="External"/><Relationship Id="rId1" Type="http://schemas.openxmlformats.org/officeDocument/2006/relationships/slideMaster" Target="../slideMasters/slideMaster1.xml"/><Relationship Id="rId6" Type="http://schemas.openxmlformats.org/officeDocument/2006/relationships/hyperlink" Target="mailto:info@sealsystems.com" TargetMode="External"/><Relationship Id="rId11" Type="http://schemas.openxmlformats.org/officeDocument/2006/relationships/image" Target="../media/image30.png"/><Relationship Id="rId5" Type="http://schemas.openxmlformats.org/officeDocument/2006/relationships/hyperlink" Target="https://www.sealsystems.fr/" TargetMode="External"/><Relationship Id="rId10" Type="http://schemas.openxmlformats.org/officeDocument/2006/relationships/image" Target="../media/image26.jpeg"/><Relationship Id="rId4" Type="http://schemas.openxmlformats.org/officeDocument/2006/relationships/hyperlink" Target="mailto:info@sealsystems.fr" TargetMode="External"/><Relationship Id="rId9" Type="http://schemas.openxmlformats.org/officeDocument/2006/relationships/image" Target="../media/image2.jpeg"/></Relationships>
</file>

<file path=ppt/slideLayouts/_rels/slideLayout27.xml.rels><?xml version="1.0" encoding="UTF-8" standalone="yes"?>
<Relationships xmlns="http://schemas.openxmlformats.org/package/2006/relationships"><Relationship Id="rId8" Type="http://schemas.openxmlformats.org/officeDocument/2006/relationships/image" Target="../media/image25.jpg"/><Relationship Id="rId13" Type="http://schemas.openxmlformats.org/officeDocument/2006/relationships/image" Target="../media/image29.gif"/><Relationship Id="rId3" Type="http://schemas.openxmlformats.org/officeDocument/2006/relationships/hyperlink" Target="https://www.sealsystems.de/" TargetMode="External"/><Relationship Id="rId7" Type="http://schemas.openxmlformats.org/officeDocument/2006/relationships/hyperlink" Target="https://www.sealsystems.com/" TargetMode="External"/><Relationship Id="rId12" Type="http://schemas.openxmlformats.org/officeDocument/2006/relationships/image" Target="../media/image31.png"/><Relationship Id="rId2" Type="http://schemas.openxmlformats.org/officeDocument/2006/relationships/hyperlink" Target="mailto:info@sealsystems.de" TargetMode="External"/><Relationship Id="rId1" Type="http://schemas.openxmlformats.org/officeDocument/2006/relationships/slideMaster" Target="../slideMasters/slideMaster1.xml"/><Relationship Id="rId6" Type="http://schemas.openxmlformats.org/officeDocument/2006/relationships/hyperlink" Target="mailto:info@sealsystems.com" TargetMode="External"/><Relationship Id="rId11" Type="http://schemas.openxmlformats.org/officeDocument/2006/relationships/image" Target="../media/image30.png"/><Relationship Id="rId5" Type="http://schemas.openxmlformats.org/officeDocument/2006/relationships/hyperlink" Target="https://www.sealsystems.fr/" TargetMode="External"/><Relationship Id="rId10" Type="http://schemas.openxmlformats.org/officeDocument/2006/relationships/image" Target="../media/image26.jpeg"/><Relationship Id="rId4" Type="http://schemas.openxmlformats.org/officeDocument/2006/relationships/hyperlink" Target="mailto:info@sealsystems.fr" TargetMode="External"/><Relationship Id="rId9" Type="http://schemas.openxmlformats.org/officeDocument/2006/relationships/image" Target="../media/image2.jpe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2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C58DF296-B45D-C95B-EA94-A861564EE5A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26712" b="11642"/>
          <a:stretch/>
        </p:blipFill>
        <p:spPr>
          <a:xfrm>
            <a:off x="-1" y="1347216"/>
            <a:ext cx="12191999" cy="5510784"/>
          </a:xfrm>
          <a:prstGeom prst="rect">
            <a:avLst/>
          </a:prstGeom>
        </p:spPr>
      </p:pic>
      <p:sp>
        <p:nvSpPr>
          <p:cNvPr id="2" name="Titel 1">
            <a:extLst>
              <a:ext uri="{FF2B5EF4-FFF2-40B4-BE49-F238E27FC236}">
                <a16:creationId xmlns:a16="http://schemas.microsoft.com/office/drawing/2014/main" id="{38F51A18-2AEE-2AC9-D0C9-E211534D923F}"/>
              </a:ext>
            </a:extLst>
          </p:cNvPr>
          <p:cNvSpPr>
            <a:spLocks noGrp="1"/>
          </p:cNvSpPr>
          <p:nvPr>
            <p:ph type="ctrTitle" hasCustomPrompt="1"/>
          </p:nvPr>
        </p:nvSpPr>
        <p:spPr>
          <a:xfrm>
            <a:off x="839788" y="1783698"/>
            <a:ext cx="10514012" cy="2387600"/>
          </a:xfrm>
        </p:spPr>
        <p:txBody>
          <a:bodyPr anchor="b"/>
          <a:lstStyle>
            <a:lvl1pPr algn="l">
              <a:defRPr sz="6000">
                <a:solidFill>
                  <a:schemeClr val="bg1"/>
                </a:solidFill>
              </a:defRPr>
            </a:lvl1pPr>
          </a:lstStyle>
          <a:p>
            <a:r>
              <a:rPr lang="de-DE" dirty="0"/>
              <a:t>Insert Title</a:t>
            </a:r>
          </a:p>
        </p:txBody>
      </p:sp>
      <p:sp>
        <p:nvSpPr>
          <p:cNvPr id="3" name="Untertitel 2">
            <a:extLst>
              <a:ext uri="{FF2B5EF4-FFF2-40B4-BE49-F238E27FC236}">
                <a16:creationId xmlns:a16="http://schemas.microsoft.com/office/drawing/2014/main" id="{21AE6DD4-97E6-CB09-1552-E898D01CDA0C}"/>
              </a:ext>
            </a:extLst>
          </p:cNvPr>
          <p:cNvSpPr>
            <a:spLocks noGrp="1"/>
          </p:cNvSpPr>
          <p:nvPr>
            <p:ph type="subTitle" idx="1" hasCustomPrompt="1"/>
          </p:nvPr>
        </p:nvSpPr>
        <p:spPr>
          <a:xfrm>
            <a:off x="839788" y="4415773"/>
            <a:ext cx="10514012" cy="1655762"/>
          </a:xfrm>
        </p:spPr>
        <p:txBody>
          <a:bodyPr>
            <a:normAutofit/>
          </a:bodyPr>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Add a </a:t>
            </a:r>
            <a:r>
              <a:rPr lang="de-DE" dirty="0" err="1"/>
              <a:t>Subtitle</a:t>
            </a:r>
            <a:endParaRPr lang="de-DE" dirty="0"/>
          </a:p>
        </p:txBody>
      </p:sp>
      <p:sp>
        <p:nvSpPr>
          <p:cNvPr id="4" name="Datumsplatzhalter 3">
            <a:extLst>
              <a:ext uri="{FF2B5EF4-FFF2-40B4-BE49-F238E27FC236}">
                <a16:creationId xmlns:a16="http://schemas.microsoft.com/office/drawing/2014/main" id="{B91E80EB-FBFC-5225-12B9-CAEE89480419}"/>
              </a:ext>
            </a:extLst>
          </p:cNvPr>
          <p:cNvSpPr>
            <a:spLocks noGrp="1"/>
          </p:cNvSpPr>
          <p:nvPr>
            <p:ph type="dt" sz="half" idx="10"/>
          </p:nvPr>
        </p:nvSpPr>
        <p:spPr>
          <a:xfrm>
            <a:off x="838200" y="6929357"/>
            <a:ext cx="2743200" cy="365125"/>
          </a:xfrm>
        </p:spPr>
        <p:txBody>
          <a:bodyPr/>
          <a:lstStyle/>
          <a:p>
            <a:fld id="{DFDC95B6-EA44-412F-AB92-D3420925A553}" type="datetime1">
              <a:rPr lang="de-DE" smtClean="0"/>
              <a:t>23.05.2025</a:t>
            </a:fld>
            <a:endParaRPr lang="de-DE"/>
          </a:p>
        </p:txBody>
      </p:sp>
      <p:sp>
        <p:nvSpPr>
          <p:cNvPr id="5" name="Fußzeilenplatzhalter 4">
            <a:extLst>
              <a:ext uri="{FF2B5EF4-FFF2-40B4-BE49-F238E27FC236}">
                <a16:creationId xmlns:a16="http://schemas.microsoft.com/office/drawing/2014/main" id="{ECC7F932-768B-D8FC-E73A-74760F864D97}"/>
              </a:ext>
            </a:extLst>
          </p:cNvPr>
          <p:cNvSpPr>
            <a:spLocks noGrp="1"/>
          </p:cNvSpPr>
          <p:nvPr>
            <p:ph type="ftr" sz="quarter" idx="11"/>
          </p:nvPr>
        </p:nvSpPr>
        <p:spPr>
          <a:xfrm>
            <a:off x="4038600" y="6929357"/>
            <a:ext cx="4114800" cy="365125"/>
          </a:xfrm>
        </p:spPr>
        <p:txBody>
          <a:bodyPr/>
          <a:lstStyle/>
          <a:p>
            <a:r>
              <a:rPr lang="de-DE"/>
              <a:t>Test</a:t>
            </a:r>
          </a:p>
        </p:txBody>
      </p:sp>
      <p:cxnSp>
        <p:nvCxnSpPr>
          <p:cNvPr id="7" name="Gerader Verbinder 6">
            <a:extLst>
              <a:ext uri="{FF2B5EF4-FFF2-40B4-BE49-F238E27FC236}">
                <a16:creationId xmlns:a16="http://schemas.microsoft.com/office/drawing/2014/main" id="{6E7D205F-170D-34A4-090E-59D041BF3F8E}"/>
              </a:ext>
            </a:extLst>
          </p:cNvPr>
          <p:cNvCxnSpPr/>
          <p:nvPr userDrawn="1"/>
        </p:nvCxnSpPr>
        <p:spPr>
          <a:xfrm>
            <a:off x="839788" y="4279565"/>
            <a:ext cx="10514012" cy="0"/>
          </a:xfrm>
          <a:prstGeom prst="line">
            <a:avLst/>
          </a:prstGeom>
          <a:ln w="3175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8" name="Foliennummernplatzhalter 5">
            <a:extLst>
              <a:ext uri="{FF2B5EF4-FFF2-40B4-BE49-F238E27FC236}">
                <a16:creationId xmlns:a16="http://schemas.microsoft.com/office/drawing/2014/main" id="{7D6334CD-C2A5-A8E4-B310-257427B50E77}"/>
              </a:ext>
            </a:extLst>
          </p:cNvPr>
          <p:cNvSpPr>
            <a:spLocks noGrp="1"/>
          </p:cNvSpPr>
          <p:nvPr>
            <p:ph type="sldNum" sz="quarter" idx="12"/>
          </p:nvPr>
        </p:nvSpPr>
        <p:spPr>
          <a:xfrm>
            <a:off x="12252511" y="6427694"/>
            <a:ext cx="461684" cy="365125"/>
          </a:xfrm>
        </p:spPr>
        <p:txBody>
          <a:bodyPr/>
          <a:lstStyle/>
          <a:p>
            <a:fld id="{D21C33D4-00A5-43D5-B722-D2F2FA4CCA11}" type="slidenum">
              <a:rPr lang="de-DE" smtClean="0"/>
              <a:t>‹Nr.›</a:t>
            </a:fld>
            <a:endParaRPr lang="de-DE"/>
          </a:p>
        </p:txBody>
      </p:sp>
      <p:pic>
        <p:nvPicPr>
          <p:cNvPr id="10" name="Grafik 9" descr="Ein Bild, das Text, ClipArt enthält.&#10;&#10;Automatisch generierte Beschreibung">
            <a:extLst>
              <a:ext uri="{FF2B5EF4-FFF2-40B4-BE49-F238E27FC236}">
                <a16:creationId xmlns:a16="http://schemas.microsoft.com/office/drawing/2014/main" id="{D74FCB09-74ED-4077-7888-39901B8A1DB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929801" y="283917"/>
            <a:ext cx="4030598" cy="725508"/>
          </a:xfrm>
          <a:prstGeom prst="rect">
            <a:avLst/>
          </a:prstGeom>
        </p:spPr>
      </p:pic>
      <p:sp>
        <p:nvSpPr>
          <p:cNvPr id="12" name="Abgerundetes Rechteck 11">
            <a:extLst>
              <a:ext uri="{FF2B5EF4-FFF2-40B4-BE49-F238E27FC236}">
                <a16:creationId xmlns:a16="http://schemas.microsoft.com/office/drawing/2014/main" id="{7184C55B-7C24-B91F-25A2-ED11E97B0EB0}"/>
              </a:ext>
            </a:extLst>
          </p:cNvPr>
          <p:cNvSpPr/>
          <p:nvPr userDrawn="1"/>
        </p:nvSpPr>
        <p:spPr>
          <a:xfrm>
            <a:off x="1769422" y="6632736"/>
            <a:ext cx="944090" cy="449253"/>
          </a:xfrm>
          <a:prstGeom prst="round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3" name="Fußzeilenplatzhalter 4">
            <a:extLst>
              <a:ext uri="{FF2B5EF4-FFF2-40B4-BE49-F238E27FC236}">
                <a16:creationId xmlns:a16="http://schemas.microsoft.com/office/drawing/2014/main" id="{8C916388-6987-2D55-90A8-76514126511D}"/>
              </a:ext>
            </a:extLst>
          </p:cNvPr>
          <p:cNvSpPr txBox="1">
            <a:spLocks/>
          </p:cNvSpPr>
          <p:nvPr userDrawn="1"/>
        </p:nvSpPr>
        <p:spPr>
          <a:xfrm>
            <a:off x="1733796" y="6597895"/>
            <a:ext cx="1015342" cy="270705"/>
          </a:xfrm>
          <a:prstGeom prst="rect">
            <a:avLst/>
          </a:prstGeom>
        </p:spPr>
        <p:txBody>
          <a:bodyPr vert="horz" lIns="91440" tIns="45720" rIns="91440" bIns="45720" rtlCol="0" anchor="ctr"/>
          <a:lstStyle>
            <a:defPPr>
              <a:defRPr lang="de-DE"/>
            </a:defPPr>
            <a:lvl1pPr marL="0" algn="ct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sz="700" dirty="0" err="1"/>
              <a:t>strictly</a:t>
            </a:r>
            <a:r>
              <a:rPr lang="de-DE" sz="700" dirty="0"/>
              <a:t> </a:t>
            </a:r>
            <a:r>
              <a:rPr lang="de-DE" sz="700" dirty="0" err="1"/>
              <a:t>confidential</a:t>
            </a:r>
            <a:endParaRPr lang="de-DE" sz="700" dirty="0"/>
          </a:p>
        </p:txBody>
      </p:sp>
    </p:spTree>
    <p:extLst>
      <p:ext uri="{BB962C8B-B14F-4D97-AF65-F5344CB8AC3E}">
        <p14:creationId xmlns:p14="http://schemas.microsoft.com/office/powerpoint/2010/main" val="4558698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Alternative">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CC011E1F-CA69-C884-B0DC-D79D44FF0E29}"/>
              </a:ext>
            </a:extLst>
          </p:cNvPr>
          <p:cNvSpPr>
            <a:spLocks noGrp="1"/>
          </p:cNvSpPr>
          <p:nvPr>
            <p:ph type="sldNum" sz="quarter" idx="12"/>
          </p:nvPr>
        </p:nvSpPr>
        <p:spPr>
          <a:xfrm>
            <a:off x="12252511" y="6427694"/>
            <a:ext cx="461684" cy="365125"/>
          </a:xfrm>
        </p:spPr>
        <p:txBody>
          <a:bodyPr/>
          <a:lstStyle/>
          <a:p>
            <a:fld id="{D21C33D4-00A5-43D5-B722-D2F2FA4CCA11}" type="slidenum">
              <a:rPr lang="de-DE" smtClean="0"/>
              <a:t>‹Nr.›</a:t>
            </a:fld>
            <a:endParaRPr lang="de-DE"/>
          </a:p>
        </p:txBody>
      </p:sp>
      <p:pic>
        <p:nvPicPr>
          <p:cNvPr id="9" name="Grafik 8">
            <a:extLst>
              <a:ext uri="{FF2B5EF4-FFF2-40B4-BE49-F238E27FC236}">
                <a16:creationId xmlns:a16="http://schemas.microsoft.com/office/drawing/2014/main" id="{C58DF296-B45D-C95B-EA94-A861564EE5AE}"/>
              </a:ext>
            </a:extLst>
          </p:cNvPr>
          <p:cNvPicPr>
            <a:picLocks noChangeAspect="1"/>
          </p:cNvPicPr>
          <p:nvPr userDrawn="1"/>
        </p:nvPicPr>
        <p:blipFill>
          <a:blip r:embed="rId2" cstate="screen">
            <a:extLst>
              <a:ext uri="{28A0092B-C50C-407E-A947-70E740481C1C}">
                <a14:useLocalDpi xmlns:a14="http://schemas.microsoft.com/office/drawing/2010/main"/>
              </a:ext>
            </a:extLst>
          </a:blip>
          <a:srcRect t="11642" b="11642"/>
          <a:stretch/>
        </p:blipFill>
        <p:spPr>
          <a:xfrm>
            <a:off x="-1" y="0"/>
            <a:ext cx="12191999" cy="6858000"/>
          </a:xfrm>
          <a:prstGeom prst="rect">
            <a:avLst/>
          </a:prstGeom>
        </p:spPr>
      </p:pic>
      <p:sp>
        <p:nvSpPr>
          <p:cNvPr id="2" name="Titel 1">
            <a:extLst>
              <a:ext uri="{FF2B5EF4-FFF2-40B4-BE49-F238E27FC236}">
                <a16:creationId xmlns:a16="http://schemas.microsoft.com/office/drawing/2014/main" id="{38F51A18-2AEE-2AC9-D0C9-E211534D923F}"/>
              </a:ext>
            </a:extLst>
          </p:cNvPr>
          <p:cNvSpPr>
            <a:spLocks noGrp="1"/>
          </p:cNvSpPr>
          <p:nvPr>
            <p:ph type="ctrTitle" hasCustomPrompt="1"/>
          </p:nvPr>
        </p:nvSpPr>
        <p:spPr>
          <a:xfrm>
            <a:off x="839788" y="1091883"/>
            <a:ext cx="10514012" cy="2387600"/>
          </a:xfrm>
        </p:spPr>
        <p:txBody>
          <a:bodyPr anchor="b"/>
          <a:lstStyle>
            <a:lvl1pPr algn="l">
              <a:defRPr sz="6000">
                <a:solidFill>
                  <a:schemeClr val="bg1"/>
                </a:solidFill>
              </a:defRPr>
            </a:lvl1pPr>
          </a:lstStyle>
          <a:p>
            <a:r>
              <a:rPr lang="de-DE" dirty="0"/>
              <a:t>Insert Title</a:t>
            </a:r>
          </a:p>
        </p:txBody>
      </p:sp>
      <p:sp>
        <p:nvSpPr>
          <p:cNvPr id="3" name="Untertitel 2">
            <a:extLst>
              <a:ext uri="{FF2B5EF4-FFF2-40B4-BE49-F238E27FC236}">
                <a16:creationId xmlns:a16="http://schemas.microsoft.com/office/drawing/2014/main" id="{21AE6DD4-97E6-CB09-1552-E898D01CDA0C}"/>
              </a:ext>
            </a:extLst>
          </p:cNvPr>
          <p:cNvSpPr>
            <a:spLocks noGrp="1"/>
          </p:cNvSpPr>
          <p:nvPr>
            <p:ph type="subTitle" idx="1" hasCustomPrompt="1"/>
          </p:nvPr>
        </p:nvSpPr>
        <p:spPr>
          <a:xfrm>
            <a:off x="839788" y="3723958"/>
            <a:ext cx="10514012" cy="1655762"/>
          </a:xfrm>
        </p:spPr>
        <p:txBody>
          <a:bodyPr>
            <a:normAutofit/>
          </a:bodyPr>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Add a </a:t>
            </a:r>
            <a:r>
              <a:rPr lang="de-DE" dirty="0" err="1"/>
              <a:t>Subtitle</a:t>
            </a:r>
            <a:endParaRPr lang="de-DE" dirty="0"/>
          </a:p>
        </p:txBody>
      </p:sp>
      <p:sp>
        <p:nvSpPr>
          <p:cNvPr id="4" name="Datumsplatzhalter 3">
            <a:extLst>
              <a:ext uri="{FF2B5EF4-FFF2-40B4-BE49-F238E27FC236}">
                <a16:creationId xmlns:a16="http://schemas.microsoft.com/office/drawing/2014/main" id="{B91E80EB-FBFC-5225-12B9-CAEE89480419}"/>
              </a:ext>
            </a:extLst>
          </p:cNvPr>
          <p:cNvSpPr>
            <a:spLocks noGrp="1"/>
          </p:cNvSpPr>
          <p:nvPr>
            <p:ph type="dt" sz="half" idx="10"/>
          </p:nvPr>
        </p:nvSpPr>
        <p:spPr>
          <a:xfrm>
            <a:off x="838200" y="6966267"/>
            <a:ext cx="2743200" cy="365125"/>
          </a:xfrm>
        </p:spPr>
        <p:txBody>
          <a:bodyPr/>
          <a:lstStyle/>
          <a:p>
            <a:fld id="{B05CBB5F-E34D-43EB-8F58-523D9C42E626}" type="datetime1">
              <a:rPr lang="de-DE" smtClean="0"/>
              <a:t>23.05.2025</a:t>
            </a:fld>
            <a:endParaRPr lang="de-DE"/>
          </a:p>
        </p:txBody>
      </p:sp>
      <p:sp>
        <p:nvSpPr>
          <p:cNvPr id="5" name="Fußzeilenplatzhalter 4">
            <a:extLst>
              <a:ext uri="{FF2B5EF4-FFF2-40B4-BE49-F238E27FC236}">
                <a16:creationId xmlns:a16="http://schemas.microsoft.com/office/drawing/2014/main" id="{ECC7F932-768B-D8FC-E73A-74760F864D97}"/>
              </a:ext>
            </a:extLst>
          </p:cNvPr>
          <p:cNvSpPr>
            <a:spLocks noGrp="1"/>
          </p:cNvSpPr>
          <p:nvPr>
            <p:ph type="ftr" sz="quarter" idx="11"/>
          </p:nvPr>
        </p:nvSpPr>
        <p:spPr>
          <a:xfrm>
            <a:off x="4038600" y="6966267"/>
            <a:ext cx="4114800" cy="365125"/>
          </a:xfrm>
        </p:spPr>
        <p:txBody>
          <a:bodyPr/>
          <a:lstStyle/>
          <a:p>
            <a:r>
              <a:rPr lang="de-DE"/>
              <a:t>Test</a:t>
            </a:r>
          </a:p>
        </p:txBody>
      </p:sp>
      <p:cxnSp>
        <p:nvCxnSpPr>
          <p:cNvPr id="7" name="Gerader Verbinder 6">
            <a:extLst>
              <a:ext uri="{FF2B5EF4-FFF2-40B4-BE49-F238E27FC236}">
                <a16:creationId xmlns:a16="http://schemas.microsoft.com/office/drawing/2014/main" id="{6E7D205F-170D-34A4-090E-59D041BF3F8E}"/>
              </a:ext>
            </a:extLst>
          </p:cNvPr>
          <p:cNvCxnSpPr/>
          <p:nvPr userDrawn="1"/>
        </p:nvCxnSpPr>
        <p:spPr>
          <a:xfrm>
            <a:off x="839788" y="3587750"/>
            <a:ext cx="10514012" cy="0"/>
          </a:xfrm>
          <a:prstGeom prst="line">
            <a:avLst/>
          </a:prstGeom>
          <a:ln w="31750" cap="rnd">
            <a:solidFill>
              <a:schemeClr val="accent2"/>
            </a:solidFill>
            <a:round/>
          </a:ln>
        </p:spPr>
        <p:style>
          <a:lnRef idx="1">
            <a:schemeClr val="accent1"/>
          </a:lnRef>
          <a:fillRef idx="0">
            <a:schemeClr val="accent1"/>
          </a:fillRef>
          <a:effectRef idx="0">
            <a:schemeClr val="accent1"/>
          </a:effectRef>
          <a:fontRef idx="minor">
            <a:schemeClr val="tx1"/>
          </a:fontRef>
        </p:style>
      </p:cxnSp>
      <p:pic>
        <p:nvPicPr>
          <p:cNvPr id="8" name="Grafik 7">
            <a:extLst>
              <a:ext uri="{FF2B5EF4-FFF2-40B4-BE49-F238E27FC236}">
                <a16:creationId xmlns:a16="http://schemas.microsoft.com/office/drawing/2014/main" id="{753EC6DD-9C2A-EA34-8018-5E8045E7DA12}"/>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7698204" y="0"/>
            <a:ext cx="4493794" cy="1149680"/>
          </a:xfrm>
          <a:prstGeom prst="rect">
            <a:avLst/>
          </a:prstGeom>
        </p:spPr>
      </p:pic>
      <p:sp>
        <p:nvSpPr>
          <p:cNvPr id="10" name="Abgerundetes Rechteck 9">
            <a:extLst>
              <a:ext uri="{FF2B5EF4-FFF2-40B4-BE49-F238E27FC236}">
                <a16:creationId xmlns:a16="http://schemas.microsoft.com/office/drawing/2014/main" id="{D065F2F3-4A3F-6BCD-A908-FA7CC7DD87C1}"/>
              </a:ext>
            </a:extLst>
          </p:cNvPr>
          <p:cNvSpPr/>
          <p:nvPr userDrawn="1"/>
        </p:nvSpPr>
        <p:spPr>
          <a:xfrm>
            <a:off x="1769422" y="6632736"/>
            <a:ext cx="944090" cy="449253"/>
          </a:xfrm>
          <a:prstGeom prst="round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1" name="Fußzeilenplatzhalter 4">
            <a:extLst>
              <a:ext uri="{FF2B5EF4-FFF2-40B4-BE49-F238E27FC236}">
                <a16:creationId xmlns:a16="http://schemas.microsoft.com/office/drawing/2014/main" id="{9EA3B948-6412-4C3A-5416-561AA48BCEC1}"/>
              </a:ext>
            </a:extLst>
          </p:cNvPr>
          <p:cNvSpPr txBox="1">
            <a:spLocks/>
          </p:cNvSpPr>
          <p:nvPr userDrawn="1"/>
        </p:nvSpPr>
        <p:spPr>
          <a:xfrm>
            <a:off x="1733796" y="6597895"/>
            <a:ext cx="1015342" cy="270705"/>
          </a:xfrm>
          <a:prstGeom prst="rect">
            <a:avLst/>
          </a:prstGeom>
        </p:spPr>
        <p:txBody>
          <a:bodyPr vert="horz" lIns="91440" tIns="45720" rIns="91440" bIns="45720" rtlCol="0" anchor="ctr"/>
          <a:lstStyle>
            <a:defPPr>
              <a:defRPr lang="de-DE"/>
            </a:defPPr>
            <a:lvl1pPr marL="0" algn="ct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sz="700" dirty="0" err="1"/>
              <a:t>strictly</a:t>
            </a:r>
            <a:r>
              <a:rPr lang="de-DE" sz="700" dirty="0"/>
              <a:t> </a:t>
            </a:r>
            <a:r>
              <a:rPr lang="de-DE" sz="700" dirty="0" err="1"/>
              <a:t>confidential</a:t>
            </a:r>
            <a:endParaRPr lang="de-DE" sz="700" dirty="0"/>
          </a:p>
        </p:txBody>
      </p:sp>
    </p:spTree>
    <p:extLst>
      <p:ext uri="{BB962C8B-B14F-4D97-AF65-F5344CB8AC3E}">
        <p14:creationId xmlns:p14="http://schemas.microsoft.com/office/powerpoint/2010/main" val="17820369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dark">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C58DF296-B45D-C95B-EA94-A861564EE5AE}"/>
              </a:ext>
            </a:extLst>
          </p:cNvPr>
          <p:cNvPicPr>
            <a:picLocks noChangeAspect="1"/>
          </p:cNvPicPr>
          <p:nvPr userDrawn="1"/>
        </p:nvPicPr>
        <p:blipFill>
          <a:blip r:embed="rId2">
            <a:extLst>
              <a:ext uri="{28A0092B-C50C-407E-A947-70E740481C1C}">
                <a14:useLocalDpi xmlns:a14="http://schemas.microsoft.com/office/drawing/2010/main"/>
              </a:ext>
            </a:extLst>
          </a:blip>
          <a:srcRect t="21875" b="21875"/>
          <a:stretch/>
        </p:blipFill>
        <p:spPr>
          <a:xfrm>
            <a:off x="-1" y="0"/>
            <a:ext cx="12191999" cy="6858000"/>
          </a:xfrm>
          <a:prstGeom prst="rect">
            <a:avLst/>
          </a:prstGeom>
        </p:spPr>
      </p:pic>
      <p:sp>
        <p:nvSpPr>
          <p:cNvPr id="2" name="Titel 1">
            <a:extLst>
              <a:ext uri="{FF2B5EF4-FFF2-40B4-BE49-F238E27FC236}">
                <a16:creationId xmlns:a16="http://schemas.microsoft.com/office/drawing/2014/main" id="{38F51A18-2AEE-2AC9-D0C9-E211534D923F}"/>
              </a:ext>
            </a:extLst>
          </p:cNvPr>
          <p:cNvSpPr>
            <a:spLocks noGrp="1"/>
          </p:cNvSpPr>
          <p:nvPr>
            <p:ph type="ctrTitle" hasCustomPrompt="1"/>
          </p:nvPr>
        </p:nvSpPr>
        <p:spPr>
          <a:xfrm>
            <a:off x="839788" y="1091883"/>
            <a:ext cx="10514012" cy="2387600"/>
          </a:xfrm>
        </p:spPr>
        <p:txBody>
          <a:bodyPr anchor="b"/>
          <a:lstStyle>
            <a:lvl1pPr algn="l">
              <a:defRPr sz="6000">
                <a:solidFill>
                  <a:schemeClr val="bg1"/>
                </a:solidFill>
              </a:defRPr>
            </a:lvl1pPr>
          </a:lstStyle>
          <a:p>
            <a:r>
              <a:rPr lang="de-DE" dirty="0"/>
              <a:t>Insert Title</a:t>
            </a:r>
          </a:p>
        </p:txBody>
      </p:sp>
      <p:sp>
        <p:nvSpPr>
          <p:cNvPr id="3" name="Untertitel 2">
            <a:extLst>
              <a:ext uri="{FF2B5EF4-FFF2-40B4-BE49-F238E27FC236}">
                <a16:creationId xmlns:a16="http://schemas.microsoft.com/office/drawing/2014/main" id="{21AE6DD4-97E6-CB09-1552-E898D01CDA0C}"/>
              </a:ext>
            </a:extLst>
          </p:cNvPr>
          <p:cNvSpPr>
            <a:spLocks noGrp="1"/>
          </p:cNvSpPr>
          <p:nvPr>
            <p:ph type="subTitle" idx="1" hasCustomPrompt="1"/>
          </p:nvPr>
        </p:nvSpPr>
        <p:spPr>
          <a:xfrm>
            <a:off x="839788" y="3723958"/>
            <a:ext cx="10514012" cy="1655762"/>
          </a:xfrm>
        </p:spPr>
        <p:txBody>
          <a:bodyPr>
            <a:normAutofit/>
          </a:bodyPr>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Add a </a:t>
            </a:r>
            <a:r>
              <a:rPr lang="de-DE" dirty="0" err="1"/>
              <a:t>Subtitle</a:t>
            </a:r>
            <a:endParaRPr lang="de-DE" dirty="0"/>
          </a:p>
        </p:txBody>
      </p:sp>
      <p:sp>
        <p:nvSpPr>
          <p:cNvPr id="4" name="Datumsplatzhalter 3">
            <a:extLst>
              <a:ext uri="{FF2B5EF4-FFF2-40B4-BE49-F238E27FC236}">
                <a16:creationId xmlns:a16="http://schemas.microsoft.com/office/drawing/2014/main" id="{B91E80EB-FBFC-5225-12B9-CAEE89480419}"/>
              </a:ext>
            </a:extLst>
          </p:cNvPr>
          <p:cNvSpPr>
            <a:spLocks noGrp="1"/>
          </p:cNvSpPr>
          <p:nvPr>
            <p:ph type="dt" sz="half" idx="10"/>
          </p:nvPr>
        </p:nvSpPr>
        <p:spPr>
          <a:xfrm>
            <a:off x="838200" y="6966267"/>
            <a:ext cx="2743200" cy="365125"/>
          </a:xfrm>
        </p:spPr>
        <p:txBody>
          <a:bodyPr/>
          <a:lstStyle/>
          <a:p>
            <a:fld id="{A55932BC-E664-47EB-9D34-46C4359534B9}" type="datetime1">
              <a:rPr lang="de-DE" smtClean="0"/>
              <a:t>23.05.2025</a:t>
            </a:fld>
            <a:endParaRPr lang="de-DE" dirty="0"/>
          </a:p>
        </p:txBody>
      </p:sp>
      <p:sp>
        <p:nvSpPr>
          <p:cNvPr id="5" name="Fußzeilenplatzhalter 4">
            <a:extLst>
              <a:ext uri="{FF2B5EF4-FFF2-40B4-BE49-F238E27FC236}">
                <a16:creationId xmlns:a16="http://schemas.microsoft.com/office/drawing/2014/main" id="{ECC7F932-768B-D8FC-E73A-74760F864D97}"/>
              </a:ext>
            </a:extLst>
          </p:cNvPr>
          <p:cNvSpPr>
            <a:spLocks noGrp="1"/>
          </p:cNvSpPr>
          <p:nvPr>
            <p:ph type="ftr" sz="quarter" idx="11"/>
          </p:nvPr>
        </p:nvSpPr>
        <p:spPr>
          <a:xfrm>
            <a:off x="4038600" y="6966267"/>
            <a:ext cx="4114800" cy="365125"/>
          </a:xfrm>
        </p:spPr>
        <p:txBody>
          <a:bodyPr/>
          <a:lstStyle/>
          <a:p>
            <a:r>
              <a:rPr lang="de-DE"/>
              <a:t>Test</a:t>
            </a:r>
          </a:p>
        </p:txBody>
      </p:sp>
      <p:cxnSp>
        <p:nvCxnSpPr>
          <p:cNvPr id="7" name="Gerader Verbinder 6">
            <a:extLst>
              <a:ext uri="{FF2B5EF4-FFF2-40B4-BE49-F238E27FC236}">
                <a16:creationId xmlns:a16="http://schemas.microsoft.com/office/drawing/2014/main" id="{6E7D205F-170D-34A4-090E-59D041BF3F8E}"/>
              </a:ext>
            </a:extLst>
          </p:cNvPr>
          <p:cNvCxnSpPr/>
          <p:nvPr userDrawn="1"/>
        </p:nvCxnSpPr>
        <p:spPr>
          <a:xfrm>
            <a:off x="839788" y="3587750"/>
            <a:ext cx="10514012" cy="0"/>
          </a:xfrm>
          <a:prstGeom prst="line">
            <a:avLst/>
          </a:prstGeom>
          <a:ln w="3175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8" name="Foliennummernplatzhalter 5">
            <a:extLst>
              <a:ext uri="{FF2B5EF4-FFF2-40B4-BE49-F238E27FC236}">
                <a16:creationId xmlns:a16="http://schemas.microsoft.com/office/drawing/2014/main" id="{3FFBED73-F66F-52B0-C456-584B4424C1BF}"/>
              </a:ext>
            </a:extLst>
          </p:cNvPr>
          <p:cNvSpPr>
            <a:spLocks noGrp="1"/>
          </p:cNvSpPr>
          <p:nvPr>
            <p:ph type="sldNum" sz="quarter" idx="12"/>
          </p:nvPr>
        </p:nvSpPr>
        <p:spPr>
          <a:xfrm>
            <a:off x="12252511" y="6427694"/>
            <a:ext cx="461684" cy="365125"/>
          </a:xfrm>
        </p:spPr>
        <p:txBody>
          <a:bodyPr/>
          <a:lstStyle/>
          <a:p>
            <a:fld id="{D21C33D4-00A5-43D5-B722-D2F2FA4CCA11}" type="slidenum">
              <a:rPr lang="de-DE" smtClean="0"/>
              <a:t>‹Nr.›</a:t>
            </a:fld>
            <a:endParaRPr lang="de-DE"/>
          </a:p>
        </p:txBody>
      </p:sp>
      <p:sp>
        <p:nvSpPr>
          <p:cNvPr id="6" name="Abgerundetes Rechteck 5">
            <a:extLst>
              <a:ext uri="{FF2B5EF4-FFF2-40B4-BE49-F238E27FC236}">
                <a16:creationId xmlns:a16="http://schemas.microsoft.com/office/drawing/2014/main" id="{4CD4C367-B23F-614E-9877-00BF29591516}"/>
              </a:ext>
            </a:extLst>
          </p:cNvPr>
          <p:cNvSpPr/>
          <p:nvPr userDrawn="1"/>
        </p:nvSpPr>
        <p:spPr>
          <a:xfrm>
            <a:off x="1769422" y="6632736"/>
            <a:ext cx="944090" cy="449253"/>
          </a:xfrm>
          <a:prstGeom prst="round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0" name="Fußzeilenplatzhalter 4">
            <a:extLst>
              <a:ext uri="{FF2B5EF4-FFF2-40B4-BE49-F238E27FC236}">
                <a16:creationId xmlns:a16="http://schemas.microsoft.com/office/drawing/2014/main" id="{8075B3A3-1E6A-940F-3150-6D129805D4E1}"/>
              </a:ext>
            </a:extLst>
          </p:cNvPr>
          <p:cNvSpPr txBox="1">
            <a:spLocks/>
          </p:cNvSpPr>
          <p:nvPr userDrawn="1"/>
        </p:nvSpPr>
        <p:spPr>
          <a:xfrm>
            <a:off x="1733796" y="6597895"/>
            <a:ext cx="1015342" cy="270705"/>
          </a:xfrm>
          <a:prstGeom prst="rect">
            <a:avLst/>
          </a:prstGeom>
        </p:spPr>
        <p:txBody>
          <a:bodyPr vert="horz" lIns="91440" tIns="45720" rIns="91440" bIns="45720" rtlCol="0" anchor="ctr"/>
          <a:lstStyle>
            <a:defPPr>
              <a:defRPr lang="de-DE"/>
            </a:defPPr>
            <a:lvl1pPr marL="0" algn="ct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sz="700" dirty="0" err="1"/>
              <a:t>strictly</a:t>
            </a:r>
            <a:r>
              <a:rPr lang="de-DE" sz="700" dirty="0"/>
              <a:t> </a:t>
            </a:r>
            <a:r>
              <a:rPr lang="de-DE" sz="700" dirty="0" err="1"/>
              <a:t>confidential</a:t>
            </a:r>
            <a:endParaRPr lang="de-DE" sz="700" dirty="0"/>
          </a:p>
        </p:txBody>
      </p:sp>
    </p:spTree>
    <p:extLst>
      <p:ext uri="{BB962C8B-B14F-4D97-AF65-F5344CB8AC3E}">
        <p14:creationId xmlns:p14="http://schemas.microsoft.com/office/powerpoint/2010/main" val="916183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bright">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C58DF296-B45D-C95B-EA94-A861564EE5AE}"/>
              </a:ext>
            </a:extLst>
          </p:cNvPr>
          <p:cNvPicPr>
            <a:picLocks noChangeAspect="1"/>
          </p:cNvPicPr>
          <p:nvPr userDrawn="1"/>
        </p:nvPicPr>
        <p:blipFill>
          <a:blip r:embed="rId2">
            <a:extLst>
              <a:ext uri="{28A0092B-C50C-407E-A947-70E740481C1C}">
                <a14:useLocalDpi xmlns:a14="http://schemas.microsoft.com/office/drawing/2010/main"/>
              </a:ext>
            </a:extLst>
          </a:blip>
          <a:srcRect t="21875" b="21875"/>
          <a:stretch/>
        </p:blipFill>
        <p:spPr>
          <a:xfrm>
            <a:off x="-1" y="0"/>
            <a:ext cx="12191999" cy="6858000"/>
          </a:xfrm>
          <a:prstGeom prst="rect">
            <a:avLst/>
          </a:prstGeom>
        </p:spPr>
      </p:pic>
      <p:sp>
        <p:nvSpPr>
          <p:cNvPr id="2" name="Titel 1">
            <a:extLst>
              <a:ext uri="{FF2B5EF4-FFF2-40B4-BE49-F238E27FC236}">
                <a16:creationId xmlns:a16="http://schemas.microsoft.com/office/drawing/2014/main" id="{38F51A18-2AEE-2AC9-D0C9-E211534D923F}"/>
              </a:ext>
            </a:extLst>
          </p:cNvPr>
          <p:cNvSpPr>
            <a:spLocks noGrp="1"/>
          </p:cNvSpPr>
          <p:nvPr>
            <p:ph type="ctrTitle" hasCustomPrompt="1"/>
          </p:nvPr>
        </p:nvSpPr>
        <p:spPr>
          <a:xfrm>
            <a:off x="839788" y="1091883"/>
            <a:ext cx="9144000" cy="2387600"/>
          </a:xfrm>
        </p:spPr>
        <p:txBody>
          <a:bodyPr anchor="b"/>
          <a:lstStyle>
            <a:lvl1pPr algn="l">
              <a:defRPr sz="6000"/>
            </a:lvl1pPr>
          </a:lstStyle>
          <a:p>
            <a:r>
              <a:rPr lang="de-DE" dirty="0"/>
              <a:t>Insert Title</a:t>
            </a:r>
          </a:p>
        </p:txBody>
      </p:sp>
      <p:sp>
        <p:nvSpPr>
          <p:cNvPr id="3" name="Untertitel 2">
            <a:extLst>
              <a:ext uri="{FF2B5EF4-FFF2-40B4-BE49-F238E27FC236}">
                <a16:creationId xmlns:a16="http://schemas.microsoft.com/office/drawing/2014/main" id="{21AE6DD4-97E6-CB09-1552-E898D01CDA0C}"/>
              </a:ext>
            </a:extLst>
          </p:cNvPr>
          <p:cNvSpPr>
            <a:spLocks noGrp="1"/>
          </p:cNvSpPr>
          <p:nvPr>
            <p:ph type="subTitle" idx="1" hasCustomPrompt="1"/>
          </p:nvPr>
        </p:nvSpPr>
        <p:spPr>
          <a:xfrm>
            <a:off x="839788" y="3723958"/>
            <a:ext cx="9144000" cy="1655762"/>
          </a:xfrm>
        </p:spPr>
        <p:txBody>
          <a:bodyPr>
            <a:normAutofit/>
          </a:bodyPr>
          <a:lstStyle>
            <a:lvl1pPr marL="0" indent="0" algn="l">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Add a </a:t>
            </a:r>
            <a:r>
              <a:rPr lang="de-DE" dirty="0" err="1"/>
              <a:t>Subtitle</a:t>
            </a:r>
            <a:endParaRPr lang="de-DE" dirty="0"/>
          </a:p>
        </p:txBody>
      </p:sp>
      <p:sp>
        <p:nvSpPr>
          <p:cNvPr id="4" name="Datumsplatzhalter 3">
            <a:extLst>
              <a:ext uri="{FF2B5EF4-FFF2-40B4-BE49-F238E27FC236}">
                <a16:creationId xmlns:a16="http://schemas.microsoft.com/office/drawing/2014/main" id="{B91E80EB-FBFC-5225-12B9-CAEE89480419}"/>
              </a:ext>
            </a:extLst>
          </p:cNvPr>
          <p:cNvSpPr>
            <a:spLocks noGrp="1"/>
          </p:cNvSpPr>
          <p:nvPr>
            <p:ph type="dt" sz="half" idx="10"/>
          </p:nvPr>
        </p:nvSpPr>
        <p:spPr>
          <a:xfrm>
            <a:off x="838200" y="6966267"/>
            <a:ext cx="2743200" cy="365125"/>
          </a:xfrm>
        </p:spPr>
        <p:txBody>
          <a:bodyPr/>
          <a:lstStyle/>
          <a:p>
            <a:fld id="{A55932BC-E664-47EB-9D34-46C4359534B9}" type="datetime1">
              <a:rPr lang="de-DE" smtClean="0"/>
              <a:t>23.05.2025</a:t>
            </a:fld>
            <a:endParaRPr lang="de-DE" dirty="0"/>
          </a:p>
        </p:txBody>
      </p:sp>
      <p:sp>
        <p:nvSpPr>
          <p:cNvPr id="5" name="Fußzeilenplatzhalter 4">
            <a:extLst>
              <a:ext uri="{FF2B5EF4-FFF2-40B4-BE49-F238E27FC236}">
                <a16:creationId xmlns:a16="http://schemas.microsoft.com/office/drawing/2014/main" id="{ECC7F932-768B-D8FC-E73A-74760F864D97}"/>
              </a:ext>
            </a:extLst>
          </p:cNvPr>
          <p:cNvSpPr>
            <a:spLocks noGrp="1"/>
          </p:cNvSpPr>
          <p:nvPr>
            <p:ph type="ftr" sz="quarter" idx="11"/>
          </p:nvPr>
        </p:nvSpPr>
        <p:spPr>
          <a:xfrm>
            <a:off x="4038600" y="6966267"/>
            <a:ext cx="4114800" cy="365125"/>
          </a:xfrm>
        </p:spPr>
        <p:txBody>
          <a:bodyPr/>
          <a:lstStyle/>
          <a:p>
            <a:r>
              <a:rPr lang="de-DE"/>
              <a:t>Test</a:t>
            </a:r>
          </a:p>
        </p:txBody>
      </p:sp>
      <p:cxnSp>
        <p:nvCxnSpPr>
          <p:cNvPr id="7" name="Gerader Verbinder 6">
            <a:extLst>
              <a:ext uri="{FF2B5EF4-FFF2-40B4-BE49-F238E27FC236}">
                <a16:creationId xmlns:a16="http://schemas.microsoft.com/office/drawing/2014/main" id="{6E7D205F-170D-34A4-090E-59D041BF3F8E}"/>
              </a:ext>
            </a:extLst>
          </p:cNvPr>
          <p:cNvCxnSpPr/>
          <p:nvPr userDrawn="1"/>
        </p:nvCxnSpPr>
        <p:spPr>
          <a:xfrm>
            <a:off x="839788" y="3587750"/>
            <a:ext cx="10514012" cy="0"/>
          </a:xfrm>
          <a:prstGeom prst="line">
            <a:avLst/>
          </a:prstGeom>
          <a:ln w="3175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8" name="Foliennummernplatzhalter 5">
            <a:extLst>
              <a:ext uri="{FF2B5EF4-FFF2-40B4-BE49-F238E27FC236}">
                <a16:creationId xmlns:a16="http://schemas.microsoft.com/office/drawing/2014/main" id="{3FFBED73-F66F-52B0-C456-584B4424C1BF}"/>
              </a:ext>
            </a:extLst>
          </p:cNvPr>
          <p:cNvSpPr>
            <a:spLocks noGrp="1"/>
          </p:cNvSpPr>
          <p:nvPr>
            <p:ph type="sldNum" sz="quarter" idx="12"/>
          </p:nvPr>
        </p:nvSpPr>
        <p:spPr>
          <a:xfrm>
            <a:off x="12252511" y="6427694"/>
            <a:ext cx="461684" cy="365125"/>
          </a:xfrm>
        </p:spPr>
        <p:txBody>
          <a:bodyPr/>
          <a:lstStyle/>
          <a:p>
            <a:fld id="{D21C33D4-00A5-43D5-B722-D2F2FA4CCA11}" type="slidenum">
              <a:rPr lang="de-DE" smtClean="0"/>
              <a:t>‹Nr.›</a:t>
            </a:fld>
            <a:endParaRPr lang="de-DE"/>
          </a:p>
        </p:txBody>
      </p:sp>
      <p:sp>
        <p:nvSpPr>
          <p:cNvPr id="6" name="Abgerundetes Rechteck 5">
            <a:extLst>
              <a:ext uri="{FF2B5EF4-FFF2-40B4-BE49-F238E27FC236}">
                <a16:creationId xmlns:a16="http://schemas.microsoft.com/office/drawing/2014/main" id="{B0DCCBB7-54C2-ADC5-5A66-77305ACD8316}"/>
              </a:ext>
            </a:extLst>
          </p:cNvPr>
          <p:cNvSpPr/>
          <p:nvPr userDrawn="1"/>
        </p:nvSpPr>
        <p:spPr>
          <a:xfrm>
            <a:off x="1769422" y="6632736"/>
            <a:ext cx="944090" cy="449253"/>
          </a:xfrm>
          <a:prstGeom prst="round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0" name="Fußzeilenplatzhalter 4">
            <a:extLst>
              <a:ext uri="{FF2B5EF4-FFF2-40B4-BE49-F238E27FC236}">
                <a16:creationId xmlns:a16="http://schemas.microsoft.com/office/drawing/2014/main" id="{79D837AC-8D3B-49B6-70EF-93C86AA34972}"/>
              </a:ext>
            </a:extLst>
          </p:cNvPr>
          <p:cNvSpPr txBox="1">
            <a:spLocks/>
          </p:cNvSpPr>
          <p:nvPr userDrawn="1"/>
        </p:nvSpPr>
        <p:spPr>
          <a:xfrm>
            <a:off x="1733796" y="6597895"/>
            <a:ext cx="1015342" cy="270705"/>
          </a:xfrm>
          <a:prstGeom prst="rect">
            <a:avLst/>
          </a:prstGeom>
        </p:spPr>
        <p:txBody>
          <a:bodyPr vert="horz" lIns="91440" tIns="45720" rIns="91440" bIns="45720" rtlCol="0" anchor="ctr"/>
          <a:lstStyle>
            <a:defPPr>
              <a:defRPr lang="de-DE"/>
            </a:defPPr>
            <a:lvl1pPr marL="0" algn="ct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sz="700" dirty="0" err="1"/>
              <a:t>strictly</a:t>
            </a:r>
            <a:r>
              <a:rPr lang="de-DE" sz="700" dirty="0"/>
              <a:t> </a:t>
            </a:r>
            <a:r>
              <a:rPr lang="de-DE" sz="700" dirty="0" err="1"/>
              <a:t>confidential</a:t>
            </a:r>
            <a:endParaRPr lang="de-DE" sz="700" dirty="0"/>
          </a:p>
        </p:txBody>
      </p:sp>
    </p:spTree>
    <p:extLst>
      <p:ext uri="{BB962C8B-B14F-4D97-AF65-F5344CB8AC3E}">
        <p14:creationId xmlns:p14="http://schemas.microsoft.com/office/powerpoint/2010/main" val="5297410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Image 1">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FD200B27-1B30-76C0-20B4-A8E80E51ECA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16097" b="15910"/>
          <a:stretch/>
        </p:blipFill>
        <p:spPr>
          <a:xfrm>
            <a:off x="-1" y="1347216"/>
            <a:ext cx="12191999" cy="5526002"/>
          </a:xfrm>
          <a:prstGeom prst="rect">
            <a:avLst/>
          </a:prstGeom>
        </p:spPr>
      </p:pic>
      <p:sp>
        <p:nvSpPr>
          <p:cNvPr id="8" name="Bildplatzhalter 7">
            <a:extLst>
              <a:ext uri="{FF2B5EF4-FFF2-40B4-BE49-F238E27FC236}">
                <a16:creationId xmlns:a16="http://schemas.microsoft.com/office/drawing/2014/main" id="{08941514-563B-A6F6-6E7F-F68FD8479CA6}"/>
              </a:ext>
            </a:extLst>
          </p:cNvPr>
          <p:cNvSpPr>
            <a:spLocks noGrp="1"/>
          </p:cNvSpPr>
          <p:nvPr>
            <p:ph type="pic" sz="quarter" idx="13" hasCustomPrompt="1"/>
          </p:nvPr>
        </p:nvSpPr>
        <p:spPr>
          <a:xfrm>
            <a:off x="-1" y="1347217"/>
            <a:ext cx="12192000" cy="5510784"/>
          </a:xfrm>
        </p:spPr>
        <p:txBody>
          <a:bodyPr anchor="t"/>
          <a:lstStyle>
            <a:lvl1pPr marL="0" indent="0" algn="ctr">
              <a:buNone/>
              <a:defRPr>
                <a:solidFill>
                  <a:schemeClr val="bg1"/>
                </a:solidFill>
              </a:defRPr>
            </a:lvl1pPr>
          </a:lstStyle>
          <a:p>
            <a:r>
              <a:rPr lang="de-DE" dirty="0"/>
              <a:t>Insert Image</a:t>
            </a:r>
          </a:p>
        </p:txBody>
      </p:sp>
      <p:sp>
        <p:nvSpPr>
          <p:cNvPr id="4" name="Datumsplatzhalter 3">
            <a:extLst>
              <a:ext uri="{FF2B5EF4-FFF2-40B4-BE49-F238E27FC236}">
                <a16:creationId xmlns:a16="http://schemas.microsoft.com/office/drawing/2014/main" id="{B91E80EB-FBFC-5225-12B9-CAEE89480419}"/>
              </a:ext>
            </a:extLst>
          </p:cNvPr>
          <p:cNvSpPr>
            <a:spLocks noGrp="1"/>
          </p:cNvSpPr>
          <p:nvPr>
            <p:ph type="dt" sz="half" idx="10"/>
          </p:nvPr>
        </p:nvSpPr>
        <p:spPr>
          <a:xfrm>
            <a:off x="838200" y="6938044"/>
            <a:ext cx="2743200" cy="365125"/>
          </a:xfrm>
        </p:spPr>
        <p:txBody>
          <a:bodyPr/>
          <a:lstStyle/>
          <a:p>
            <a:fld id="{16DFC710-5FE1-44FE-A7DD-2F45DA75DDA3}" type="datetime1">
              <a:rPr lang="de-DE" smtClean="0"/>
              <a:t>23.05.2025</a:t>
            </a:fld>
            <a:endParaRPr lang="de-DE" dirty="0"/>
          </a:p>
        </p:txBody>
      </p:sp>
      <p:sp>
        <p:nvSpPr>
          <p:cNvPr id="5" name="Fußzeilenplatzhalter 4">
            <a:extLst>
              <a:ext uri="{FF2B5EF4-FFF2-40B4-BE49-F238E27FC236}">
                <a16:creationId xmlns:a16="http://schemas.microsoft.com/office/drawing/2014/main" id="{ECC7F932-768B-D8FC-E73A-74760F864D97}"/>
              </a:ext>
            </a:extLst>
          </p:cNvPr>
          <p:cNvSpPr>
            <a:spLocks noGrp="1"/>
          </p:cNvSpPr>
          <p:nvPr>
            <p:ph type="ftr" sz="quarter" idx="11"/>
          </p:nvPr>
        </p:nvSpPr>
        <p:spPr>
          <a:xfrm>
            <a:off x="4038600" y="6938044"/>
            <a:ext cx="4114800" cy="365125"/>
          </a:xfrm>
        </p:spPr>
        <p:txBody>
          <a:bodyPr/>
          <a:lstStyle/>
          <a:p>
            <a:r>
              <a:rPr lang="de-DE"/>
              <a:t>Test</a:t>
            </a:r>
          </a:p>
        </p:txBody>
      </p:sp>
      <p:sp>
        <p:nvSpPr>
          <p:cNvPr id="3" name="Titel 1">
            <a:extLst>
              <a:ext uri="{FF2B5EF4-FFF2-40B4-BE49-F238E27FC236}">
                <a16:creationId xmlns:a16="http://schemas.microsoft.com/office/drawing/2014/main" id="{E36D4650-5738-4B84-4D49-8E493E2EF5E6}"/>
              </a:ext>
            </a:extLst>
          </p:cNvPr>
          <p:cNvSpPr>
            <a:spLocks noGrp="1"/>
          </p:cNvSpPr>
          <p:nvPr>
            <p:ph type="ctrTitle" hasCustomPrompt="1"/>
          </p:nvPr>
        </p:nvSpPr>
        <p:spPr>
          <a:xfrm>
            <a:off x="839788" y="252000"/>
            <a:ext cx="10369232" cy="1080000"/>
          </a:xfrm>
        </p:spPr>
        <p:txBody>
          <a:bodyPr anchor="b">
            <a:normAutofit/>
          </a:bodyPr>
          <a:lstStyle>
            <a:lvl1pPr algn="l">
              <a:defRPr sz="3600"/>
            </a:lvl1pPr>
          </a:lstStyle>
          <a:p>
            <a:r>
              <a:rPr lang="de-DE" dirty="0"/>
              <a:t>Insert Headline</a:t>
            </a:r>
          </a:p>
        </p:txBody>
      </p:sp>
      <p:sp>
        <p:nvSpPr>
          <p:cNvPr id="2" name="Foliennummernplatzhalter 5">
            <a:extLst>
              <a:ext uri="{FF2B5EF4-FFF2-40B4-BE49-F238E27FC236}">
                <a16:creationId xmlns:a16="http://schemas.microsoft.com/office/drawing/2014/main" id="{6140E25D-9AF9-CDCC-F8B3-9F057D048422}"/>
              </a:ext>
            </a:extLst>
          </p:cNvPr>
          <p:cNvSpPr>
            <a:spLocks noGrp="1"/>
          </p:cNvSpPr>
          <p:nvPr>
            <p:ph type="sldNum" sz="quarter" idx="12"/>
          </p:nvPr>
        </p:nvSpPr>
        <p:spPr>
          <a:xfrm>
            <a:off x="12252511" y="6427694"/>
            <a:ext cx="461684" cy="365125"/>
          </a:xfrm>
        </p:spPr>
        <p:txBody>
          <a:bodyPr/>
          <a:lstStyle/>
          <a:p>
            <a:fld id="{D21C33D4-00A5-43D5-B722-D2F2FA4CCA11}" type="slidenum">
              <a:rPr lang="de-DE" smtClean="0"/>
              <a:t>‹Nr.›</a:t>
            </a:fld>
            <a:endParaRPr lang="de-DE"/>
          </a:p>
        </p:txBody>
      </p:sp>
      <p:pic>
        <p:nvPicPr>
          <p:cNvPr id="6" name="Grafik 5">
            <a:extLst>
              <a:ext uri="{FF2B5EF4-FFF2-40B4-BE49-F238E27FC236}">
                <a16:creationId xmlns:a16="http://schemas.microsoft.com/office/drawing/2014/main" id="{23C8A5C2-8557-EF8C-E77F-76B01D45AA07}"/>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1592000" y="36000"/>
            <a:ext cx="556320" cy="556320"/>
          </a:xfrm>
          <a:prstGeom prst="rect">
            <a:avLst/>
          </a:prstGeom>
        </p:spPr>
      </p:pic>
      <p:sp>
        <p:nvSpPr>
          <p:cNvPr id="9" name="Abgerundetes Rechteck 8">
            <a:extLst>
              <a:ext uri="{FF2B5EF4-FFF2-40B4-BE49-F238E27FC236}">
                <a16:creationId xmlns:a16="http://schemas.microsoft.com/office/drawing/2014/main" id="{8DD7CD49-6EB5-AEA6-533A-9AA980B95CB2}"/>
              </a:ext>
            </a:extLst>
          </p:cNvPr>
          <p:cNvSpPr/>
          <p:nvPr userDrawn="1"/>
        </p:nvSpPr>
        <p:spPr>
          <a:xfrm>
            <a:off x="1769422" y="6632736"/>
            <a:ext cx="944090" cy="449253"/>
          </a:xfrm>
          <a:prstGeom prst="round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0" name="Fußzeilenplatzhalter 4">
            <a:extLst>
              <a:ext uri="{FF2B5EF4-FFF2-40B4-BE49-F238E27FC236}">
                <a16:creationId xmlns:a16="http://schemas.microsoft.com/office/drawing/2014/main" id="{870B120B-5BCB-9A6D-2826-A14DD02A6DFE}"/>
              </a:ext>
            </a:extLst>
          </p:cNvPr>
          <p:cNvSpPr txBox="1">
            <a:spLocks/>
          </p:cNvSpPr>
          <p:nvPr userDrawn="1"/>
        </p:nvSpPr>
        <p:spPr>
          <a:xfrm>
            <a:off x="1733796" y="6597895"/>
            <a:ext cx="1015342" cy="270705"/>
          </a:xfrm>
          <a:prstGeom prst="rect">
            <a:avLst/>
          </a:prstGeom>
        </p:spPr>
        <p:txBody>
          <a:bodyPr vert="horz" lIns="91440" tIns="45720" rIns="91440" bIns="45720" rtlCol="0" anchor="ctr"/>
          <a:lstStyle>
            <a:defPPr>
              <a:defRPr lang="de-DE"/>
            </a:defPPr>
            <a:lvl1pPr marL="0" algn="ct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sz="700" dirty="0" err="1"/>
              <a:t>strictly</a:t>
            </a:r>
            <a:r>
              <a:rPr lang="de-DE" sz="700" dirty="0"/>
              <a:t> </a:t>
            </a:r>
            <a:r>
              <a:rPr lang="de-DE" sz="700" dirty="0" err="1"/>
              <a:t>confidential</a:t>
            </a:r>
            <a:endParaRPr lang="de-DE" sz="700" dirty="0"/>
          </a:p>
        </p:txBody>
      </p:sp>
    </p:spTree>
    <p:extLst>
      <p:ext uri="{BB962C8B-B14F-4D97-AF65-F5344CB8AC3E}">
        <p14:creationId xmlns:p14="http://schemas.microsoft.com/office/powerpoint/2010/main" val="689723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Image 2">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FD200B27-1B30-76C0-20B4-A8E80E51ECA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16152" b="15961"/>
          <a:stretch/>
        </p:blipFill>
        <p:spPr>
          <a:xfrm>
            <a:off x="-1" y="1347216"/>
            <a:ext cx="12191999" cy="5526002"/>
          </a:xfrm>
          <a:prstGeom prst="rect">
            <a:avLst/>
          </a:prstGeom>
        </p:spPr>
      </p:pic>
      <p:sp>
        <p:nvSpPr>
          <p:cNvPr id="6" name="Bildplatzhalter 7">
            <a:extLst>
              <a:ext uri="{FF2B5EF4-FFF2-40B4-BE49-F238E27FC236}">
                <a16:creationId xmlns:a16="http://schemas.microsoft.com/office/drawing/2014/main" id="{3830F3CF-492D-D1B7-3351-2C19BF15EEEF}"/>
              </a:ext>
            </a:extLst>
          </p:cNvPr>
          <p:cNvSpPr>
            <a:spLocks noGrp="1"/>
          </p:cNvSpPr>
          <p:nvPr>
            <p:ph type="pic" sz="quarter" idx="13" hasCustomPrompt="1"/>
          </p:nvPr>
        </p:nvSpPr>
        <p:spPr>
          <a:xfrm>
            <a:off x="-1" y="1347217"/>
            <a:ext cx="12192000" cy="5510784"/>
          </a:xfrm>
        </p:spPr>
        <p:txBody>
          <a:bodyPr anchor="t"/>
          <a:lstStyle>
            <a:lvl1pPr marL="0" indent="0" algn="ctr">
              <a:buNone/>
              <a:defRPr>
                <a:solidFill>
                  <a:schemeClr val="bg1"/>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de-DE" dirty="0"/>
              <a:t>Insert Image</a:t>
            </a:r>
          </a:p>
          <a:p>
            <a:endParaRPr lang="de-DE" dirty="0"/>
          </a:p>
        </p:txBody>
      </p:sp>
      <p:sp>
        <p:nvSpPr>
          <p:cNvPr id="4" name="Datumsplatzhalter 3">
            <a:extLst>
              <a:ext uri="{FF2B5EF4-FFF2-40B4-BE49-F238E27FC236}">
                <a16:creationId xmlns:a16="http://schemas.microsoft.com/office/drawing/2014/main" id="{B91E80EB-FBFC-5225-12B9-CAEE89480419}"/>
              </a:ext>
            </a:extLst>
          </p:cNvPr>
          <p:cNvSpPr>
            <a:spLocks noGrp="1"/>
          </p:cNvSpPr>
          <p:nvPr>
            <p:ph type="dt" sz="half" idx="10"/>
          </p:nvPr>
        </p:nvSpPr>
        <p:spPr>
          <a:xfrm>
            <a:off x="838200" y="6938044"/>
            <a:ext cx="2743200" cy="365125"/>
          </a:xfrm>
        </p:spPr>
        <p:txBody>
          <a:bodyPr/>
          <a:lstStyle/>
          <a:p>
            <a:fld id="{16DFC710-5FE1-44FE-A7DD-2F45DA75DDA3}" type="datetime1">
              <a:rPr lang="de-DE" smtClean="0"/>
              <a:t>23.05.2025</a:t>
            </a:fld>
            <a:endParaRPr lang="de-DE" dirty="0"/>
          </a:p>
        </p:txBody>
      </p:sp>
      <p:sp>
        <p:nvSpPr>
          <p:cNvPr id="5" name="Fußzeilenplatzhalter 4">
            <a:extLst>
              <a:ext uri="{FF2B5EF4-FFF2-40B4-BE49-F238E27FC236}">
                <a16:creationId xmlns:a16="http://schemas.microsoft.com/office/drawing/2014/main" id="{ECC7F932-768B-D8FC-E73A-74760F864D97}"/>
              </a:ext>
            </a:extLst>
          </p:cNvPr>
          <p:cNvSpPr>
            <a:spLocks noGrp="1"/>
          </p:cNvSpPr>
          <p:nvPr>
            <p:ph type="ftr" sz="quarter" idx="11"/>
          </p:nvPr>
        </p:nvSpPr>
        <p:spPr>
          <a:xfrm>
            <a:off x="4038600" y="6938044"/>
            <a:ext cx="4114800" cy="365125"/>
          </a:xfrm>
        </p:spPr>
        <p:txBody>
          <a:bodyPr/>
          <a:lstStyle/>
          <a:p>
            <a:r>
              <a:rPr lang="de-DE"/>
              <a:t>Test</a:t>
            </a:r>
          </a:p>
        </p:txBody>
      </p:sp>
      <p:sp>
        <p:nvSpPr>
          <p:cNvPr id="3" name="Titel 1">
            <a:extLst>
              <a:ext uri="{FF2B5EF4-FFF2-40B4-BE49-F238E27FC236}">
                <a16:creationId xmlns:a16="http://schemas.microsoft.com/office/drawing/2014/main" id="{E36D4650-5738-4B84-4D49-8E493E2EF5E6}"/>
              </a:ext>
            </a:extLst>
          </p:cNvPr>
          <p:cNvSpPr>
            <a:spLocks noGrp="1"/>
          </p:cNvSpPr>
          <p:nvPr>
            <p:ph type="ctrTitle" hasCustomPrompt="1"/>
          </p:nvPr>
        </p:nvSpPr>
        <p:spPr>
          <a:xfrm>
            <a:off x="839788" y="252000"/>
            <a:ext cx="10369232" cy="1080000"/>
          </a:xfrm>
        </p:spPr>
        <p:txBody>
          <a:bodyPr anchor="b">
            <a:normAutofit/>
          </a:bodyPr>
          <a:lstStyle>
            <a:lvl1pPr algn="l">
              <a:defRPr sz="3600"/>
            </a:lvl1pPr>
          </a:lstStyle>
          <a:p>
            <a:r>
              <a:rPr lang="de-DE" dirty="0"/>
              <a:t>Insert Headline</a:t>
            </a:r>
          </a:p>
        </p:txBody>
      </p:sp>
      <p:sp>
        <p:nvSpPr>
          <p:cNvPr id="2" name="Foliennummernplatzhalter 5">
            <a:extLst>
              <a:ext uri="{FF2B5EF4-FFF2-40B4-BE49-F238E27FC236}">
                <a16:creationId xmlns:a16="http://schemas.microsoft.com/office/drawing/2014/main" id="{8F918A38-78D3-6D27-7FBE-841003EDDB98}"/>
              </a:ext>
            </a:extLst>
          </p:cNvPr>
          <p:cNvSpPr>
            <a:spLocks noGrp="1"/>
          </p:cNvSpPr>
          <p:nvPr>
            <p:ph type="sldNum" sz="quarter" idx="12"/>
          </p:nvPr>
        </p:nvSpPr>
        <p:spPr>
          <a:xfrm>
            <a:off x="12252511" y="6427694"/>
            <a:ext cx="461684" cy="365125"/>
          </a:xfrm>
        </p:spPr>
        <p:txBody>
          <a:bodyPr/>
          <a:lstStyle/>
          <a:p>
            <a:fld id="{D21C33D4-00A5-43D5-B722-D2F2FA4CCA11}" type="slidenum">
              <a:rPr lang="de-DE" smtClean="0"/>
              <a:t>‹Nr.›</a:t>
            </a:fld>
            <a:endParaRPr lang="de-DE"/>
          </a:p>
        </p:txBody>
      </p:sp>
      <p:pic>
        <p:nvPicPr>
          <p:cNvPr id="8" name="Grafik 7">
            <a:extLst>
              <a:ext uri="{FF2B5EF4-FFF2-40B4-BE49-F238E27FC236}">
                <a16:creationId xmlns:a16="http://schemas.microsoft.com/office/drawing/2014/main" id="{FA50AE5F-3617-E9F9-EFDA-F42DC744345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1592000" y="36000"/>
            <a:ext cx="556320" cy="556320"/>
          </a:xfrm>
          <a:prstGeom prst="rect">
            <a:avLst/>
          </a:prstGeom>
        </p:spPr>
      </p:pic>
      <p:sp>
        <p:nvSpPr>
          <p:cNvPr id="9" name="Abgerundetes Rechteck 8">
            <a:extLst>
              <a:ext uri="{FF2B5EF4-FFF2-40B4-BE49-F238E27FC236}">
                <a16:creationId xmlns:a16="http://schemas.microsoft.com/office/drawing/2014/main" id="{BF0936A8-D9A9-E812-35B7-998E1D80410C}"/>
              </a:ext>
            </a:extLst>
          </p:cNvPr>
          <p:cNvSpPr/>
          <p:nvPr userDrawn="1"/>
        </p:nvSpPr>
        <p:spPr>
          <a:xfrm>
            <a:off x="1769422" y="6632736"/>
            <a:ext cx="944090" cy="449253"/>
          </a:xfrm>
          <a:prstGeom prst="round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0" name="Fußzeilenplatzhalter 4">
            <a:extLst>
              <a:ext uri="{FF2B5EF4-FFF2-40B4-BE49-F238E27FC236}">
                <a16:creationId xmlns:a16="http://schemas.microsoft.com/office/drawing/2014/main" id="{78D7134D-CACF-021B-4272-06E6A9F8410C}"/>
              </a:ext>
            </a:extLst>
          </p:cNvPr>
          <p:cNvSpPr txBox="1">
            <a:spLocks/>
          </p:cNvSpPr>
          <p:nvPr userDrawn="1"/>
        </p:nvSpPr>
        <p:spPr>
          <a:xfrm>
            <a:off x="1733796" y="6597895"/>
            <a:ext cx="1015342" cy="270705"/>
          </a:xfrm>
          <a:prstGeom prst="rect">
            <a:avLst/>
          </a:prstGeom>
        </p:spPr>
        <p:txBody>
          <a:bodyPr vert="horz" lIns="91440" tIns="45720" rIns="91440" bIns="45720" rtlCol="0" anchor="ctr"/>
          <a:lstStyle>
            <a:defPPr>
              <a:defRPr lang="de-DE"/>
            </a:defPPr>
            <a:lvl1pPr marL="0" algn="ct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sz="700" dirty="0" err="1"/>
              <a:t>strictly</a:t>
            </a:r>
            <a:r>
              <a:rPr lang="de-DE" sz="700" dirty="0"/>
              <a:t> </a:t>
            </a:r>
            <a:r>
              <a:rPr lang="de-DE" sz="700" dirty="0" err="1"/>
              <a:t>confidential</a:t>
            </a:r>
            <a:endParaRPr lang="de-DE" sz="700" dirty="0"/>
          </a:p>
        </p:txBody>
      </p:sp>
    </p:spTree>
    <p:extLst>
      <p:ext uri="{BB962C8B-B14F-4D97-AF65-F5344CB8AC3E}">
        <p14:creationId xmlns:p14="http://schemas.microsoft.com/office/powerpoint/2010/main" val="22765499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C58DF296-B45D-C95B-EA94-A861564EE5AE}"/>
              </a:ext>
            </a:extLst>
          </p:cNvPr>
          <p:cNvPicPr>
            <a:picLocks noChangeAspect="1"/>
          </p:cNvPicPr>
          <p:nvPr userDrawn="1"/>
        </p:nvPicPr>
        <p:blipFill>
          <a:blip r:embed="rId2">
            <a:extLst>
              <a:ext uri="{28A0092B-C50C-407E-A947-70E740481C1C}">
                <a14:useLocalDpi xmlns:a14="http://schemas.microsoft.com/office/drawing/2010/main"/>
              </a:ext>
            </a:extLst>
          </a:blip>
          <a:srcRect t="21875" b="21875"/>
          <a:stretch/>
        </p:blipFill>
        <p:spPr>
          <a:xfrm>
            <a:off x="-1" y="0"/>
            <a:ext cx="12191999" cy="6858000"/>
          </a:xfrm>
          <a:prstGeom prst="rect">
            <a:avLst/>
          </a:prstGeom>
        </p:spPr>
      </p:pic>
      <p:sp>
        <p:nvSpPr>
          <p:cNvPr id="4" name="Datumsplatzhalter 3">
            <a:extLst>
              <a:ext uri="{FF2B5EF4-FFF2-40B4-BE49-F238E27FC236}">
                <a16:creationId xmlns:a16="http://schemas.microsoft.com/office/drawing/2014/main" id="{B91E80EB-FBFC-5225-12B9-CAEE89480419}"/>
              </a:ext>
            </a:extLst>
          </p:cNvPr>
          <p:cNvSpPr>
            <a:spLocks noGrp="1"/>
          </p:cNvSpPr>
          <p:nvPr>
            <p:ph type="dt" sz="half" idx="10"/>
          </p:nvPr>
        </p:nvSpPr>
        <p:spPr>
          <a:xfrm>
            <a:off x="838200" y="6966267"/>
            <a:ext cx="2743200" cy="365125"/>
          </a:xfrm>
        </p:spPr>
        <p:txBody>
          <a:bodyPr/>
          <a:lstStyle/>
          <a:p>
            <a:fld id="{A55932BC-E664-47EB-9D34-46C4359534B9}" type="datetime1">
              <a:rPr lang="de-DE" smtClean="0"/>
              <a:t>23.05.2025</a:t>
            </a:fld>
            <a:endParaRPr lang="de-DE" dirty="0"/>
          </a:p>
        </p:txBody>
      </p:sp>
      <p:sp>
        <p:nvSpPr>
          <p:cNvPr id="5" name="Fußzeilenplatzhalter 4">
            <a:extLst>
              <a:ext uri="{FF2B5EF4-FFF2-40B4-BE49-F238E27FC236}">
                <a16:creationId xmlns:a16="http://schemas.microsoft.com/office/drawing/2014/main" id="{ECC7F932-768B-D8FC-E73A-74760F864D97}"/>
              </a:ext>
            </a:extLst>
          </p:cNvPr>
          <p:cNvSpPr>
            <a:spLocks noGrp="1"/>
          </p:cNvSpPr>
          <p:nvPr>
            <p:ph type="ftr" sz="quarter" idx="11"/>
          </p:nvPr>
        </p:nvSpPr>
        <p:spPr>
          <a:xfrm>
            <a:off x="4038600" y="6966267"/>
            <a:ext cx="4114800" cy="365125"/>
          </a:xfrm>
        </p:spPr>
        <p:txBody>
          <a:bodyPr/>
          <a:lstStyle/>
          <a:p>
            <a:r>
              <a:rPr lang="de-DE"/>
              <a:t>Test</a:t>
            </a:r>
          </a:p>
        </p:txBody>
      </p:sp>
      <p:sp>
        <p:nvSpPr>
          <p:cNvPr id="8" name="Foliennummernplatzhalter 5">
            <a:extLst>
              <a:ext uri="{FF2B5EF4-FFF2-40B4-BE49-F238E27FC236}">
                <a16:creationId xmlns:a16="http://schemas.microsoft.com/office/drawing/2014/main" id="{3FFBED73-F66F-52B0-C456-584B4424C1BF}"/>
              </a:ext>
            </a:extLst>
          </p:cNvPr>
          <p:cNvSpPr>
            <a:spLocks noGrp="1"/>
          </p:cNvSpPr>
          <p:nvPr>
            <p:ph type="sldNum" sz="quarter" idx="12"/>
          </p:nvPr>
        </p:nvSpPr>
        <p:spPr>
          <a:xfrm>
            <a:off x="12252511" y="6427694"/>
            <a:ext cx="461684" cy="365125"/>
          </a:xfrm>
        </p:spPr>
        <p:txBody>
          <a:bodyPr/>
          <a:lstStyle/>
          <a:p>
            <a:fld id="{D21C33D4-00A5-43D5-B722-D2F2FA4CCA11}" type="slidenum">
              <a:rPr lang="de-DE" smtClean="0"/>
              <a:t>‹Nr.›</a:t>
            </a:fld>
            <a:endParaRPr lang="de-DE"/>
          </a:p>
        </p:txBody>
      </p:sp>
      <p:sp>
        <p:nvSpPr>
          <p:cNvPr id="6" name="Inhaltsplatzhalter 2">
            <a:extLst>
              <a:ext uri="{FF2B5EF4-FFF2-40B4-BE49-F238E27FC236}">
                <a16:creationId xmlns:a16="http://schemas.microsoft.com/office/drawing/2014/main" id="{DEC940FC-AF76-F63F-6568-1B7243441E76}"/>
              </a:ext>
            </a:extLst>
          </p:cNvPr>
          <p:cNvSpPr>
            <a:spLocks noGrp="1"/>
          </p:cNvSpPr>
          <p:nvPr>
            <p:ph idx="1" hasCustomPrompt="1"/>
          </p:nvPr>
        </p:nvSpPr>
        <p:spPr>
          <a:xfrm>
            <a:off x="838200" y="1542476"/>
            <a:ext cx="10515600" cy="4634487"/>
          </a:xfrm>
        </p:spPr>
        <p:txBody>
          <a:bodyPr/>
          <a:lstStyle/>
          <a:p>
            <a:pPr lvl="0"/>
            <a:r>
              <a:rPr lang="de-DE" dirty="0"/>
              <a:t>First Level</a:t>
            </a:r>
          </a:p>
          <a:p>
            <a:pPr lvl="1"/>
            <a:r>
              <a:rPr lang="de-DE" dirty="0"/>
              <a:t>Second Level</a:t>
            </a:r>
          </a:p>
          <a:p>
            <a:pPr lvl="2"/>
            <a:r>
              <a:rPr lang="de-DE" dirty="0"/>
              <a:t>Third Level</a:t>
            </a:r>
          </a:p>
          <a:p>
            <a:pPr lvl="3"/>
            <a:r>
              <a:rPr lang="de-DE" dirty="0" err="1"/>
              <a:t>Fourth</a:t>
            </a:r>
            <a:r>
              <a:rPr lang="de-DE" dirty="0"/>
              <a:t> Level</a:t>
            </a:r>
          </a:p>
          <a:p>
            <a:pPr lvl="4"/>
            <a:r>
              <a:rPr lang="de-DE" dirty="0" err="1"/>
              <a:t>Fifth</a:t>
            </a:r>
            <a:r>
              <a:rPr lang="de-DE" dirty="0"/>
              <a:t> Level</a:t>
            </a:r>
          </a:p>
        </p:txBody>
      </p:sp>
      <p:cxnSp>
        <p:nvCxnSpPr>
          <p:cNvPr id="10" name="Gerader Verbinder 9">
            <a:extLst>
              <a:ext uri="{FF2B5EF4-FFF2-40B4-BE49-F238E27FC236}">
                <a16:creationId xmlns:a16="http://schemas.microsoft.com/office/drawing/2014/main" id="{095BA545-C215-C312-5DE5-E1131F151E3A}"/>
              </a:ext>
            </a:extLst>
          </p:cNvPr>
          <p:cNvCxnSpPr/>
          <p:nvPr userDrawn="1"/>
        </p:nvCxnSpPr>
        <p:spPr>
          <a:xfrm>
            <a:off x="839788" y="1345940"/>
            <a:ext cx="10514012" cy="0"/>
          </a:xfrm>
          <a:prstGeom prst="line">
            <a:avLst/>
          </a:prstGeom>
          <a:ln w="3175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1" name="Titel 1">
            <a:extLst>
              <a:ext uri="{FF2B5EF4-FFF2-40B4-BE49-F238E27FC236}">
                <a16:creationId xmlns:a16="http://schemas.microsoft.com/office/drawing/2014/main" id="{9DF018B7-7EC4-3409-455A-DAE251968B38}"/>
              </a:ext>
            </a:extLst>
          </p:cNvPr>
          <p:cNvSpPr>
            <a:spLocks noGrp="1"/>
          </p:cNvSpPr>
          <p:nvPr>
            <p:ph type="ctrTitle" hasCustomPrompt="1"/>
          </p:nvPr>
        </p:nvSpPr>
        <p:spPr>
          <a:xfrm>
            <a:off x="839788" y="252000"/>
            <a:ext cx="10369232" cy="1080000"/>
          </a:xfrm>
        </p:spPr>
        <p:txBody>
          <a:bodyPr anchor="b">
            <a:normAutofit/>
          </a:bodyPr>
          <a:lstStyle>
            <a:lvl1pPr algn="l">
              <a:defRPr sz="3600"/>
            </a:lvl1pPr>
          </a:lstStyle>
          <a:p>
            <a:r>
              <a:rPr lang="de-DE" dirty="0"/>
              <a:t>Insert Headline</a:t>
            </a:r>
          </a:p>
        </p:txBody>
      </p:sp>
      <p:pic>
        <p:nvPicPr>
          <p:cNvPr id="12" name="Grafik 11">
            <a:extLst>
              <a:ext uri="{FF2B5EF4-FFF2-40B4-BE49-F238E27FC236}">
                <a16:creationId xmlns:a16="http://schemas.microsoft.com/office/drawing/2014/main" id="{B290D718-0104-5B77-02F7-54C7247F3662}"/>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1592000" y="36000"/>
            <a:ext cx="556320" cy="556320"/>
          </a:xfrm>
          <a:prstGeom prst="rect">
            <a:avLst/>
          </a:prstGeom>
        </p:spPr>
      </p:pic>
      <p:sp>
        <p:nvSpPr>
          <p:cNvPr id="2" name="Abgerundetes Rechteck 1">
            <a:extLst>
              <a:ext uri="{FF2B5EF4-FFF2-40B4-BE49-F238E27FC236}">
                <a16:creationId xmlns:a16="http://schemas.microsoft.com/office/drawing/2014/main" id="{2CE7205C-1CA7-112B-4419-1E55504E4E75}"/>
              </a:ext>
            </a:extLst>
          </p:cNvPr>
          <p:cNvSpPr/>
          <p:nvPr userDrawn="1"/>
        </p:nvSpPr>
        <p:spPr>
          <a:xfrm>
            <a:off x="362191" y="6632736"/>
            <a:ext cx="944090" cy="449253"/>
          </a:xfrm>
          <a:prstGeom prst="round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3" name="Fußzeilenplatzhalter 4">
            <a:extLst>
              <a:ext uri="{FF2B5EF4-FFF2-40B4-BE49-F238E27FC236}">
                <a16:creationId xmlns:a16="http://schemas.microsoft.com/office/drawing/2014/main" id="{08D5864F-686A-7DCD-2832-835A9206269A}"/>
              </a:ext>
            </a:extLst>
          </p:cNvPr>
          <p:cNvSpPr txBox="1">
            <a:spLocks/>
          </p:cNvSpPr>
          <p:nvPr userDrawn="1"/>
        </p:nvSpPr>
        <p:spPr>
          <a:xfrm>
            <a:off x="302810" y="6597895"/>
            <a:ext cx="1062852" cy="270705"/>
          </a:xfrm>
          <a:prstGeom prst="rect">
            <a:avLst/>
          </a:prstGeom>
        </p:spPr>
        <p:txBody>
          <a:bodyPr vert="horz" lIns="91440" tIns="45720" rIns="91440" bIns="45720" rtlCol="0" anchor="ctr"/>
          <a:lstStyle>
            <a:defPPr>
              <a:defRPr lang="de-DE"/>
            </a:defPPr>
            <a:lvl1pPr marL="0" algn="ct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sz="700" dirty="0" err="1"/>
              <a:t>strictly</a:t>
            </a:r>
            <a:r>
              <a:rPr lang="de-DE" sz="700" dirty="0"/>
              <a:t> </a:t>
            </a:r>
            <a:r>
              <a:rPr lang="de-DE" sz="700" dirty="0" err="1"/>
              <a:t>confidential</a:t>
            </a:r>
            <a:endParaRPr lang="de-DE" sz="700" dirty="0"/>
          </a:p>
        </p:txBody>
      </p:sp>
    </p:spTree>
    <p:extLst>
      <p:ext uri="{BB962C8B-B14F-4D97-AF65-F5344CB8AC3E}">
        <p14:creationId xmlns:p14="http://schemas.microsoft.com/office/powerpoint/2010/main" val="1385517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ree Content">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2EE2C7B8-3C2F-EACB-C6C2-D376857A0A05}"/>
              </a:ext>
            </a:extLst>
          </p:cNvPr>
          <p:cNvSpPr>
            <a:spLocks noGrp="1"/>
          </p:cNvSpPr>
          <p:nvPr>
            <p:ph idx="1" hasCustomPrompt="1"/>
          </p:nvPr>
        </p:nvSpPr>
        <p:spPr>
          <a:xfrm>
            <a:off x="838200" y="1542476"/>
            <a:ext cx="10515600" cy="4634487"/>
          </a:xfrm>
        </p:spPr>
        <p:txBody>
          <a:bodyPr/>
          <a:lstStyle/>
          <a:p>
            <a:pPr lvl="0"/>
            <a:r>
              <a:rPr lang="de-DE" dirty="0"/>
              <a:t>First Level</a:t>
            </a:r>
          </a:p>
          <a:p>
            <a:pPr lvl="1"/>
            <a:r>
              <a:rPr lang="de-DE" dirty="0"/>
              <a:t>Second Level</a:t>
            </a:r>
          </a:p>
          <a:p>
            <a:pPr lvl="2"/>
            <a:r>
              <a:rPr lang="de-DE" dirty="0"/>
              <a:t>Third Level</a:t>
            </a:r>
          </a:p>
          <a:p>
            <a:pPr lvl="3"/>
            <a:r>
              <a:rPr lang="de-DE" dirty="0" err="1"/>
              <a:t>Fourth</a:t>
            </a:r>
            <a:r>
              <a:rPr lang="de-DE" dirty="0"/>
              <a:t> Level</a:t>
            </a:r>
          </a:p>
          <a:p>
            <a:pPr lvl="4"/>
            <a:r>
              <a:rPr lang="de-DE" dirty="0" err="1"/>
              <a:t>Fifth</a:t>
            </a:r>
            <a:r>
              <a:rPr lang="de-DE" dirty="0"/>
              <a:t> Level</a:t>
            </a:r>
          </a:p>
        </p:txBody>
      </p:sp>
      <p:cxnSp>
        <p:nvCxnSpPr>
          <p:cNvPr id="7" name="Gerader Verbinder 6">
            <a:extLst>
              <a:ext uri="{FF2B5EF4-FFF2-40B4-BE49-F238E27FC236}">
                <a16:creationId xmlns:a16="http://schemas.microsoft.com/office/drawing/2014/main" id="{2E98B876-2573-8581-8146-1A228D090B0C}"/>
              </a:ext>
            </a:extLst>
          </p:cNvPr>
          <p:cNvCxnSpPr/>
          <p:nvPr userDrawn="1"/>
        </p:nvCxnSpPr>
        <p:spPr>
          <a:xfrm>
            <a:off x="839788" y="1345940"/>
            <a:ext cx="10514012" cy="0"/>
          </a:xfrm>
          <a:prstGeom prst="line">
            <a:avLst/>
          </a:prstGeom>
          <a:ln w="3175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 name="Datumsplatzhalter 1">
            <a:extLst>
              <a:ext uri="{FF2B5EF4-FFF2-40B4-BE49-F238E27FC236}">
                <a16:creationId xmlns:a16="http://schemas.microsoft.com/office/drawing/2014/main" id="{C7919181-C004-B989-0905-5C74A5299946}"/>
              </a:ext>
            </a:extLst>
          </p:cNvPr>
          <p:cNvSpPr>
            <a:spLocks noGrp="1"/>
          </p:cNvSpPr>
          <p:nvPr>
            <p:ph type="dt" sz="half" idx="10"/>
          </p:nvPr>
        </p:nvSpPr>
        <p:spPr/>
        <p:txBody>
          <a:bodyPr/>
          <a:lstStyle/>
          <a:p>
            <a:fld id="{41CDFC68-4E2B-4F4F-81C1-3B0B890015E2}" type="datetime1">
              <a:rPr lang="de-DE" smtClean="0"/>
              <a:t>23.05.2025</a:t>
            </a:fld>
            <a:endParaRPr lang="de-DE" dirty="0"/>
          </a:p>
        </p:txBody>
      </p:sp>
      <p:sp>
        <p:nvSpPr>
          <p:cNvPr id="9" name="Fußzeilenplatzhalter 8">
            <a:extLst>
              <a:ext uri="{FF2B5EF4-FFF2-40B4-BE49-F238E27FC236}">
                <a16:creationId xmlns:a16="http://schemas.microsoft.com/office/drawing/2014/main" id="{CA814208-56EF-48A2-237F-3487C700A03A}"/>
              </a:ext>
            </a:extLst>
          </p:cNvPr>
          <p:cNvSpPr>
            <a:spLocks noGrp="1"/>
          </p:cNvSpPr>
          <p:nvPr>
            <p:ph type="ftr" sz="quarter" idx="11"/>
          </p:nvPr>
        </p:nvSpPr>
        <p:spPr/>
        <p:txBody>
          <a:bodyPr/>
          <a:lstStyle/>
          <a:p>
            <a:r>
              <a:rPr lang="de-DE"/>
              <a:t>Test</a:t>
            </a:r>
          </a:p>
        </p:txBody>
      </p:sp>
      <p:sp>
        <p:nvSpPr>
          <p:cNvPr id="10" name="Foliennummernplatzhalter 9">
            <a:extLst>
              <a:ext uri="{FF2B5EF4-FFF2-40B4-BE49-F238E27FC236}">
                <a16:creationId xmlns:a16="http://schemas.microsoft.com/office/drawing/2014/main" id="{4036735E-DAA7-E070-89FC-684DB90C306F}"/>
              </a:ext>
            </a:extLst>
          </p:cNvPr>
          <p:cNvSpPr>
            <a:spLocks noGrp="1"/>
          </p:cNvSpPr>
          <p:nvPr>
            <p:ph type="sldNum" sz="quarter" idx="12"/>
          </p:nvPr>
        </p:nvSpPr>
        <p:spPr/>
        <p:txBody>
          <a:bodyPr/>
          <a:lstStyle>
            <a:lvl1pPr>
              <a:defRPr sz="900"/>
            </a:lvl1pPr>
          </a:lstStyle>
          <a:p>
            <a:fld id="{D21C33D4-00A5-43D5-B722-D2F2FA4CCA11}" type="slidenum">
              <a:rPr lang="de-DE" smtClean="0"/>
              <a:pPr/>
              <a:t>‹Nr.›</a:t>
            </a:fld>
            <a:r>
              <a:rPr lang="de-DE"/>
              <a:t> </a:t>
            </a:r>
            <a:endParaRPr lang="de-DE" dirty="0"/>
          </a:p>
        </p:txBody>
      </p:sp>
      <p:sp>
        <p:nvSpPr>
          <p:cNvPr id="4" name="Titel 1">
            <a:extLst>
              <a:ext uri="{FF2B5EF4-FFF2-40B4-BE49-F238E27FC236}">
                <a16:creationId xmlns:a16="http://schemas.microsoft.com/office/drawing/2014/main" id="{9E98D3E7-7E61-52F6-D5C3-52E5E8C39D5A}"/>
              </a:ext>
            </a:extLst>
          </p:cNvPr>
          <p:cNvSpPr>
            <a:spLocks noGrp="1"/>
          </p:cNvSpPr>
          <p:nvPr>
            <p:ph type="ctrTitle" hasCustomPrompt="1"/>
          </p:nvPr>
        </p:nvSpPr>
        <p:spPr>
          <a:xfrm>
            <a:off x="839788" y="251999"/>
            <a:ext cx="10369232" cy="1080000"/>
          </a:xfrm>
        </p:spPr>
        <p:txBody>
          <a:bodyPr anchor="b">
            <a:normAutofit/>
          </a:bodyPr>
          <a:lstStyle>
            <a:lvl1pPr algn="l">
              <a:defRPr sz="3600"/>
            </a:lvl1pPr>
          </a:lstStyle>
          <a:p>
            <a:r>
              <a:rPr lang="de-DE" dirty="0"/>
              <a:t>Insert Headline</a:t>
            </a:r>
          </a:p>
        </p:txBody>
      </p:sp>
      <p:pic>
        <p:nvPicPr>
          <p:cNvPr id="5" name="Grafik 4">
            <a:extLst>
              <a:ext uri="{FF2B5EF4-FFF2-40B4-BE49-F238E27FC236}">
                <a16:creationId xmlns:a16="http://schemas.microsoft.com/office/drawing/2014/main" id="{441673E2-C962-6873-3EF8-5EA354991FC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592000" y="36000"/>
            <a:ext cx="556320" cy="556320"/>
          </a:xfrm>
          <a:prstGeom prst="rect">
            <a:avLst/>
          </a:prstGeom>
        </p:spPr>
      </p:pic>
      <p:sp>
        <p:nvSpPr>
          <p:cNvPr id="6" name="Abgerundetes Rechteck 5">
            <a:extLst>
              <a:ext uri="{FF2B5EF4-FFF2-40B4-BE49-F238E27FC236}">
                <a16:creationId xmlns:a16="http://schemas.microsoft.com/office/drawing/2014/main" id="{5FF1273D-C974-9A7F-540F-0DA9A97EA717}"/>
              </a:ext>
            </a:extLst>
          </p:cNvPr>
          <p:cNvSpPr/>
          <p:nvPr userDrawn="1"/>
        </p:nvSpPr>
        <p:spPr>
          <a:xfrm>
            <a:off x="362191" y="6632736"/>
            <a:ext cx="944090" cy="449253"/>
          </a:xfrm>
          <a:prstGeom prst="round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8" name="Fußzeilenplatzhalter 4">
            <a:extLst>
              <a:ext uri="{FF2B5EF4-FFF2-40B4-BE49-F238E27FC236}">
                <a16:creationId xmlns:a16="http://schemas.microsoft.com/office/drawing/2014/main" id="{E02AEC64-3C6D-2747-BB80-6023DFCD1949}"/>
              </a:ext>
            </a:extLst>
          </p:cNvPr>
          <p:cNvSpPr txBox="1">
            <a:spLocks/>
          </p:cNvSpPr>
          <p:nvPr userDrawn="1"/>
        </p:nvSpPr>
        <p:spPr>
          <a:xfrm>
            <a:off x="302810" y="6597895"/>
            <a:ext cx="1062852" cy="270705"/>
          </a:xfrm>
          <a:prstGeom prst="rect">
            <a:avLst/>
          </a:prstGeom>
        </p:spPr>
        <p:txBody>
          <a:bodyPr vert="horz" lIns="91440" tIns="45720" rIns="91440" bIns="45720" rtlCol="0" anchor="ctr"/>
          <a:lstStyle>
            <a:defPPr>
              <a:defRPr lang="de-DE"/>
            </a:defPPr>
            <a:lvl1pPr marL="0" algn="ct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sz="700" dirty="0" err="1"/>
              <a:t>strictly</a:t>
            </a:r>
            <a:r>
              <a:rPr lang="de-DE" sz="700" dirty="0"/>
              <a:t> </a:t>
            </a:r>
            <a:r>
              <a:rPr lang="de-DE" sz="700" dirty="0" err="1"/>
              <a:t>confidential</a:t>
            </a:r>
            <a:endParaRPr lang="de-DE" sz="700" dirty="0"/>
          </a:p>
        </p:txBody>
      </p:sp>
    </p:spTree>
    <p:extLst>
      <p:ext uri="{BB962C8B-B14F-4D97-AF65-F5344CB8AC3E}">
        <p14:creationId xmlns:p14="http://schemas.microsoft.com/office/powerpoint/2010/main" val="15609790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letely empty">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C7919181-C004-B989-0905-5C74A5299946}"/>
              </a:ext>
            </a:extLst>
          </p:cNvPr>
          <p:cNvSpPr>
            <a:spLocks noGrp="1"/>
          </p:cNvSpPr>
          <p:nvPr>
            <p:ph type="dt" sz="half" idx="10"/>
          </p:nvPr>
        </p:nvSpPr>
        <p:spPr/>
        <p:txBody>
          <a:bodyPr/>
          <a:lstStyle/>
          <a:p>
            <a:fld id="{41CDFC68-4E2B-4F4F-81C1-3B0B890015E2}" type="datetime1">
              <a:rPr lang="de-DE" smtClean="0"/>
              <a:t>23.05.2025</a:t>
            </a:fld>
            <a:endParaRPr lang="de-DE" dirty="0"/>
          </a:p>
        </p:txBody>
      </p:sp>
      <p:sp>
        <p:nvSpPr>
          <p:cNvPr id="9" name="Fußzeilenplatzhalter 8">
            <a:extLst>
              <a:ext uri="{FF2B5EF4-FFF2-40B4-BE49-F238E27FC236}">
                <a16:creationId xmlns:a16="http://schemas.microsoft.com/office/drawing/2014/main" id="{CA814208-56EF-48A2-237F-3487C700A03A}"/>
              </a:ext>
            </a:extLst>
          </p:cNvPr>
          <p:cNvSpPr>
            <a:spLocks noGrp="1"/>
          </p:cNvSpPr>
          <p:nvPr>
            <p:ph type="ftr" sz="quarter" idx="11"/>
          </p:nvPr>
        </p:nvSpPr>
        <p:spPr/>
        <p:txBody>
          <a:bodyPr/>
          <a:lstStyle/>
          <a:p>
            <a:r>
              <a:rPr lang="de-DE"/>
              <a:t>Test</a:t>
            </a:r>
          </a:p>
        </p:txBody>
      </p:sp>
      <p:sp>
        <p:nvSpPr>
          <p:cNvPr id="10" name="Foliennummernplatzhalter 9">
            <a:extLst>
              <a:ext uri="{FF2B5EF4-FFF2-40B4-BE49-F238E27FC236}">
                <a16:creationId xmlns:a16="http://schemas.microsoft.com/office/drawing/2014/main" id="{4036735E-DAA7-E070-89FC-684DB90C306F}"/>
              </a:ext>
            </a:extLst>
          </p:cNvPr>
          <p:cNvSpPr>
            <a:spLocks noGrp="1"/>
          </p:cNvSpPr>
          <p:nvPr>
            <p:ph type="sldNum" sz="quarter" idx="12"/>
          </p:nvPr>
        </p:nvSpPr>
        <p:spPr/>
        <p:txBody>
          <a:bodyPr/>
          <a:lstStyle>
            <a:lvl1pPr>
              <a:defRPr sz="900"/>
            </a:lvl1pPr>
          </a:lstStyle>
          <a:p>
            <a:fld id="{D21C33D4-00A5-43D5-B722-D2F2FA4CCA11}" type="slidenum">
              <a:rPr lang="de-DE" smtClean="0"/>
              <a:pPr/>
              <a:t>‹Nr.›</a:t>
            </a:fld>
            <a:r>
              <a:rPr lang="de-DE"/>
              <a:t> </a:t>
            </a:r>
            <a:endParaRPr lang="de-DE" dirty="0"/>
          </a:p>
        </p:txBody>
      </p:sp>
      <p:pic>
        <p:nvPicPr>
          <p:cNvPr id="3" name="Grafik 2">
            <a:extLst>
              <a:ext uri="{FF2B5EF4-FFF2-40B4-BE49-F238E27FC236}">
                <a16:creationId xmlns:a16="http://schemas.microsoft.com/office/drawing/2014/main" id="{3877B75A-B36E-72F4-E964-FA89F46E41F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592000" y="36000"/>
            <a:ext cx="556320" cy="556320"/>
          </a:xfrm>
          <a:prstGeom prst="rect">
            <a:avLst/>
          </a:prstGeom>
        </p:spPr>
      </p:pic>
      <p:sp>
        <p:nvSpPr>
          <p:cNvPr id="4" name="Abgerundetes Rechteck 3">
            <a:extLst>
              <a:ext uri="{FF2B5EF4-FFF2-40B4-BE49-F238E27FC236}">
                <a16:creationId xmlns:a16="http://schemas.microsoft.com/office/drawing/2014/main" id="{A2BAC694-AE70-83CA-A437-498588A686CD}"/>
              </a:ext>
            </a:extLst>
          </p:cNvPr>
          <p:cNvSpPr/>
          <p:nvPr userDrawn="1"/>
        </p:nvSpPr>
        <p:spPr>
          <a:xfrm>
            <a:off x="362191" y="6632736"/>
            <a:ext cx="944090" cy="449253"/>
          </a:xfrm>
          <a:prstGeom prst="round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5" name="Fußzeilenplatzhalter 4">
            <a:extLst>
              <a:ext uri="{FF2B5EF4-FFF2-40B4-BE49-F238E27FC236}">
                <a16:creationId xmlns:a16="http://schemas.microsoft.com/office/drawing/2014/main" id="{9CF89F1E-139B-2CAC-E154-C07A3A4F98F9}"/>
              </a:ext>
            </a:extLst>
          </p:cNvPr>
          <p:cNvSpPr txBox="1">
            <a:spLocks/>
          </p:cNvSpPr>
          <p:nvPr userDrawn="1"/>
        </p:nvSpPr>
        <p:spPr>
          <a:xfrm>
            <a:off x="302810" y="6597895"/>
            <a:ext cx="1062852" cy="270705"/>
          </a:xfrm>
          <a:prstGeom prst="rect">
            <a:avLst/>
          </a:prstGeom>
        </p:spPr>
        <p:txBody>
          <a:bodyPr vert="horz" lIns="91440" tIns="45720" rIns="91440" bIns="45720" rtlCol="0" anchor="ctr"/>
          <a:lstStyle>
            <a:defPPr>
              <a:defRPr lang="de-DE"/>
            </a:defPPr>
            <a:lvl1pPr marL="0" algn="ct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sz="700" dirty="0" err="1"/>
              <a:t>strictly</a:t>
            </a:r>
            <a:r>
              <a:rPr lang="de-DE" sz="700" dirty="0"/>
              <a:t> </a:t>
            </a:r>
            <a:r>
              <a:rPr lang="de-DE" sz="700" dirty="0" err="1"/>
              <a:t>confidential</a:t>
            </a:r>
            <a:endParaRPr lang="de-DE" sz="700" dirty="0"/>
          </a:p>
        </p:txBody>
      </p:sp>
    </p:spTree>
    <p:extLst>
      <p:ext uri="{BB962C8B-B14F-4D97-AF65-F5344CB8AC3E}">
        <p14:creationId xmlns:p14="http://schemas.microsoft.com/office/powerpoint/2010/main" val="9977764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 Icon (right)">
    <p:spTree>
      <p:nvGrpSpPr>
        <p:cNvPr id="1" name=""/>
        <p:cNvGrpSpPr/>
        <p:nvPr/>
      </p:nvGrpSpPr>
      <p:grpSpPr>
        <a:xfrm>
          <a:off x="0" y="0"/>
          <a:ext cx="0" cy="0"/>
          <a:chOff x="0" y="0"/>
          <a:chExt cx="0" cy="0"/>
        </a:xfrm>
      </p:grpSpPr>
      <p:pic>
        <p:nvPicPr>
          <p:cNvPr id="9" name="Grafik 8" descr="Ein Bild, das blau enthält.&#10;&#10;Automatisch generierte Beschreibung">
            <a:extLst>
              <a:ext uri="{FF2B5EF4-FFF2-40B4-BE49-F238E27FC236}">
                <a16:creationId xmlns:a16="http://schemas.microsoft.com/office/drawing/2014/main" id="{FBD5D44D-8CCC-BACF-78A5-DF64542C0D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3986" r="37236"/>
          <a:stretch/>
        </p:blipFill>
        <p:spPr>
          <a:xfrm>
            <a:off x="7731761" y="0"/>
            <a:ext cx="4460239" cy="6858000"/>
          </a:xfrm>
          <a:prstGeom prst="rect">
            <a:avLst/>
          </a:prstGeom>
        </p:spPr>
      </p:pic>
      <p:sp>
        <p:nvSpPr>
          <p:cNvPr id="10" name="Bildplatzhalter 9">
            <a:extLst>
              <a:ext uri="{FF2B5EF4-FFF2-40B4-BE49-F238E27FC236}">
                <a16:creationId xmlns:a16="http://schemas.microsoft.com/office/drawing/2014/main" id="{F3C54727-0A9F-EF3B-585F-C7F49992BAA9}"/>
              </a:ext>
            </a:extLst>
          </p:cNvPr>
          <p:cNvSpPr>
            <a:spLocks noGrp="1"/>
          </p:cNvSpPr>
          <p:nvPr>
            <p:ph type="pic" sz="quarter" idx="13" hasCustomPrompt="1"/>
          </p:nvPr>
        </p:nvSpPr>
        <p:spPr>
          <a:xfrm>
            <a:off x="9082200" y="2529000"/>
            <a:ext cx="1800000" cy="1800000"/>
          </a:xfrm>
        </p:spPr>
        <p:txBody>
          <a:bodyPr/>
          <a:lstStyle>
            <a:lvl1pPr marL="0" indent="0">
              <a:buNone/>
              <a:defRPr>
                <a:solidFill>
                  <a:schemeClr val="bg1"/>
                </a:solidFill>
              </a:defRPr>
            </a:lvl1pPr>
          </a:lstStyle>
          <a:p>
            <a:r>
              <a:rPr lang="de-DE" dirty="0"/>
              <a:t>Insert Icon</a:t>
            </a:r>
          </a:p>
        </p:txBody>
      </p:sp>
      <p:sp>
        <p:nvSpPr>
          <p:cNvPr id="2" name="Titel 1">
            <a:extLst>
              <a:ext uri="{FF2B5EF4-FFF2-40B4-BE49-F238E27FC236}">
                <a16:creationId xmlns:a16="http://schemas.microsoft.com/office/drawing/2014/main" id="{4A1BD937-F05F-4E69-EF06-74AC96FB894B}"/>
              </a:ext>
            </a:extLst>
          </p:cNvPr>
          <p:cNvSpPr>
            <a:spLocks noGrp="1"/>
          </p:cNvSpPr>
          <p:nvPr>
            <p:ph type="title" hasCustomPrompt="1"/>
          </p:nvPr>
        </p:nvSpPr>
        <p:spPr>
          <a:xfrm>
            <a:off x="838200" y="252000"/>
            <a:ext cx="6598920" cy="1080000"/>
          </a:xfrm>
        </p:spPr>
        <p:txBody>
          <a:bodyPr anchor="b" anchorCtr="0"/>
          <a:lstStyle/>
          <a:p>
            <a:r>
              <a:rPr lang="de-DE" dirty="0"/>
              <a:t>Insert Headline</a:t>
            </a:r>
          </a:p>
        </p:txBody>
      </p:sp>
      <p:sp>
        <p:nvSpPr>
          <p:cNvPr id="3" name="Inhaltsplatzhalter 2">
            <a:extLst>
              <a:ext uri="{FF2B5EF4-FFF2-40B4-BE49-F238E27FC236}">
                <a16:creationId xmlns:a16="http://schemas.microsoft.com/office/drawing/2014/main" id="{2EE2C7B8-3C2F-EACB-C6C2-D376857A0A05}"/>
              </a:ext>
            </a:extLst>
          </p:cNvPr>
          <p:cNvSpPr>
            <a:spLocks noGrp="1"/>
          </p:cNvSpPr>
          <p:nvPr>
            <p:ph idx="1" hasCustomPrompt="1"/>
          </p:nvPr>
        </p:nvSpPr>
        <p:spPr>
          <a:xfrm>
            <a:off x="838200" y="1542476"/>
            <a:ext cx="6426200" cy="4634487"/>
          </a:xfrm>
        </p:spPr>
        <p:txBody>
          <a:bodyPr/>
          <a:lstStyle/>
          <a:p>
            <a:pPr lvl="0"/>
            <a:r>
              <a:rPr lang="de-DE" dirty="0"/>
              <a:t>First Level</a:t>
            </a:r>
          </a:p>
          <a:p>
            <a:pPr lvl="1"/>
            <a:r>
              <a:rPr lang="de-DE" dirty="0"/>
              <a:t>Second Level</a:t>
            </a:r>
          </a:p>
          <a:p>
            <a:pPr lvl="2"/>
            <a:r>
              <a:rPr lang="de-DE" dirty="0"/>
              <a:t>Third Level</a:t>
            </a:r>
          </a:p>
          <a:p>
            <a:pPr lvl="3"/>
            <a:r>
              <a:rPr lang="de-DE" dirty="0" err="1"/>
              <a:t>Fourth</a:t>
            </a:r>
            <a:r>
              <a:rPr lang="de-DE" dirty="0"/>
              <a:t> Level</a:t>
            </a:r>
          </a:p>
          <a:p>
            <a:pPr lvl="4"/>
            <a:r>
              <a:rPr lang="de-DE" dirty="0" err="1"/>
              <a:t>Fifth</a:t>
            </a:r>
            <a:r>
              <a:rPr lang="de-DE" dirty="0"/>
              <a:t> Level</a:t>
            </a:r>
          </a:p>
        </p:txBody>
      </p:sp>
      <p:sp>
        <p:nvSpPr>
          <p:cNvPr id="4" name="Datumsplatzhalter 3">
            <a:extLst>
              <a:ext uri="{FF2B5EF4-FFF2-40B4-BE49-F238E27FC236}">
                <a16:creationId xmlns:a16="http://schemas.microsoft.com/office/drawing/2014/main" id="{4F553CD5-19B6-E384-5177-6422376AD4FB}"/>
              </a:ext>
            </a:extLst>
          </p:cNvPr>
          <p:cNvSpPr>
            <a:spLocks noGrp="1"/>
          </p:cNvSpPr>
          <p:nvPr>
            <p:ph type="dt" sz="half" idx="10"/>
          </p:nvPr>
        </p:nvSpPr>
        <p:spPr/>
        <p:txBody>
          <a:bodyPr/>
          <a:lstStyle/>
          <a:p>
            <a:fld id="{3435EB68-11D0-433D-8044-B7E1514A59B9}" type="datetime1">
              <a:rPr lang="de-DE" smtClean="0"/>
              <a:t>23.05.2025</a:t>
            </a:fld>
            <a:endParaRPr lang="de-DE"/>
          </a:p>
        </p:txBody>
      </p:sp>
      <p:sp>
        <p:nvSpPr>
          <p:cNvPr id="5" name="Fußzeilenplatzhalter 4">
            <a:extLst>
              <a:ext uri="{FF2B5EF4-FFF2-40B4-BE49-F238E27FC236}">
                <a16:creationId xmlns:a16="http://schemas.microsoft.com/office/drawing/2014/main" id="{2ED5DE68-7B31-288C-812E-B5219A750732}"/>
              </a:ext>
            </a:extLst>
          </p:cNvPr>
          <p:cNvSpPr>
            <a:spLocks noGrp="1"/>
          </p:cNvSpPr>
          <p:nvPr>
            <p:ph type="ftr" sz="quarter" idx="11"/>
          </p:nvPr>
        </p:nvSpPr>
        <p:spPr>
          <a:xfrm>
            <a:off x="4038600" y="6895016"/>
            <a:ext cx="3595437" cy="365125"/>
          </a:xfrm>
        </p:spPr>
        <p:txBody>
          <a:bodyPr/>
          <a:lstStyle/>
          <a:p>
            <a:endParaRPr lang="de-DE" dirty="0"/>
          </a:p>
        </p:txBody>
      </p:sp>
      <p:cxnSp>
        <p:nvCxnSpPr>
          <p:cNvPr id="13" name="Gerader Verbinder 12">
            <a:extLst>
              <a:ext uri="{FF2B5EF4-FFF2-40B4-BE49-F238E27FC236}">
                <a16:creationId xmlns:a16="http://schemas.microsoft.com/office/drawing/2014/main" id="{0129D1C2-926D-0394-49F5-D11681CC6D3D}"/>
              </a:ext>
            </a:extLst>
          </p:cNvPr>
          <p:cNvCxnSpPr>
            <a:cxnSpLocks/>
          </p:cNvCxnSpPr>
          <p:nvPr userDrawn="1"/>
        </p:nvCxnSpPr>
        <p:spPr>
          <a:xfrm>
            <a:off x="839788" y="1345940"/>
            <a:ext cx="6424612" cy="0"/>
          </a:xfrm>
          <a:prstGeom prst="line">
            <a:avLst/>
          </a:prstGeom>
          <a:ln w="3175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7" name="Foliennummernplatzhalter 5">
            <a:extLst>
              <a:ext uri="{FF2B5EF4-FFF2-40B4-BE49-F238E27FC236}">
                <a16:creationId xmlns:a16="http://schemas.microsoft.com/office/drawing/2014/main" id="{07C4BFEA-D594-4414-37F6-7950EC018FA4}"/>
              </a:ext>
            </a:extLst>
          </p:cNvPr>
          <p:cNvSpPr txBox="1">
            <a:spLocks/>
          </p:cNvSpPr>
          <p:nvPr userDrawn="1"/>
        </p:nvSpPr>
        <p:spPr>
          <a:xfrm>
            <a:off x="11628000" y="6470456"/>
            <a:ext cx="481263" cy="270705"/>
          </a:xfrm>
          <a:prstGeom prst="rect">
            <a:avLst/>
          </a:prstGeom>
        </p:spPr>
        <p:txBody>
          <a:bodyPr vert="horz" lIns="91440" tIns="45720" rIns="91440" bIns="45720" rtlCol="0" anchor="ctr"/>
          <a:lstStyle>
            <a:defPPr>
              <a:defRPr lang="de-DE"/>
            </a:defPPr>
            <a:lvl1pPr marL="0" algn="ctr" defTabSz="914400" rtl="0" eaLnBrk="1" latinLnBrk="0" hangingPunct="1">
              <a:defRPr sz="90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21C33D4-00A5-43D5-B722-D2F2FA4CCA11}" type="slidenum">
              <a:rPr lang="de-DE" smtClean="0">
                <a:solidFill>
                  <a:schemeClr val="bg1"/>
                </a:solidFill>
              </a:rPr>
              <a:pPr/>
              <a:t>‹Nr.›</a:t>
            </a:fld>
            <a:r>
              <a:rPr lang="de-DE" dirty="0"/>
              <a:t> </a:t>
            </a:r>
          </a:p>
        </p:txBody>
      </p:sp>
      <p:sp>
        <p:nvSpPr>
          <p:cNvPr id="8" name="Ellipse 7">
            <a:extLst>
              <a:ext uri="{FF2B5EF4-FFF2-40B4-BE49-F238E27FC236}">
                <a16:creationId xmlns:a16="http://schemas.microsoft.com/office/drawing/2014/main" id="{33E3D233-219F-3CFF-96A1-605124CEE0A9}"/>
              </a:ext>
            </a:extLst>
          </p:cNvPr>
          <p:cNvSpPr/>
          <p:nvPr userDrawn="1"/>
        </p:nvSpPr>
        <p:spPr>
          <a:xfrm>
            <a:off x="11721600" y="6462305"/>
            <a:ext cx="288000" cy="288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6" name="Grafik 5">
            <a:extLst>
              <a:ext uri="{FF2B5EF4-FFF2-40B4-BE49-F238E27FC236}">
                <a16:creationId xmlns:a16="http://schemas.microsoft.com/office/drawing/2014/main" id="{C3AA75BD-07B0-77BF-57BF-5D37FF529542}"/>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1592000" y="36000"/>
            <a:ext cx="556320" cy="556320"/>
          </a:xfrm>
          <a:prstGeom prst="rect">
            <a:avLst/>
          </a:prstGeom>
        </p:spPr>
      </p:pic>
      <p:sp>
        <p:nvSpPr>
          <p:cNvPr id="11" name="Abgerundetes Rechteck 10">
            <a:extLst>
              <a:ext uri="{FF2B5EF4-FFF2-40B4-BE49-F238E27FC236}">
                <a16:creationId xmlns:a16="http://schemas.microsoft.com/office/drawing/2014/main" id="{20A6804D-0803-AEF0-EBF1-9FF59BA6BCF8}"/>
              </a:ext>
            </a:extLst>
          </p:cNvPr>
          <p:cNvSpPr/>
          <p:nvPr userDrawn="1"/>
        </p:nvSpPr>
        <p:spPr>
          <a:xfrm>
            <a:off x="9488383" y="6632736"/>
            <a:ext cx="944090" cy="449253"/>
          </a:xfrm>
          <a:prstGeom prst="round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2" name="Fußzeilenplatzhalter 4">
            <a:extLst>
              <a:ext uri="{FF2B5EF4-FFF2-40B4-BE49-F238E27FC236}">
                <a16:creationId xmlns:a16="http://schemas.microsoft.com/office/drawing/2014/main" id="{4AD20287-F5A5-7089-9F81-EFB34B2B67E3}"/>
              </a:ext>
            </a:extLst>
          </p:cNvPr>
          <p:cNvSpPr txBox="1">
            <a:spLocks/>
          </p:cNvSpPr>
          <p:nvPr userDrawn="1"/>
        </p:nvSpPr>
        <p:spPr>
          <a:xfrm>
            <a:off x="9452757" y="6597895"/>
            <a:ext cx="1015342" cy="270705"/>
          </a:xfrm>
          <a:prstGeom prst="rect">
            <a:avLst/>
          </a:prstGeom>
        </p:spPr>
        <p:txBody>
          <a:bodyPr vert="horz" lIns="91440" tIns="45720" rIns="91440" bIns="45720" rtlCol="0" anchor="ctr"/>
          <a:lstStyle>
            <a:defPPr>
              <a:defRPr lang="de-DE"/>
            </a:defPPr>
            <a:lvl1pPr marL="0" algn="ct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sz="700" dirty="0" err="1"/>
              <a:t>strictly</a:t>
            </a:r>
            <a:r>
              <a:rPr lang="de-DE" sz="700" dirty="0"/>
              <a:t> </a:t>
            </a:r>
            <a:r>
              <a:rPr lang="de-DE" sz="700" dirty="0" err="1"/>
              <a:t>confidential</a:t>
            </a:r>
            <a:endParaRPr lang="de-DE" sz="700" dirty="0"/>
          </a:p>
        </p:txBody>
      </p:sp>
    </p:spTree>
    <p:extLst>
      <p:ext uri="{BB962C8B-B14F-4D97-AF65-F5344CB8AC3E}">
        <p14:creationId xmlns:p14="http://schemas.microsoft.com/office/powerpoint/2010/main" val="6546304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 Icon (left)">
    <p:spTree>
      <p:nvGrpSpPr>
        <p:cNvPr id="1" name=""/>
        <p:cNvGrpSpPr/>
        <p:nvPr/>
      </p:nvGrpSpPr>
      <p:grpSpPr>
        <a:xfrm>
          <a:off x="0" y="0"/>
          <a:ext cx="0" cy="0"/>
          <a:chOff x="0" y="0"/>
          <a:chExt cx="0" cy="0"/>
        </a:xfrm>
      </p:grpSpPr>
      <p:pic>
        <p:nvPicPr>
          <p:cNvPr id="9" name="Grafik 8" descr="Ein Bild, das blau enthält.&#10;&#10;Automatisch generierte Beschreibung">
            <a:extLst>
              <a:ext uri="{FF2B5EF4-FFF2-40B4-BE49-F238E27FC236}">
                <a16:creationId xmlns:a16="http://schemas.microsoft.com/office/drawing/2014/main" id="{FBD5D44D-8CCC-BACF-78A5-DF64542C0D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3986" r="37236"/>
          <a:stretch/>
        </p:blipFill>
        <p:spPr>
          <a:xfrm>
            <a:off x="0" y="0"/>
            <a:ext cx="4460239" cy="6858000"/>
          </a:xfrm>
          <a:prstGeom prst="rect">
            <a:avLst/>
          </a:prstGeom>
        </p:spPr>
      </p:pic>
      <p:sp>
        <p:nvSpPr>
          <p:cNvPr id="10" name="Bildplatzhalter 9">
            <a:extLst>
              <a:ext uri="{FF2B5EF4-FFF2-40B4-BE49-F238E27FC236}">
                <a16:creationId xmlns:a16="http://schemas.microsoft.com/office/drawing/2014/main" id="{F3C54727-0A9F-EF3B-585F-C7F49992BAA9}"/>
              </a:ext>
            </a:extLst>
          </p:cNvPr>
          <p:cNvSpPr>
            <a:spLocks noGrp="1"/>
          </p:cNvSpPr>
          <p:nvPr>
            <p:ph type="pic" sz="quarter" idx="13" hasCustomPrompt="1"/>
          </p:nvPr>
        </p:nvSpPr>
        <p:spPr>
          <a:xfrm>
            <a:off x="1350439" y="2529000"/>
            <a:ext cx="1800000" cy="1800000"/>
          </a:xfrm>
        </p:spPr>
        <p:txBody>
          <a:bodyPr/>
          <a:lstStyle>
            <a:lvl1pPr marL="0" indent="0">
              <a:buNone/>
              <a:defRPr>
                <a:solidFill>
                  <a:schemeClr val="bg1"/>
                </a:solidFill>
              </a:defRPr>
            </a:lvl1pPr>
          </a:lstStyle>
          <a:p>
            <a:r>
              <a:rPr lang="de-DE" dirty="0"/>
              <a:t>Insert Icon</a:t>
            </a:r>
          </a:p>
        </p:txBody>
      </p:sp>
      <p:sp>
        <p:nvSpPr>
          <p:cNvPr id="2" name="Titel 1">
            <a:extLst>
              <a:ext uri="{FF2B5EF4-FFF2-40B4-BE49-F238E27FC236}">
                <a16:creationId xmlns:a16="http://schemas.microsoft.com/office/drawing/2014/main" id="{4A1BD937-F05F-4E69-EF06-74AC96FB894B}"/>
              </a:ext>
            </a:extLst>
          </p:cNvPr>
          <p:cNvSpPr>
            <a:spLocks noGrp="1"/>
          </p:cNvSpPr>
          <p:nvPr>
            <p:ph type="title" hasCustomPrompt="1"/>
          </p:nvPr>
        </p:nvSpPr>
        <p:spPr>
          <a:xfrm>
            <a:off x="4926012" y="252000"/>
            <a:ext cx="6625908" cy="1080000"/>
          </a:xfrm>
        </p:spPr>
        <p:txBody>
          <a:bodyPr anchor="b" anchorCtr="0"/>
          <a:lstStyle/>
          <a:p>
            <a:r>
              <a:rPr lang="de-DE" dirty="0"/>
              <a:t>Insert Headline</a:t>
            </a:r>
          </a:p>
        </p:txBody>
      </p:sp>
      <p:sp>
        <p:nvSpPr>
          <p:cNvPr id="3" name="Inhaltsplatzhalter 2">
            <a:extLst>
              <a:ext uri="{FF2B5EF4-FFF2-40B4-BE49-F238E27FC236}">
                <a16:creationId xmlns:a16="http://schemas.microsoft.com/office/drawing/2014/main" id="{2EE2C7B8-3C2F-EACB-C6C2-D376857A0A05}"/>
              </a:ext>
            </a:extLst>
          </p:cNvPr>
          <p:cNvSpPr>
            <a:spLocks noGrp="1"/>
          </p:cNvSpPr>
          <p:nvPr>
            <p:ph idx="1" hasCustomPrompt="1"/>
          </p:nvPr>
        </p:nvSpPr>
        <p:spPr>
          <a:xfrm>
            <a:off x="4926012" y="1542476"/>
            <a:ext cx="6426200" cy="4634487"/>
          </a:xfrm>
        </p:spPr>
        <p:txBody>
          <a:bodyPr/>
          <a:lstStyle/>
          <a:p>
            <a:pPr lvl="0"/>
            <a:r>
              <a:rPr lang="de-DE" dirty="0"/>
              <a:t>First Level</a:t>
            </a:r>
          </a:p>
          <a:p>
            <a:pPr lvl="1"/>
            <a:r>
              <a:rPr lang="de-DE" dirty="0"/>
              <a:t>Second Level</a:t>
            </a:r>
          </a:p>
          <a:p>
            <a:pPr lvl="2"/>
            <a:r>
              <a:rPr lang="de-DE" dirty="0"/>
              <a:t>Third Level</a:t>
            </a:r>
          </a:p>
          <a:p>
            <a:pPr lvl="3"/>
            <a:r>
              <a:rPr lang="de-DE" dirty="0" err="1"/>
              <a:t>Fourth</a:t>
            </a:r>
            <a:r>
              <a:rPr lang="de-DE" dirty="0"/>
              <a:t> Level</a:t>
            </a:r>
          </a:p>
          <a:p>
            <a:pPr lvl="4"/>
            <a:r>
              <a:rPr lang="de-DE" dirty="0" err="1"/>
              <a:t>Fifth</a:t>
            </a:r>
            <a:r>
              <a:rPr lang="de-DE" dirty="0"/>
              <a:t> Level</a:t>
            </a:r>
          </a:p>
        </p:txBody>
      </p:sp>
      <p:sp>
        <p:nvSpPr>
          <p:cNvPr id="4" name="Datumsplatzhalter 3">
            <a:extLst>
              <a:ext uri="{FF2B5EF4-FFF2-40B4-BE49-F238E27FC236}">
                <a16:creationId xmlns:a16="http://schemas.microsoft.com/office/drawing/2014/main" id="{4F553CD5-19B6-E384-5177-6422376AD4FB}"/>
              </a:ext>
            </a:extLst>
          </p:cNvPr>
          <p:cNvSpPr>
            <a:spLocks noGrp="1"/>
          </p:cNvSpPr>
          <p:nvPr>
            <p:ph type="dt" sz="half" idx="10"/>
          </p:nvPr>
        </p:nvSpPr>
        <p:spPr>
          <a:xfrm>
            <a:off x="838200" y="6956090"/>
            <a:ext cx="2743200" cy="365125"/>
          </a:xfrm>
        </p:spPr>
        <p:txBody>
          <a:bodyPr/>
          <a:lstStyle/>
          <a:p>
            <a:fld id="{7F88AB6C-18BD-4A9D-A7DA-EE294229644F}" type="datetime1">
              <a:rPr lang="de-DE" smtClean="0"/>
              <a:t>23.05.2025</a:t>
            </a:fld>
            <a:endParaRPr lang="de-DE"/>
          </a:p>
        </p:txBody>
      </p:sp>
      <p:sp>
        <p:nvSpPr>
          <p:cNvPr id="5" name="Fußzeilenplatzhalter 4">
            <a:extLst>
              <a:ext uri="{FF2B5EF4-FFF2-40B4-BE49-F238E27FC236}">
                <a16:creationId xmlns:a16="http://schemas.microsoft.com/office/drawing/2014/main" id="{2ED5DE68-7B31-288C-812E-B5219A750732}"/>
              </a:ext>
            </a:extLst>
          </p:cNvPr>
          <p:cNvSpPr>
            <a:spLocks noGrp="1"/>
          </p:cNvSpPr>
          <p:nvPr>
            <p:ph type="ftr" sz="quarter" idx="11"/>
          </p:nvPr>
        </p:nvSpPr>
        <p:spPr>
          <a:xfrm>
            <a:off x="4620126" y="6492875"/>
            <a:ext cx="3533274" cy="365125"/>
          </a:xfrm>
        </p:spPr>
        <p:txBody>
          <a:bodyPr/>
          <a:lstStyle/>
          <a:p>
            <a:r>
              <a:rPr lang="de-DE"/>
              <a:t>Test</a:t>
            </a:r>
            <a:endParaRPr lang="de-DE" dirty="0"/>
          </a:p>
        </p:txBody>
      </p:sp>
      <p:sp>
        <p:nvSpPr>
          <p:cNvPr id="6" name="Foliennummernplatzhalter 5">
            <a:extLst>
              <a:ext uri="{FF2B5EF4-FFF2-40B4-BE49-F238E27FC236}">
                <a16:creationId xmlns:a16="http://schemas.microsoft.com/office/drawing/2014/main" id="{C7FE403B-1694-B375-295F-281FF426E15C}"/>
              </a:ext>
            </a:extLst>
          </p:cNvPr>
          <p:cNvSpPr>
            <a:spLocks noGrp="1"/>
          </p:cNvSpPr>
          <p:nvPr>
            <p:ph type="sldNum" sz="quarter" idx="12"/>
          </p:nvPr>
        </p:nvSpPr>
        <p:spPr/>
        <p:txBody>
          <a:bodyPr/>
          <a:lstStyle/>
          <a:p>
            <a:fld id="{D21C33D4-00A5-43D5-B722-D2F2FA4CCA11}" type="slidenum">
              <a:rPr lang="de-DE" smtClean="0"/>
              <a:t>‹Nr.›</a:t>
            </a:fld>
            <a:endParaRPr lang="de-DE"/>
          </a:p>
        </p:txBody>
      </p:sp>
      <p:cxnSp>
        <p:nvCxnSpPr>
          <p:cNvPr id="8" name="Gerader Verbinder 7">
            <a:extLst>
              <a:ext uri="{FF2B5EF4-FFF2-40B4-BE49-F238E27FC236}">
                <a16:creationId xmlns:a16="http://schemas.microsoft.com/office/drawing/2014/main" id="{24D1DD3C-7C99-054A-08C5-6B69977A72B3}"/>
              </a:ext>
            </a:extLst>
          </p:cNvPr>
          <p:cNvCxnSpPr>
            <a:cxnSpLocks/>
          </p:cNvCxnSpPr>
          <p:nvPr userDrawn="1"/>
        </p:nvCxnSpPr>
        <p:spPr>
          <a:xfrm>
            <a:off x="4941094" y="1345940"/>
            <a:ext cx="6424612" cy="0"/>
          </a:xfrm>
          <a:prstGeom prst="line">
            <a:avLst/>
          </a:prstGeom>
          <a:ln w="31750" cap="rnd">
            <a:solidFill>
              <a:schemeClr val="accent2"/>
            </a:solidFill>
            <a:round/>
          </a:ln>
        </p:spPr>
        <p:style>
          <a:lnRef idx="1">
            <a:schemeClr val="accent1"/>
          </a:lnRef>
          <a:fillRef idx="0">
            <a:schemeClr val="accent1"/>
          </a:fillRef>
          <a:effectRef idx="0">
            <a:schemeClr val="accent1"/>
          </a:effectRef>
          <a:fontRef idx="minor">
            <a:schemeClr val="tx1"/>
          </a:fontRef>
        </p:style>
      </p:cxnSp>
      <p:pic>
        <p:nvPicPr>
          <p:cNvPr id="7" name="Grafik 6">
            <a:extLst>
              <a:ext uri="{FF2B5EF4-FFF2-40B4-BE49-F238E27FC236}">
                <a16:creationId xmlns:a16="http://schemas.microsoft.com/office/drawing/2014/main" id="{388BE5E9-99E5-E08D-D4E8-377105E45C83}"/>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1592000" y="36000"/>
            <a:ext cx="556320" cy="556320"/>
          </a:xfrm>
          <a:prstGeom prst="rect">
            <a:avLst/>
          </a:prstGeom>
        </p:spPr>
      </p:pic>
      <p:sp>
        <p:nvSpPr>
          <p:cNvPr id="11" name="Abgerundetes Rechteck 10">
            <a:extLst>
              <a:ext uri="{FF2B5EF4-FFF2-40B4-BE49-F238E27FC236}">
                <a16:creationId xmlns:a16="http://schemas.microsoft.com/office/drawing/2014/main" id="{1F211112-85D3-476F-51D2-8D2A760A6EEC}"/>
              </a:ext>
            </a:extLst>
          </p:cNvPr>
          <p:cNvSpPr/>
          <p:nvPr userDrawn="1"/>
        </p:nvSpPr>
        <p:spPr>
          <a:xfrm>
            <a:off x="1769422" y="6632736"/>
            <a:ext cx="944090" cy="449253"/>
          </a:xfrm>
          <a:prstGeom prst="round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2" name="Fußzeilenplatzhalter 4">
            <a:extLst>
              <a:ext uri="{FF2B5EF4-FFF2-40B4-BE49-F238E27FC236}">
                <a16:creationId xmlns:a16="http://schemas.microsoft.com/office/drawing/2014/main" id="{5A23C614-E892-184F-08C5-8405A430A948}"/>
              </a:ext>
            </a:extLst>
          </p:cNvPr>
          <p:cNvSpPr txBox="1">
            <a:spLocks/>
          </p:cNvSpPr>
          <p:nvPr userDrawn="1"/>
        </p:nvSpPr>
        <p:spPr>
          <a:xfrm>
            <a:off x="1733796" y="6597895"/>
            <a:ext cx="1015342" cy="270705"/>
          </a:xfrm>
          <a:prstGeom prst="rect">
            <a:avLst/>
          </a:prstGeom>
        </p:spPr>
        <p:txBody>
          <a:bodyPr vert="horz" lIns="91440" tIns="45720" rIns="91440" bIns="45720" rtlCol="0" anchor="ctr"/>
          <a:lstStyle>
            <a:defPPr>
              <a:defRPr lang="de-DE"/>
            </a:defPPr>
            <a:lvl1pPr marL="0" algn="ct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sz="700" dirty="0" err="1"/>
              <a:t>strictly</a:t>
            </a:r>
            <a:r>
              <a:rPr lang="de-DE" sz="700" dirty="0"/>
              <a:t> </a:t>
            </a:r>
            <a:r>
              <a:rPr lang="de-DE" sz="700" dirty="0" err="1"/>
              <a:t>confidential</a:t>
            </a:r>
            <a:endParaRPr lang="de-DE" sz="700" dirty="0"/>
          </a:p>
        </p:txBody>
      </p:sp>
    </p:spTree>
    <p:extLst>
      <p:ext uri="{BB962C8B-B14F-4D97-AF65-F5344CB8AC3E}">
        <p14:creationId xmlns:p14="http://schemas.microsoft.com/office/powerpoint/2010/main" val="10639850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 Image (right) 1">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FBD5D44D-8CCC-BACF-78A5-DF64542C0D02}"/>
              </a:ext>
            </a:extLst>
          </p:cNvPr>
          <p:cNvPicPr>
            <a:picLocks noChangeAspect="1"/>
          </p:cNvPicPr>
          <p:nvPr userDrawn="1"/>
        </p:nvPicPr>
        <p:blipFill>
          <a:blip r:embed="rId2" cstate="screen">
            <a:extLst>
              <a:ext uri="{28A0092B-C50C-407E-A947-70E740481C1C}">
                <a14:useLocalDpi xmlns:a14="http://schemas.microsoft.com/office/drawing/2010/main"/>
              </a:ext>
            </a:extLst>
          </a:blip>
          <a:srcRect l="28324" r="28324"/>
          <a:stretch/>
        </p:blipFill>
        <p:spPr>
          <a:xfrm>
            <a:off x="7731761" y="0"/>
            <a:ext cx="4460239" cy="6858000"/>
          </a:xfrm>
          <a:prstGeom prst="rect">
            <a:avLst/>
          </a:prstGeom>
        </p:spPr>
      </p:pic>
      <p:sp>
        <p:nvSpPr>
          <p:cNvPr id="2" name="Titel 1">
            <a:extLst>
              <a:ext uri="{FF2B5EF4-FFF2-40B4-BE49-F238E27FC236}">
                <a16:creationId xmlns:a16="http://schemas.microsoft.com/office/drawing/2014/main" id="{4A1BD937-F05F-4E69-EF06-74AC96FB894B}"/>
              </a:ext>
            </a:extLst>
          </p:cNvPr>
          <p:cNvSpPr>
            <a:spLocks noGrp="1"/>
          </p:cNvSpPr>
          <p:nvPr>
            <p:ph type="title" hasCustomPrompt="1"/>
          </p:nvPr>
        </p:nvSpPr>
        <p:spPr>
          <a:xfrm>
            <a:off x="838200" y="252000"/>
            <a:ext cx="6598920" cy="1080000"/>
          </a:xfrm>
        </p:spPr>
        <p:txBody>
          <a:bodyPr anchor="b" anchorCtr="0"/>
          <a:lstStyle/>
          <a:p>
            <a:r>
              <a:rPr lang="de-DE" dirty="0"/>
              <a:t>Insert Headline</a:t>
            </a:r>
          </a:p>
        </p:txBody>
      </p:sp>
      <p:sp>
        <p:nvSpPr>
          <p:cNvPr id="4" name="Datumsplatzhalter 3">
            <a:extLst>
              <a:ext uri="{FF2B5EF4-FFF2-40B4-BE49-F238E27FC236}">
                <a16:creationId xmlns:a16="http://schemas.microsoft.com/office/drawing/2014/main" id="{4F553CD5-19B6-E384-5177-6422376AD4FB}"/>
              </a:ext>
            </a:extLst>
          </p:cNvPr>
          <p:cNvSpPr>
            <a:spLocks noGrp="1"/>
          </p:cNvSpPr>
          <p:nvPr>
            <p:ph type="dt" sz="half" idx="10"/>
          </p:nvPr>
        </p:nvSpPr>
        <p:spPr/>
        <p:txBody>
          <a:bodyPr/>
          <a:lstStyle/>
          <a:p>
            <a:fld id="{190D130C-E337-4AC0-98CE-49DC0DC26948}" type="datetime1">
              <a:rPr lang="de-DE" smtClean="0"/>
              <a:t>23.05.2025</a:t>
            </a:fld>
            <a:endParaRPr lang="de-DE"/>
          </a:p>
        </p:txBody>
      </p:sp>
      <p:sp>
        <p:nvSpPr>
          <p:cNvPr id="8" name="Inhaltsplatzhalter 2">
            <a:extLst>
              <a:ext uri="{FF2B5EF4-FFF2-40B4-BE49-F238E27FC236}">
                <a16:creationId xmlns:a16="http://schemas.microsoft.com/office/drawing/2014/main" id="{D2C62BBB-2EE9-5B09-BC21-00705F87132A}"/>
              </a:ext>
            </a:extLst>
          </p:cNvPr>
          <p:cNvSpPr>
            <a:spLocks noGrp="1"/>
          </p:cNvSpPr>
          <p:nvPr>
            <p:ph idx="1" hasCustomPrompt="1"/>
          </p:nvPr>
        </p:nvSpPr>
        <p:spPr>
          <a:xfrm>
            <a:off x="838200" y="1542476"/>
            <a:ext cx="6426200" cy="4634487"/>
          </a:xfrm>
        </p:spPr>
        <p:txBody>
          <a:bodyPr/>
          <a:lstStyle/>
          <a:p>
            <a:pPr lvl="0"/>
            <a:r>
              <a:rPr lang="de-DE" dirty="0"/>
              <a:t>First Level</a:t>
            </a:r>
          </a:p>
          <a:p>
            <a:pPr lvl="1"/>
            <a:r>
              <a:rPr lang="de-DE" dirty="0"/>
              <a:t>Second Level</a:t>
            </a:r>
          </a:p>
          <a:p>
            <a:pPr lvl="2"/>
            <a:r>
              <a:rPr lang="de-DE" dirty="0"/>
              <a:t>Third Level</a:t>
            </a:r>
          </a:p>
          <a:p>
            <a:pPr lvl="3"/>
            <a:r>
              <a:rPr lang="de-DE" dirty="0" err="1"/>
              <a:t>Fourth</a:t>
            </a:r>
            <a:r>
              <a:rPr lang="de-DE" dirty="0"/>
              <a:t> Level</a:t>
            </a:r>
          </a:p>
          <a:p>
            <a:pPr lvl="4"/>
            <a:r>
              <a:rPr lang="de-DE" dirty="0" err="1"/>
              <a:t>Fifth</a:t>
            </a:r>
            <a:r>
              <a:rPr lang="de-DE" dirty="0"/>
              <a:t> Level</a:t>
            </a:r>
          </a:p>
        </p:txBody>
      </p:sp>
      <p:cxnSp>
        <p:nvCxnSpPr>
          <p:cNvPr id="11" name="Gerader Verbinder 10">
            <a:extLst>
              <a:ext uri="{FF2B5EF4-FFF2-40B4-BE49-F238E27FC236}">
                <a16:creationId xmlns:a16="http://schemas.microsoft.com/office/drawing/2014/main" id="{830BE189-E928-D50E-2D2A-047093D308F5}"/>
              </a:ext>
            </a:extLst>
          </p:cNvPr>
          <p:cNvCxnSpPr>
            <a:cxnSpLocks/>
          </p:cNvCxnSpPr>
          <p:nvPr userDrawn="1"/>
        </p:nvCxnSpPr>
        <p:spPr>
          <a:xfrm>
            <a:off x="839788" y="1345940"/>
            <a:ext cx="6424612" cy="0"/>
          </a:xfrm>
          <a:prstGeom prst="line">
            <a:avLst/>
          </a:prstGeom>
          <a:ln w="3175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3" name="Fußzeilenplatzhalter 4">
            <a:extLst>
              <a:ext uri="{FF2B5EF4-FFF2-40B4-BE49-F238E27FC236}">
                <a16:creationId xmlns:a16="http://schemas.microsoft.com/office/drawing/2014/main" id="{4BC08FFB-4F23-4388-FF52-297067D7719C}"/>
              </a:ext>
            </a:extLst>
          </p:cNvPr>
          <p:cNvSpPr>
            <a:spLocks noGrp="1"/>
          </p:cNvSpPr>
          <p:nvPr>
            <p:ph type="ftr" sz="quarter" idx="11"/>
          </p:nvPr>
        </p:nvSpPr>
        <p:spPr>
          <a:xfrm>
            <a:off x="4038600" y="6895016"/>
            <a:ext cx="3595437" cy="365125"/>
          </a:xfrm>
        </p:spPr>
        <p:txBody>
          <a:bodyPr/>
          <a:lstStyle/>
          <a:p>
            <a:r>
              <a:rPr lang="de-DE"/>
              <a:t>Test</a:t>
            </a:r>
            <a:endParaRPr lang="de-DE" dirty="0"/>
          </a:p>
        </p:txBody>
      </p:sp>
      <p:sp>
        <p:nvSpPr>
          <p:cNvPr id="6" name="Bildplatzhalter 7">
            <a:extLst>
              <a:ext uri="{FF2B5EF4-FFF2-40B4-BE49-F238E27FC236}">
                <a16:creationId xmlns:a16="http://schemas.microsoft.com/office/drawing/2014/main" id="{8BBDDEDA-343C-BC87-5906-A9274F8CC1BC}"/>
              </a:ext>
            </a:extLst>
          </p:cNvPr>
          <p:cNvSpPr>
            <a:spLocks noGrp="1"/>
          </p:cNvSpPr>
          <p:nvPr>
            <p:ph type="pic" sz="quarter" idx="13" hasCustomPrompt="1"/>
          </p:nvPr>
        </p:nvSpPr>
        <p:spPr>
          <a:xfrm>
            <a:off x="7731759" y="0"/>
            <a:ext cx="4460241" cy="6858001"/>
          </a:xfrm>
        </p:spPr>
        <p:txBody>
          <a:bodyPr anchor="t"/>
          <a:lstStyle>
            <a:lvl1pPr marL="0" indent="0" algn="ctr">
              <a:buNone/>
              <a:defRPr>
                <a:solidFill>
                  <a:schemeClr val="bg1"/>
                </a:solidFill>
              </a:defRPr>
            </a:lvl1pPr>
          </a:lstStyle>
          <a:p>
            <a:r>
              <a:rPr lang="de-DE" dirty="0"/>
              <a:t>Insert Image</a:t>
            </a:r>
          </a:p>
        </p:txBody>
      </p:sp>
      <p:sp>
        <p:nvSpPr>
          <p:cNvPr id="10" name="Foliennummernplatzhalter 5">
            <a:extLst>
              <a:ext uri="{FF2B5EF4-FFF2-40B4-BE49-F238E27FC236}">
                <a16:creationId xmlns:a16="http://schemas.microsoft.com/office/drawing/2014/main" id="{6926CCBF-FD84-147A-6A8D-BC95976C3932}"/>
              </a:ext>
            </a:extLst>
          </p:cNvPr>
          <p:cNvSpPr txBox="1">
            <a:spLocks/>
          </p:cNvSpPr>
          <p:nvPr userDrawn="1"/>
        </p:nvSpPr>
        <p:spPr>
          <a:xfrm>
            <a:off x="11628000" y="6470456"/>
            <a:ext cx="481263" cy="270705"/>
          </a:xfrm>
          <a:prstGeom prst="rect">
            <a:avLst/>
          </a:prstGeom>
        </p:spPr>
        <p:txBody>
          <a:bodyPr vert="horz" lIns="91440" tIns="45720" rIns="91440" bIns="45720" rtlCol="0" anchor="ctr"/>
          <a:lstStyle>
            <a:defPPr>
              <a:defRPr lang="de-DE"/>
            </a:defPPr>
            <a:lvl1pPr marL="0" algn="ctr" defTabSz="914400" rtl="0" eaLnBrk="1" latinLnBrk="0" hangingPunct="1">
              <a:defRPr sz="90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21C33D4-00A5-43D5-B722-D2F2FA4CCA11}" type="slidenum">
              <a:rPr lang="de-DE" smtClean="0">
                <a:solidFill>
                  <a:schemeClr val="bg1"/>
                </a:solidFill>
              </a:rPr>
              <a:pPr/>
              <a:t>‹Nr.›</a:t>
            </a:fld>
            <a:r>
              <a:rPr lang="de-DE" dirty="0"/>
              <a:t> </a:t>
            </a:r>
          </a:p>
        </p:txBody>
      </p:sp>
      <p:sp>
        <p:nvSpPr>
          <p:cNvPr id="12" name="Ellipse 11">
            <a:extLst>
              <a:ext uri="{FF2B5EF4-FFF2-40B4-BE49-F238E27FC236}">
                <a16:creationId xmlns:a16="http://schemas.microsoft.com/office/drawing/2014/main" id="{0F7EE2EA-C84E-50E3-7A4B-B7B7B2397445}"/>
              </a:ext>
            </a:extLst>
          </p:cNvPr>
          <p:cNvSpPr/>
          <p:nvPr userDrawn="1"/>
        </p:nvSpPr>
        <p:spPr>
          <a:xfrm>
            <a:off x="11721600" y="6462305"/>
            <a:ext cx="288000" cy="288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a:extLst>
              <a:ext uri="{FF2B5EF4-FFF2-40B4-BE49-F238E27FC236}">
                <a16:creationId xmlns:a16="http://schemas.microsoft.com/office/drawing/2014/main" id="{0533B28C-1704-C111-7DCC-CF856CB43C90}"/>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1592000" y="36000"/>
            <a:ext cx="556320" cy="556320"/>
          </a:xfrm>
          <a:prstGeom prst="rect">
            <a:avLst/>
          </a:prstGeom>
        </p:spPr>
      </p:pic>
      <p:sp>
        <p:nvSpPr>
          <p:cNvPr id="7" name="Abgerundetes Rechteck 6">
            <a:extLst>
              <a:ext uri="{FF2B5EF4-FFF2-40B4-BE49-F238E27FC236}">
                <a16:creationId xmlns:a16="http://schemas.microsoft.com/office/drawing/2014/main" id="{D11BE767-4EAA-E2A1-38C1-D313CE1E4393}"/>
              </a:ext>
            </a:extLst>
          </p:cNvPr>
          <p:cNvSpPr/>
          <p:nvPr userDrawn="1"/>
        </p:nvSpPr>
        <p:spPr>
          <a:xfrm>
            <a:off x="9488383" y="6632736"/>
            <a:ext cx="944090" cy="449253"/>
          </a:xfrm>
          <a:prstGeom prst="round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3" name="Fußzeilenplatzhalter 4">
            <a:extLst>
              <a:ext uri="{FF2B5EF4-FFF2-40B4-BE49-F238E27FC236}">
                <a16:creationId xmlns:a16="http://schemas.microsoft.com/office/drawing/2014/main" id="{C8B4D748-FD2F-53A8-066D-53F03FA8A92D}"/>
              </a:ext>
            </a:extLst>
          </p:cNvPr>
          <p:cNvSpPr txBox="1">
            <a:spLocks/>
          </p:cNvSpPr>
          <p:nvPr userDrawn="1"/>
        </p:nvSpPr>
        <p:spPr>
          <a:xfrm>
            <a:off x="9452757" y="6597895"/>
            <a:ext cx="1015342" cy="270705"/>
          </a:xfrm>
          <a:prstGeom prst="rect">
            <a:avLst/>
          </a:prstGeom>
        </p:spPr>
        <p:txBody>
          <a:bodyPr vert="horz" lIns="91440" tIns="45720" rIns="91440" bIns="45720" rtlCol="0" anchor="ctr"/>
          <a:lstStyle>
            <a:defPPr>
              <a:defRPr lang="de-DE"/>
            </a:defPPr>
            <a:lvl1pPr marL="0" algn="ct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sz="700" dirty="0" err="1"/>
              <a:t>strictly</a:t>
            </a:r>
            <a:r>
              <a:rPr lang="de-DE" sz="700" dirty="0"/>
              <a:t> </a:t>
            </a:r>
            <a:r>
              <a:rPr lang="de-DE" sz="700" dirty="0" err="1"/>
              <a:t>confidential</a:t>
            </a:r>
            <a:endParaRPr lang="de-DE" sz="700" dirty="0"/>
          </a:p>
        </p:txBody>
      </p:sp>
    </p:spTree>
    <p:extLst>
      <p:ext uri="{BB962C8B-B14F-4D97-AF65-F5344CB8AC3E}">
        <p14:creationId xmlns:p14="http://schemas.microsoft.com/office/powerpoint/2010/main" val="2152453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 Image (right) 2">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FBD5D44D-8CCC-BACF-78A5-DF64542C0D02}"/>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262" r="1262"/>
          <a:stretch/>
        </p:blipFill>
        <p:spPr>
          <a:xfrm>
            <a:off x="7731761" y="0"/>
            <a:ext cx="4460239" cy="6858000"/>
          </a:xfrm>
          <a:prstGeom prst="rect">
            <a:avLst/>
          </a:prstGeom>
        </p:spPr>
      </p:pic>
      <p:sp>
        <p:nvSpPr>
          <p:cNvPr id="4" name="Datumsplatzhalter 3">
            <a:extLst>
              <a:ext uri="{FF2B5EF4-FFF2-40B4-BE49-F238E27FC236}">
                <a16:creationId xmlns:a16="http://schemas.microsoft.com/office/drawing/2014/main" id="{4F553CD5-19B6-E384-5177-6422376AD4FB}"/>
              </a:ext>
            </a:extLst>
          </p:cNvPr>
          <p:cNvSpPr>
            <a:spLocks noGrp="1"/>
          </p:cNvSpPr>
          <p:nvPr>
            <p:ph type="dt" sz="half" idx="10"/>
          </p:nvPr>
        </p:nvSpPr>
        <p:spPr/>
        <p:txBody>
          <a:bodyPr/>
          <a:lstStyle/>
          <a:p>
            <a:fld id="{9468196D-E3F4-4D22-8975-CFDA2A25DB59}" type="datetime1">
              <a:rPr lang="de-DE" smtClean="0"/>
              <a:t>23.05.2025</a:t>
            </a:fld>
            <a:endParaRPr lang="de-DE"/>
          </a:p>
        </p:txBody>
      </p:sp>
      <p:sp>
        <p:nvSpPr>
          <p:cNvPr id="8" name="Inhaltsplatzhalter 2">
            <a:extLst>
              <a:ext uri="{FF2B5EF4-FFF2-40B4-BE49-F238E27FC236}">
                <a16:creationId xmlns:a16="http://schemas.microsoft.com/office/drawing/2014/main" id="{7853B27A-3873-854B-5A8C-A375166E36C7}"/>
              </a:ext>
            </a:extLst>
          </p:cNvPr>
          <p:cNvSpPr>
            <a:spLocks noGrp="1"/>
          </p:cNvSpPr>
          <p:nvPr>
            <p:ph idx="1" hasCustomPrompt="1"/>
          </p:nvPr>
        </p:nvSpPr>
        <p:spPr>
          <a:xfrm>
            <a:off x="838200" y="1542476"/>
            <a:ext cx="6426200" cy="4634487"/>
          </a:xfrm>
        </p:spPr>
        <p:txBody>
          <a:bodyPr/>
          <a:lstStyle/>
          <a:p>
            <a:pPr lvl="0"/>
            <a:r>
              <a:rPr lang="de-DE" dirty="0"/>
              <a:t>First Level</a:t>
            </a:r>
          </a:p>
          <a:p>
            <a:pPr lvl="1"/>
            <a:r>
              <a:rPr lang="de-DE" dirty="0"/>
              <a:t>Second Level</a:t>
            </a:r>
          </a:p>
          <a:p>
            <a:pPr lvl="2"/>
            <a:r>
              <a:rPr lang="de-DE" dirty="0"/>
              <a:t>Third Level</a:t>
            </a:r>
          </a:p>
          <a:p>
            <a:pPr lvl="3"/>
            <a:r>
              <a:rPr lang="de-DE" dirty="0" err="1"/>
              <a:t>Fourth</a:t>
            </a:r>
            <a:r>
              <a:rPr lang="de-DE" dirty="0"/>
              <a:t> Level</a:t>
            </a:r>
          </a:p>
          <a:p>
            <a:pPr lvl="4"/>
            <a:r>
              <a:rPr lang="de-DE" dirty="0" err="1"/>
              <a:t>Fifth</a:t>
            </a:r>
            <a:r>
              <a:rPr lang="de-DE" dirty="0"/>
              <a:t> Level</a:t>
            </a:r>
          </a:p>
        </p:txBody>
      </p:sp>
      <p:cxnSp>
        <p:nvCxnSpPr>
          <p:cNvPr id="10" name="Gerader Verbinder 9">
            <a:extLst>
              <a:ext uri="{FF2B5EF4-FFF2-40B4-BE49-F238E27FC236}">
                <a16:creationId xmlns:a16="http://schemas.microsoft.com/office/drawing/2014/main" id="{CDC4121E-4AE4-2F61-1BE9-0F18F8545CF3}"/>
              </a:ext>
            </a:extLst>
          </p:cNvPr>
          <p:cNvCxnSpPr>
            <a:cxnSpLocks/>
          </p:cNvCxnSpPr>
          <p:nvPr userDrawn="1"/>
        </p:nvCxnSpPr>
        <p:spPr>
          <a:xfrm>
            <a:off x="839788" y="1345940"/>
            <a:ext cx="6424612" cy="0"/>
          </a:xfrm>
          <a:prstGeom prst="line">
            <a:avLst/>
          </a:prstGeom>
          <a:ln w="3175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3" name="Fußzeilenplatzhalter 4">
            <a:extLst>
              <a:ext uri="{FF2B5EF4-FFF2-40B4-BE49-F238E27FC236}">
                <a16:creationId xmlns:a16="http://schemas.microsoft.com/office/drawing/2014/main" id="{780E7898-EB08-DFC3-1878-4EB33CC98952}"/>
              </a:ext>
            </a:extLst>
          </p:cNvPr>
          <p:cNvSpPr>
            <a:spLocks noGrp="1"/>
          </p:cNvSpPr>
          <p:nvPr>
            <p:ph type="ftr" sz="quarter" idx="11"/>
          </p:nvPr>
        </p:nvSpPr>
        <p:spPr>
          <a:xfrm>
            <a:off x="4038600" y="6895016"/>
            <a:ext cx="3595437" cy="365125"/>
          </a:xfrm>
        </p:spPr>
        <p:txBody>
          <a:bodyPr/>
          <a:lstStyle/>
          <a:p>
            <a:r>
              <a:rPr lang="de-DE"/>
              <a:t>Test</a:t>
            </a:r>
            <a:endParaRPr lang="de-DE" dirty="0"/>
          </a:p>
        </p:txBody>
      </p:sp>
      <p:sp>
        <p:nvSpPr>
          <p:cNvPr id="11" name="Titel 1">
            <a:extLst>
              <a:ext uri="{FF2B5EF4-FFF2-40B4-BE49-F238E27FC236}">
                <a16:creationId xmlns:a16="http://schemas.microsoft.com/office/drawing/2014/main" id="{DB8A15A6-8176-610E-65D0-1C0F5983A751}"/>
              </a:ext>
            </a:extLst>
          </p:cNvPr>
          <p:cNvSpPr>
            <a:spLocks noGrp="1"/>
          </p:cNvSpPr>
          <p:nvPr>
            <p:ph type="title" hasCustomPrompt="1"/>
          </p:nvPr>
        </p:nvSpPr>
        <p:spPr>
          <a:xfrm>
            <a:off x="838200" y="252000"/>
            <a:ext cx="6598920" cy="1080000"/>
          </a:xfrm>
        </p:spPr>
        <p:txBody>
          <a:bodyPr anchor="b" anchorCtr="0"/>
          <a:lstStyle/>
          <a:p>
            <a:r>
              <a:rPr lang="de-DE" dirty="0"/>
              <a:t>Insert Headline</a:t>
            </a:r>
          </a:p>
        </p:txBody>
      </p:sp>
      <p:sp>
        <p:nvSpPr>
          <p:cNvPr id="2" name="Bildplatzhalter 7">
            <a:extLst>
              <a:ext uri="{FF2B5EF4-FFF2-40B4-BE49-F238E27FC236}">
                <a16:creationId xmlns:a16="http://schemas.microsoft.com/office/drawing/2014/main" id="{D9B76E5F-F4FE-48CB-EC64-8576E35873AF}"/>
              </a:ext>
            </a:extLst>
          </p:cNvPr>
          <p:cNvSpPr>
            <a:spLocks noGrp="1"/>
          </p:cNvSpPr>
          <p:nvPr>
            <p:ph type="pic" sz="quarter" idx="13" hasCustomPrompt="1"/>
          </p:nvPr>
        </p:nvSpPr>
        <p:spPr>
          <a:xfrm>
            <a:off x="7731761" y="0"/>
            <a:ext cx="4460239" cy="6858001"/>
          </a:xfrm>
        </p:spPr>
        <p:txBody>
          <a:bodyPr anchor="t"/>
          <a:lstStyle>
            <a:lvl1pPr marL="0" indent="0" algn="ctr">
              <a:buNone/>
              <a:defRPr>
                <a:solidFill>
                  <a:schemeClr val="bg1"/>
                </a:solidFill>
              </a:defRPr>
            </a:lvl1pPr>
          </a:lstStyle>
          <a:p>
            <a:r>
              <a:rPr lang="de-DE" dirty="0"/>
              <a:t>Insert Image</a:t>
            </a:r>
          </a:p>
        </p:txBody>
      </p:sp>
      <p:sp>
        <p:nvSpPr>
          <p:cNvPr id="6" name="Foliennummernplatzhalter 5">
            <a:extLst>
              <a:ext uri="{FF2B5EF4-FFF2-40B4-BE49-F238E27FC236}">
                <a16:creationId xmlns:a16="http://schemas.microsoft.com/office/drawing/2014/main" id="{561C0E08-F3EB-2E90-6B30-DCD3D861231E}"/>
              </a:ext>
            </a:extLst>
          </p:cNvPr>
          <p:cNvSpPr txBox="1">
            <a:spLocks/>
          </p:cNvSpPr>
          <p:nvPr userDrawn="1"/>
        </p:nvSpPr>
        <p:spPr>
          <a:xfrm>
            <a:off x="11628000" y="6470456"/>
            <a:ext cx="481263" cy="270705"/>
          </a:xfrm>
          <a:prstGeom prst="rect">
            <a:avLst/>
          </a:prstGeom>
        </p:spPr>
        <p:txBody>
          <a:bodyPr vert="horz" lIns="91440" tIns="45720" rIns="91440" bIns="45720" rtlCol="0" anchor="ctr"/>
          <a:lstStyle>
            <a:defPPr>
              <a:defRPr lang="de-DE"/>
            </a:defPPr>
            <a:lvl1pPr marL="0" algn="ctr" defTabSz="914400" rtl="0" eaLnBrk="1" latinLnBrk="0" hangingPunct="1">
              <a:defRPr sz="90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21C33D4-00A5-43D5-B722-D2F2FA4CCA11}" type="slidenum">
              <a:rPr lang="de-DE" smtClean="0">
                <a:solidFill>
                  <a:schemeClr val="bg1"/>
                </a:solidFill>
              </a:rPr>
              <a:pPr/>
              <a:t>‹Nr.›</a:t>
            </a:fld>
            <a:r>
              <a:rPr lang="de-DE" dirty="0"/>
              <a:t> </a:t>
            </a:r>
          </a:p>
        </p:txBody>
      </p:sp>
      <p:sp>
        <p:nvSpPr>
          <p:cNvPr id="12" name="Ellipse 11">
            <a:extLst>
              <a:ext uri="{FF2B5EF4-FFF2-40B4-BE49-F238E27FC236}">
                <a16:creationId xmlns:a16="http://schemas.microsoft.com/office/drawing/2014/main" id="{03AFE8B6-BAF1-1F6D-F1AF-4E8EF8CE1F9D}"/>
              </a:ext>
            </a:extLst>
          </p:cNvPr>
          <p:cNvSpPr/>
          <p:nvPr userDrawn="1"/>
        </p:nvSpPr>
        <p:spPr>
          <a:xfrm>
            <a:off x="11721600" y="6462305"/>
            <a:ext cx="288000" cy="288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a:extLst>
              <a:ext uri="{FF2B5EF4-FFF2-40B4-BE49-F238E27FC236}">
                <a16:creationId xmlns:a16="http://schemas.microsoft.com/office/drawing/2014/main" id="{3481E22D-7EAF-43E2-12B0-78C1A59362A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1592000" y="36000"/>
            <a:ext cx="556320" cy="556320"/>
          </a:xfrm>
          <a:prstGeom prst="rect">
            <a:avLst/>
          </a:prstGeom>
        </p:spPr>
      </p:pic>
      <p:sp>
        <p:nvSpPr>
          <p:cNvPr id="7" name="Abgerundetes Rechteck 6">
            <a:extLst>
              <a:ext uri="{FF2B5EF4-FFF2-40B4-BE49-F238E27FC236}">
                <a16:creationId xmlns:a16="http://schemas.microsoft.com/office/drawing/2014/main" id="{BA5EEBFB-C34F-A1B7-BB91-1CF62AA28FA2}"/>
              </a:ext>
            </a:extLst>
          </p:cNvPr>
          <p:cNvSpPr/>
          <p:nvPr userDrawn="1"/>
        </p:nvSpPr>
        <p:spPr>
          <a:xfrm>
            <a:off x="9488383" y="6632736"/>
            <a:ext cx="944090" cy="449253"/>
          </a:xfrm>
          <a:prstGeom prst="round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3" name="Fußzeilenplatzhalter 4">
            <a:extLst>
              <a:ext uri="{FF2B5EF4-FFF2-40B4-BE49-F238E27FC236}">
                <a16:creationId xmlns:a16="http://schemas.microsoft.com/office/drawing/2014/main" id="{00B23FF6-09C7-7634-A5FC-4903021024B7}"/>
              </a:ext>
            </a:extLst>
          </p:cNvPr>
          <p:cNvSpPr txBox="1">
            <a:spLocks/>
          </p:cNvSpPr>
          <p:nvPr userDrawn="1"/>
        </p:nvSpPr>
        <p:spPr>
          <a:xfrm>
            <a:off x="9452757" y="6597895"/>
            <a:ext cx="1015342" cy="270705"/>
          </a:xfrm>
          <a:prstGeom prst="rect">
            <a:avLst/>
          </a:prstGeom>
        </p:spPr>
        <p:txBody>
          <a:bodyPr vert="horz" lIns="91440" tIns="45720" rIns="91440" bIns="45720" rtlCol="0" anchor="ctr"/>
          <a:lstStyle>
            <a:defPPr>
              <a:defRPr lang="de-DE"/>
            </a:defPPr>
            <a:lvl1pPr marL="0" algn="ct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sz="700" dirty="0" err="1"/>
              <a:t>strictly</a:t>
            </a:r>
            <a:r>
              <a:rPr lang="de-DE" sz="700" dirty="0"/>
              <a:t> </a:t>
            </a:r>
            <a:r>
              <a:rPr lang="de-DE" sz="700" dirty="0" err="1"/>
              <a:t>confidential</a:t>
            </a:r>
            <a:endParaRPr lang="de-DE" sz="700" dirty="0"/>
          </a:p>
        </p:txBody>
      </p:sp>
    </p:spTree>
    <p:extLst>
      <p:ext uri="{BB962C8B-B14F-4D97-AF65-F5344CB8AC3E}">
        <p14:creationId xmlns:p14="http://schemas.microsoft.com/office/powerpoint/2010/main" val="13249356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 Image (left) 1">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751A0801-A88A-6420-AC41-01641D8A87CC}"/>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232" r="1232"/>
          <a:stretch/>
        </p:blipFill>
        <p:spPr>
          <a:xfrm>
            <a:off x="0" y="0"/>
            <a:ext cx="4460239" cy="6858000"/>
          </a:xfrm>
          <a:prstGeom prst="rect">
            <a:avLst/>
          </a:prstGeom>
        </p:spPr>
      </p:pic>
      <p:sp>
        <p:nvSpPr>
          <p:cNvPr id="4" name="Datumsplatzhalter 3">
            <a:extLst>
              <a:ext uri="{FF2B5EF4-FFF2-40B4-BE49-F238E27FC236}">
                <a16:creationId xmlns:a16="http://schemas.microsoft.com/office/drawing/2014/main" id="{4F553CD5-19B6-E384-5177-6422376AD4FB}"/>
              </a:ext>
            </a:extLst>
          </p:cNvPr>
          <p:cNvSpPr>
            <a:spLocks noGrp="1"/>
          </p:cNvSpPr>
          <p:nvPr>
            <p:ph type="dt" sz="half" idx="10"/>
          </p:nvPr>
        </p:nvSpPr>
        <p:spPr>
          <a:xfrm>
            <a:off x="838200" y="6919996"/>
            <a:ext cx="2743200" cy="365125"/>
          </a:xfrm>
        </p:spPr>
        <p:txBody>
          <a:bodyPr/>
          <a:lstStyle/>
          <a:p>
            <a:fld id="{6EB978D8-DF8A-4079-B907-DAC93DCC8D86}" type="datetime1">
              <a:rPr lang="de-DE" smtClean="0"/>
              <a:t>23.05.2025</a:t>
            </a:fld>
            <a:endParaRPr lang="de-DE"/>
          </a:p>
        </p:txBody>
      </p:sp>
      <p:sp>
        <p:nvSpPr>
          <p:cNvPr id="6" name="Foliennummernplatzhalter 5">
            <a:extLst>
              <a:ext uri="{FF2B5EF4-FFF2-40B4-BE49-F238E27FC236}">
                <a16:creationId xmlns:a16="http://schemas.microsoft.com/office/drawing/2014/main" id="{C7FE403B-1694-B375-295F-281FF426E15C}"/>
              </a:ext>
            </a:extLst>
          </p:cNvPr>
          <p:cNvSpPr>
            <a:spLocks noGrp="1"/>
          </p:cNvSpPr>
          <p:nvPr>
            <p:ph type="sldNum" sz="quarter" idx="12"/>
          </p:nvPr>
        </p:nvSpPr>
        <p:spPr/>
        <p:txBody>
          <a:bodyPr/>
          <a:lstStyle/>
          <a:p>
            <a:fld id="{D21C33D4-00A5-43D5-B722-D2F2FA4CCA11}" type="slidenum">
              <a:rPr lang="de-DE" smtClean="0"/>
              <a:t>‹Nr.›</a:t>
            </a:fld>
            <a:endParaRPr lang="de-DE"/>
          </a:p>
        </p:txBody>
      </p:sp>
      <p:sp>
        <p:nvSpPr>
          <p:cNvPr id="9" name="Inhaltsplatzhalter 2">
            <a:extLst>
              <a:ext uri="{FF2B5EF4-FFF2-40B4-BE49-F238E27FC236}">
                <a16:creationId xmlns:a16="http://schemas.microsoft.com/office/drawing/2014/main" id="{C184F224-CFA7-D750-C448-F8AFB1F30065}"/>
              </a:ext>
            </a:extLst>
          </p:cNvPr>
          <p:cNvSpPr>
            <a:spLocks noGrp="1"/>
          </p:cNvSpPr>
          <p:nvPr>
            <p:ph idx="13" hasCustomPrompt="1"/>
          </p:nvPr>
        </p:nvSpPr>
        <p:spPr>
          <a:xfrm>
            <a:off x="4926982" y="1542476"/>
            <a:ext cx="6424612" cy="4634487"/>
          </a:xfrm>
        </p:spPr>
        <p:txBody>
          <a:bodyPr/>
          <a:lstStyle/>
          <a:p>
            <a:pPr lvl="0"/>
            <a:r>
              <a:rPr lang="de-DE" dirty="0"/>
              <a:t>First Level</a:t>
            </a:r>
          </a:p>
          <a:p>
            <a:pPr lvl="1"/>
            <a:r>
              <a:rPr lang="de-DE" dirty="0"/>
              <a:t>Second Level</a:t>
            </a:r>
          </a:p>
          <a:p>
            <a:pPr lvl="2"/>
            <a:r>
              <a:rPr lang="de-DE" dirty="0"/>
              <a:t>Third Level</a:t>
            </a:r>
          </a:p>
          <a:p>
            <a:pPr lvl="3"/>
            <a:r>
              <a:rPr lang="de-DE" dirty="0" err="1"/>
              <a:t>Fourth</a:t>
            </a:r>
            <a:r>
              <a:rPr lang="de-DE" dirty="0"/>
              <a:t> Level</a:t>
            </a:r>
          </a:p>
          <a:p>
            <a:pPr lvl="4"/>
            <a:r>
              <a:rPr lang="de-DE" dirty="0" err="1"/>
              <a:t>Fifth</a:t>
            </a:r>
            <a:r>
              <a:rPr lang="de-DE" dirty="0"/>
              <a:t> Level</a:t>
            </a:r>
          </a:p>
        </p:txBody>
      </p:sp>
      <p:cxnSp>
        <p:nvCxnSpPr>
          <p:cNvPr id="10" name="Gerader Verbinder 9">
            <a:extLst>
              <a:ext uri="{FF2B5EF4-FFF2-40B4-BE49-F238E27FC236}">
                <a16:creationId xmlns:a16="http://schemas.microsoft.com/office/drawing/2014/main" id="{43687DAB-C11A-F16E-BF9D-E76FC107DD58}"/>
              </a:ext>
            </a:extLst>
          </p:cNvPr>
          <p:cNvCxnSpPr>
            <a:cxnSpLocks/>
          </p:cNvCxnSpPr>
          <p:nvPr userDrawn="1"/>
        </p:nvCxnSpPr>
        <p:spPr>
          <a:xfrm>
            <a:off x="4928570" y="1345940"/>
            <a:ext cx="6424612" cy="0"/>
          </a:xfrm>
          <a:prstGeom prst="line">
            <a:avLst/>
          </a:prstGeom>
          <a:ln w="3175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3" name="Fußzeilenplatzhalter 4">
            <a:extLst>
              <a:ext uri="{FF2B5EF4-FFF2-40B4-BE49-F238E27FC236}">
                <a16:creationId xmlns:a16="http://schemas.microsoft.com/office/drawing/2014/main" id="{984670C3-FBA3-CA98-1E25-9E3138BE7CA9}"/>
              </a:ext>
            </a:extLst>
          </p:cNvPr>
          <p:cNvSpPr>
            <a:spLocks noGrp="1"/>
          </p:cNvSpPr>
          <p:nvPr>
            <p:ph type="ftr" sz="quarter" idx="11"/>
          </p:nvPr>
        </p:nvSpPr>
        <p:spPr>
          <a:xfrm>
            <a:off x="4620126" y="6919995"/>
            <a:ext cx="3533274" cy="365125"/>
          </a:xfrm>
        </p:spPr>
        <p:txBody>
          <a:bodyPr/>
          <a:lstStyle/>
          <a:p>
            <a:r>
              <a:rPr lang="de-DE"/>
              <a:t>Test</a:t>
            </a:r>
            <a:endParaRPr lang="de-DE" dirty="0"/>
          </a:p>
        </p:txBody>
      </p:sp>
      <p:sp>
        <p:nvSpPr>
          <p:cNvPr id="5" name="Titel 1">
            <a:extLst>
              <a:ext uri="{FF2B5EF4-FFF2-40B4-BE49-F238E27FC236}">
                <a16:creationId xmlns:a16="http://schemas.microsoft.com/office/drawing/2014/main" id="{99E530D8-8582-73B5-F384-7A5EE3489C99}"/>
              </a:ext>
            </a:extLst>
          </p:cNvPr>
          <p:cNvSpPr>
            <a:spLocks noGrp="1"/>
          </p:cNvSpPr>
          <p:nvPr>
            <p:ph type="title" hasCustomPrompt="1"/>
          </p:nvPr>
        </p:nvSpPr>
        <p:spPr>
          <a:xfrm>
            <a:off x="4926012" y="252000"/>
            <a:ext cx="6625908" cy="1080000"/>
          </a:xfrm>
        </p:spPr>
        <p:txBody>
          <a:bodyPr anchor="b" anchorCtr="0"/>
          <a:lstStyle/>
          <a:p>
            <a:r>
              <a:rPr lang="de-DE" dirty="0"/>
              <a:t>Insert Headline</a:t>
            </a:r>
          </a:p>
        </p:txBody>
      </p:sp>
      <p:sp>
        <p:nvSpPr>
          <p:cNvPr id="2" name="Bildplatzhalter 7">
            <a:extLst>
              <a:ext uri="{FF2B5EF4-FFF2-40B4-BE49-F238E27FC236}">
                <a16:creationId xmlns:a16="http://schemas.microsoft.com/office/drawing/2014/main" id="{438D8938-99BA-0658-45FF-89057B70E5FA}"/>
              </a:ext>
            </a:extLst>
          </p:cNvPr>
          <p:cNvSpPr>
            <a:spLocks noGrp="1"/>
          </p:cNvSpPr>
          <p:nvPr>
            <p:ph type="pic" sz="quarter" idx="14" hasCustomPrompt="1"/>
          </p:nvPr>
        </p:nvSpPr>
        <p:spPr>
          <a:xfrm>
            <a:off x="0" y="0"/>
            <a:ext cx="4460239" cy="6858001"/>
          </a:xfrm>
        </p:spPr>
        <p:txBody>
          <a:bodyPr anchor="t"/>
          <a:lstStyle>
            <a:lvl1pPr marL="0" indent="0" algn="ctr">
              <a:buNone/>
              <a:defRPr>
                <a:solidFill>
                  <a:schemeClr val="bg1"/>
                </a:solidFill>
              </a:defRPr>
            </a:lvl1pPr>
          </a:lstStyle>
          <a:p>
            <a:r>
              <a:rPr lang="de-DE" dirty="0"/>
              <a:t>Insert Image</a:t>
            </a:r>
          </a:p>
          <a:p>
            <a:endParaRPr lang="de-DE" dirty="0"/>
          </a:p>
        </p:txBody>
      </p:sp>
      <p:pic>
        <p:nvPicPr>
          <p:cNvPr id="7" name="Grafik 6">
            <a:extLst>
              <a:ext uri="{FF2B5EF4-FFF2-40B4-BE49-F238E27FC236}">
                <a16:creationId xmlns:a16="http://schemas.microsoft.com/office/drawing/2014/main" id="{5198254F-1651-AB82-38EB-F83E7D524CE3}"/>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1592000" y="36000"/>
            <a:ext cx="556320" cy="556320"/>
          </a:xfrm>
          <a:prstGeom prst="rect">
            <a:avLst/>
          </a:prstGeom>
        </p:spPr>
      </p:pic>
      <p:sp>
        <p:nvSpPr>
          <p:cNvPr id="11" name="Abgerundetes Rechteck 10">
            <a:extLst>
              <a:ext uri="{FF2B5EF4-FFF2-40B4-BE49-F238E27FC236}">
                <a16:creationId xmlns:a16="http://schemas.microsoft.com/office/drawing/2014/main" id="{0C2CBDB4-872C-EC72-6CDD-5BD13A03AA7D}"/>
              </a:ext>
            </a:extLst>
          </p:cNvPr>
          <p:cNvSpPr/>
          <p:nvPr userDrawn="1"/>
        </p:nvSpPr>
        <p:spPr>
          <a:xfrm>
            <a:off x="1769422" y="6632736"/>
            <a:ext cx="944090" cy="449253"/>
          </a:xfrm>
          <a:prstGeom prst="round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2" name="Fußzeilenplatzhalter 4">
            <a:extLst>
              <a:ext uri="{FF2B5EF4-FFF2-40B4-BE49-F238E27FC236}">
                <a16:creationId xmlns:a16="http://schemas.microsoft.com/office/drawing/2014/main" id="{837DB2A0-BFA5-BD8F-1262-660DCBD08450}"/>
              </a:ext>
            </a:extLst>
          </p:cNvPr>
          <p:cNvSpPr txBox="1">
            <a:spLocks/>
          </p:cNvSpPr>
          <p:nvPr userDrawn="1"/>
        </p:nvSpPr>
        <p:spPr>
          <a:xfrm>
            <a:off x="1733796" y="6597895"/>
            <a:ext cx="1015342" cy="270705"/>
          </a:xfrm>
          <a:prstGeom prst="rect">
            <a:avLst/>
          </a:prstGeom>
        </p:spPr>
        <p:txBody>
          <a:bodyPr vert="horz" lIns="91440" tIns="45720" rIns="91440" bIns="45720" rtlCol="0" anchor="ctr"/>
          <a:lstStyle>
            <a:defPPr>
              <a:defRPr lang="de-DE"/>
            </a:defPPr>
            <a:lvl1pPr marL="0" algn="ct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sz="700" dirty="0" err="1"/>
              <a:t>strictly</a:t>
            </a:r>
            <a:r>
              <a:rPr lang="de-DE" sz="700" dirty="0"/>
              <a:t> </a:t>
            </a:r>
            <a:r>
              <a:rPr lang="de-DE" sz="700" dirty="0" err="1"/>
              <a:t>confidential</a:t>
            </a:r>
            <a:endParaRPr lang="de-DE" sz="700" dirty="0"/>
          </a:p>
        </p:txBody>
      </p:sp>
    </p:spTree>
    <p:extLst>
      <p:ext uri="{BB962C8B-B14F-4D97-AF65-F5344CB8AC3E}">
        <p14:creationId xmlns:p14="http://schemas.microsoft.com/office/powerpoint/2010/main" val="37845327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 Image (left) 2">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751A0801-A88A-6420-AC41-01641D8A87CC}"/>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183" r="1183"/>
          <a:stretch/>
        </p:blipFill>
        <p:spPr>
          <a:xfrm>
            <a:off x="0" y="0"/>
            <a:ext cx="4460239" cy="6858000"/>
          </a:xfrm>
          <a:prstGeom prst="rect">
            <a:avLst/>
          </a:prstGeom>
        </p:spPr>
      </p:pic>
      <p:sp>
        <p:nvSpPr>
          <p:cNvPr id="4" name="Datumsplatzhalter 3">
            <a:extLst>
              <a:ext uri="{FF2B5EF4-FFF2-40B4-BE49-F238E27FC236}">
                <a16:creationId xmlns:a16="http://schemas.microsoft.com/office/drawing/2014/main" id="{4F553CD5-19B6-E384-5177-6422376AD4FB}"/>
              </a:ext>
            </a:extLst>
          </p:cNvPr>
          <p:cNvSpPr>
            <a:spLocks noGrp="1"/>
          </p:cNvSpPr>
          <p:nvPr>
            <p:ph type="dt" sz="half" idx="10"/>
          </p:nvPr>
        </p:nvSpPr>
        <p:spPr>
          <a:xfrm>
            <a:off x="838200" y="6919996"/>
            <a:ext cx="2743200" cy="365125"/>
          </a:xfrm>
        </p:spPr>
        <p:txBody>
          <a:bodyPr/>
          <a:lstStyle/>
          <a:p>
            <a:fld id="{6EB978D8-DF8A-4079-B907-DAC93DCC8D86}" type="datetime1">
              <a:rPr lang="de-DE" smtClean="0"/>
              <a:t>23.05.2025</a:t>
            </a:fld>
            <a:endParaRPr lang="de-DE"/>
          </a:p>
        </p:txBody>
      </p:sp>
      <p:sp>
        <p:nvSpPr>
          <p:cNvPr id="6" name="Foliennummernplatzhalter 5">
            <a:extLst>
              <a:ext uri="{FF2B5EF4-FFF2-40B4-BE49-F238E27FC236}">
                <a16:creationId xmlns:a16="http://schemas.microsoft.com/office/drawing/2014/main" id="{C7FE403B-1694-B375-295F-281FF426E15C}"/>
              </a:ext>
            </a:extLst>
          </p:cNvPr>
          <p:cNvSpPr>
            <a:spLocks noGrp="1"/>
          </p:cNvSpPr>
          <p:nvPr>
            <p:ph type="sldNum" sz="quarter" idx="12"/>
          </p:nvPr>
        </p:nvSpPr>
        <p:spPr/>
        <p:txBody>
          <a:bodyPr/>
          <a:lstStyle/>
          <a:p>
            <a:fld id="{D21C33D4-00A5-43D5-B722-D2F2FA4CCA11}" type="slidenum">
              <a:rPr lang="de-DE" smtClean="0"/>
              <a:t>‹Nr.›</a:t>
            </a:fld>
            <a:endParaRPr lang="de-DE"/>
          </a:p>
        </p:txBody>
      </p:sp>
      <p:sp>
        <p:nvSpPr>
          <p:cNvPr id="9" name="Inhaltsplatzhalter 2">
            <a:extLst>
              <a:ext uri="{FF2B5EF4-FFF2-40B4-BE49-F238E27FC236}">
                <a16:creationId xmlns:a16="http://schemas.microsoft.com/office/drawing/2014/main" id="{C184F224-CFA7-D750-C448-F8AFB1F30065}"/>
              </a:ext>
            </a:extLst>
          </p:cNvPr>
          <p:cNvSpPr>
            <a:spLocks noGrp="1"/>
          </p:cNvSpPr>
          <p:nvPr>
            <p:ph idx="13" hasCustomPrompt="1"/>
          </p:nvPr>
        </p:nvSpPr>
        <p:spPr>
          <a:xfrm>
            <a:off x="4926982" y="1542476"/>
            <a:ext cx="6424612" cy="4634487"/>
          </a:xfrm>
        </p:spPr>
        <p:txBody>
          <a:bodyPr/>
          <a:lstStyle/>
          <a:p>
            <a:pPr lvl="0"/>
            <a:r>
              <a:rPr lang="de-DE" dirty="0"/>
              <a:t>First Level</a:t>
            </a:r>
          </a:p>
          <a:p>
            <a:pPr lvl="1"/>
            <a:r>
              <a:rPr lang="de-DE" dirty="0"/>
              <a:t>Second Level</a:t>
            </a:r>
          </a:p>
          <a:p>
            <a:pPr lvl="2"/>
            <a:r>
              <a:rPr lang="de-DE" dirty="0"/>
              <a:t>Third Level</a:t>
            </a:r>
          </a:p>
          <a:p>
            <a:pPr lvl="3"/>
            <a:r>
              <a:rPr lang="de-DE" dirty="0" err="1"/>
              <a:t>Fourth</a:t>
            </a:r>
            <a:r>
              <a:rPr lang="de-DE" dirty="0"/>
              <a:t> Level</a:t>
            </a:r>
          </a:p>
          <a:p>
            <a:pPr lvl="4"/>
            <a:r>
              <a:rPr lang="de-DE" dirty="0" err="1"/>
              <a:t>Fifth</a:t>
            </a:r>
            <a:r>
              <a:rPr lang="de-DE" dirty="0"/>
              <a:t> Level</a:t>
            </a:r>
          </a:p>
        </p:txBody>
      </p:sp>
      <p:cxnSp>
        <p:nvCxnSpPr>
          <p:cNvPr id="10" name="Gerader Verbinder 9">
            <a:extLst>
              <a:ext uri="{FF2B5EF4-FFF2-40B4-BE49-F238E27FC236}">
                <a16:creationId xmlns:a16="http://schemas.microsoft.com/office/drawing/2014/main" id="{43687DAB-C11A-F16E-BF9D-E76FC107DD58}"/>
              </a:ext>
            </a:extLst>
          </p:cNvPr>
          <p:cNvCxnSpPr>
            <a:cxnSpLocks/>
          </p:cNvCxnSpPr>
          <p:nvPr userDrawn="1"/>
        </p:nvCxnSpPr>
        <p:spPr>
          <a:xfrm>
            <a:off x="4928570" y="1345940"/>
            <a:ext cx="6424612" cy="0"/>
          </a:xfrm>
          <a:prstGeom prst="line">
            <a:avLst/>
          </a:prstGeom>
          <a:ln w="3175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3" name="Fußzeilenplatzhalter 4">
            <a:extLst>
              <a:ext uri="{FF2B5EF4-FFF2-40B4-BE49-F238E27FC236}">
                <a16:creationId xmlns:a16="http://schemas.microsoft.com/office/drawing/2014/main" id="{984670C3-FBA3-CA98-1E25-9E3138BE7CA9}"/>
              </a:ext>
            </a:extLst>
          </p:cNvPr>
          <p:cNvSpPr>
            <a:spLocks noGrp="1"/>
          </p:cNvSpPr>
          <p:nvPr>
            <p:ph type="ftr" sz="quarter" idx="11"/>
          </p:nvPr>
        </p:nvSpPr>
        <p:spPr>
          <a:xfrm>
            <a:off x="4620126" y="6919995"/>
            <a:ext cx="3533274" cy="365125"/>
          </a:xfrm>
        </p:spPr>
        <p:txBody>
          <a:bodyPr/>
          <a:lstStyle/>
          <a:p>
            <a:r>
              <a:rPr lang="de-DE"/>
              <a:t>Test</a:t>
            </a:r>
            <a:endParaRPr lang="de-DE" dirty="0"/>
          </a:p>
        </p:txBody>
      </p:sp>
      <p:sp>
        <p:nvSpPr>
          <p:cNvPr id="5" name="Titel 1">
            <a:extLst>
              <a:ext uri="{FF2B5EF4-FFF2-40B4-BE49-F238E27FC236}">
                <a16:creationId xmlns:a16="http://schemas.microsoft.com/office/drawing/2014/main" id="{4E14654B-3CBB-2E35-EA4A-99F0BC7BE175}"/>
              </a:ext>
            </a:extLst>
          </p:cNvPr>
          <p:cNvSpPr>
            <a:spLocks noGrp="1"/>
          </p:cNvSpPr>
          <p:nvPr>
            <p:ph type="title" hasCustomPrompt="1"/>
          </p:nvPr>
        </p:nvSpPr>
        <p:spPr>
          <a:xfrm>
            <a:off x="4926012" y="252000"/>
            <a:ext cx="6625908" cy="1080000"/>
          </a:xfrm>
        </p:spPr>
        <p:txBody>
          <a:bodyPr anchor="b" anchorCtr="0"/>
          <a:lstStyle/>
          <a:p>
            <a:r>
              <a:rPr lang="de-DE" dirty="0"/>
              <a:t>Insert Headline</a:t>
            </a:r>
          </a:p>
        </p:txBody>
      </p:sp>
      <p:sp>
        <p:nvSpPr>
          <p:cNvPr id="2" name="Bildplatzhalter 7">
            <a:extLst>
              <a:ext uri="{FF2B5EF4-FFF2-40B4-BE49-F238E27FC236}">
                <a16:creationId xmlns:a16="http://schemas.microsoft.com/office/drawing/2014/main" id="{3AD3D09F-57A9-169E-71A3-AB74AEB51A5B}"/>
              </a:ext>
            </a:extLst>
          </p:cNvPr>
          <p:cNvSpPr>
            <a:spLocks noGrp="1"/>
          </p:cNvSpPr>
          <p:nvPr>
            <p:ph type="pic" sz="quarter" idx="14" hasCustomPrompt="1"/>
          </p:nvPr>
        </p:nvSpPr>
        <p:spPr>
          <a:xfrm>
            <a:off x="0" y="0"/>
            <a:ext cx="4460239" cy="6858001"/>
          </a:xfrm>
        </p:spPr>
        <p:txBody>
          <a:bodyPr anchor="t"/>
          <a:lstStyle>
            <a:lvl1pPr marL="0" indent="0" algn="ctr">
              <a:buNone/>
              <a:defRPr>
                <a:solidFill>
                  <a:schemeClr val="bg1"/>
                </a:solidFill>
              </a:defRPr>
            </a:lvl1pPr>
          </a:lstStyle>
          <a:p>
            <a:r>
              <a:rPr lang="de-DE" dirty="0"/>
              <a:t>Insert Image</a:t>
            </a:r>
          </a:p>
        </p:txBody>
      </p:sp>
      <p:pic>
        <p:nvPicPr>
          <p:cNvPr id="7" name="Grafik 6">
            <a:extLst>
              <a:ext uri="{FF2B5EF4-FFF2-40B4-BE49-F238E27FC236}">
                <a16:creationId xmlns:a16="http://schemas.microsoft.com/office/drawing/2014/main" id="{1340FE40-CCC6-4CBA-8689-2577ECBB71B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1592000" y="36000"/>
            <a:ext cx="556320" cy="556320"/>
          </a:xfrm>
          <a:prstGeom prst="rect">
            <a:avLst/>
          </a:prstGeom>
        </p:spPr>
      </p:pic>
      <p:sp>
        <p:nvSpPr>
          <p:cNvPr id="11" name="Abgerundetes Rechteck 10">
            <a:extLst>
              <a:ext uri="{FF2B5EF4-FFF2-40B4-BE49-F238E27FC236}">
                <a16:creationId xmlns:a16="http://schemas.microsoft.com/office/drawing/2014/main" id="{8E8A1939-2BB9-3D7A-F9FE-24E064CFE6FC}"/>
              </a:ext>
            </a:extLst>
          </p:cNvPr>
          <p:cNvSpPr/>
          <p:nvPr userDrawn="1"/>
        </p:nvSpPr>
        <p:spPr>
          <a:xfrm>
            <a:off x="1769422" y="6632736"/>
            <a:ext cx="944090" cy="449253"/>
          </a:xfrm>
          <a:prstGeom prst="round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2" name="Fußzeilenplatzhalter 4">
            <a:extLst>
              <a:ext uri="{FF2B5EF4-FFF2-40B4-BE49-F238E27FC236}">
                <a16:creationId xmlns:a16="http://schemas.microsoft.com/office/drawing/2014/main" id="{728DD8DA-7796-5826-A9CE-4BC7526B73BD}"/>
              </a:ext>
            </a:extLst>
          </p:cNvPr>
          <p:cNvSpPr txBox="1">
            <a:spLocks/>
          </p:cNvSpPr>
          <p:nvPr userDrawn="1"/>
        </p:nvSpPr>
        <p:spPr>
          <a:xfrm>
            <a:off x="1733796" y="6597895"/>
            <a:ext cx="1015342" cy="270705"/>
          </a:xfrm>
          <a:prstGeom prst="rect">
            <a:avLst/>
          </a:prstGeom>
        </p:spPr>
        <p:txBody>
          <a:bodyPr vert="horz" lIns="91440" tIns="45720" rIns="91440" bIns="45720" rtlCol="0" anchor="ctr"/>
          <a:lstStyle>
            <a:defPPr>
              <a:defRPr lang="de-DE"/>
            </a:defPPr>
            <a:lvl1pPr marL="0" algn="ct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sz="700" dirty="0" err="1"/>
              <a:t>strictly</a:t>
            </a:r>
            <a:r>
              <a:rPr lang="de-DE" sz="700" dirty="0"/>
              <a:t> </a:t>
            </a:r>
            <a:r>
              <a:rPr lang="de-DE" sz="700" dirty="0" err="1"/>
              <a:t>confidential</a:t>
            </a:r>
            <a:endParaRPr lang="de-DE" sz="700" dirty="0"/>
          </a:p>
        </p:txBody>
      </p:sp>
    </p:spTree>
    <p:extLst>
      <p:ext uri="{BB962C8B-B14F-4D97-AF65-F5344CB8AC3E}">
        <p14:creationId xmlns:p14="http://schemas.microsoft.com/office/powerpoint/2010/main" val="41930310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Inhalt + Screenshot (Rechts)">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5365A011-FC4B-A0D7-DC2F-168F925D273E}"/>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76387" y="1616747"/>
            <a:ext cx="6218835" cy="4996800"/>
          </a:xfrm>
          <a:prstGeom prst="rect">
            <a:avLst/>
          </a:prstGeom>
        </p:spPr>
      </p:pic>
      <p:pic>
        <p:nvPicPr>
          <p:cNvPr id="2" name="Bildplatzhalter 11">
            <a:extLst>
              <a:ext uri="{FF2B5EF4-FFF2-40B4-BE49-F238E27FC236}">
                <a16:creationId xmlns:a16="http://schemas.microsoft.com/office/drawing/2014/main" id="{3911E858-D3B3-B4FC-2514-C2C3708D7030}"/>
              </a:ext>
            </a:extLst>
          </p:cNvPr>
          <p:cNvPicPr>
            <a:picLocks noChangeAspect="1"/>
          </p:cNvPicPr>
          <p:nvPr userDrawn="1"/>
        </p:nvPicPr>
        <p:blipFill>
          <a:blip r:embed="rId4" cstate="screen">
            <a:extLst>
              <a:ext uri="{28A0092B-C50C-407E-A947-70E740481C1C}">
                <a14:useLocalDpi xmlns:a14="http://schemas.microsoft.com/office/drawing/2010/main"/>
              </a:ext>
            </a:extLst>
          </a:blip>
          <a:srcRect t="78" b="78"/>
          <a:stretch/>
        </p:blipFill>
        <p:spPr>
          <a:xfrm>
            <a:off x="5754753" y="1888283"/>
            <a:ext cx="5666400" cy="3182400"/>
          </a:xfrm>
          <a:prstGeom prst="rect">
            <a:avLst/>
          </a:prstGeom>
        </p:spPr>
      </p:pic>
      <p:sp>
        <p:nvSpPr>
          <p:cNvPr id="12" name="Picture Placeholder 9">
            <a:extLst>
              <a:ext uri="{FF2B5EF4-FFF2-40B4-BE49-F238E27FC236}">
                <a16:creationId xmlns:a16="http://schemas.microsoft.com/office/drawing/2014/main" id="{F324A969-B4C9-9B22-CF75-6C0B4E5B20BF}"/>
              </a:ext>
            </a:extLst>
          </p:cNvPr>
          <p:cNvSpPr>
            <a:spLocks noGrp="1"/>
          </p:cNvSpPr>
          <p:nvPr>
            <p:ph type="pic" sz="quarter" idx="15"/>
          </p:nvPr>
        </p:nvSpPr>
        <p:spPr>
          <a:xfrm>
            <a:off x="5754753" y="1888283"/>
            <a:ext cx="5666400" cy="3182400"/>
          </a:xfrm>
        </p:spPr>
        <p:txBody>
          <a:bodyPr>
            <a:normAutofit/>
          </a:bodyPr>
          <a:lstStyle>
            <a:lvl1pPr marL="0" indent="0" algn="ctr">
              <a:buNone/>
              <a:defRPr sz="1920">
                <a:solidFill>
                  <a:schemeClr val="bg1"/>
                </a:solidFill>
              </a:defRPr>
            </a:lvl1pPr>
          </a:lstStyle>
          <a:p>
            <a:r>
              <a:rPr lang="de-DE"/>
              <a:t>Bild durch Klicken auf Symbol hinzufügen</a:t>
            </a:r>
            <a:endParaRPr lang="en-US" dirty="0"/>
          </a:p>
        </p:txBody>
      </p:sp>
      <p:sp>
        <p:nvSpPr>
          <p:cNvPr id="4" name="Datumsplatzhalter 3">
            <a:extLst>
              <a:ext uri="{FF2B5EF4-FFF2-40B4-BE49-F238E27FC236}">
                <a16:creationId xmlns:a16="http://schemas.microsoft.com/office/drawing/2014/main" id="{4F553CD5-19B6-E384-5177-6422376AD4FB}"/>
              </a:ext>
            </a:extLst>
          </p:cNvPr>
          <p:cNvSpPr>
            <a:spLocks noGrp="1"/>
          </p:cNvSpPr>
          <p:nvPr>
            <p:ph type="dt" sz="half" idx="10"/>
          </p:nvPr>
        </p:nvSpPr>
        <p:spPr/>
        <p:txBody>
          <a:bodyPr/>
          <a:lstStyle/>
          <a:p>
            <a:fld id="{D573C408-C94D-424D-A03B-59D933EEAB24}" type="datetime1">
              <a:rPr lang="de-DE" smtClean="0"/>
              <a:t>23.05.2025</a:t>
            </a:fld>
            <a:endParaRPr lang="de-DE"/>
          </a:p>
        </p:txBody>
      </p:sp>
      <p:sp>
        <p:nvSpPr>
          <p:cNvPr id="5" name="Fußzeilenplatzhalter 4">
            <a:extLst>
              <a:ext uri="{FF2B5EF4-FFF2-40B4-BE49-F238E27FC236}">
                <a16:creationId xmlns:a16="http://schemas.microsoft.com/office/drawing/2014/main" id="{2ED5DE68-7B31-288C-812E-B5219A750732}"/>
              </a:ext>
            </a:extLst>
          </p:cNvPr>
          <p:cNvSpPr>
            <a:spLocks noGrp="1"/>
          </p:cNvSpPr>
          <p:nvPr>
            <p:ph type="ftr" sz="quarter" idx="11"/>
          </p:nvPr>
        </p:nvSpPr>
        <p:spPr/>
        <p:txBody>
          <a:bodyPr/>
          <a:lstStyle/>
          <a:p>
            <a:r>
              <a:rPr lang="de-DE"/>
              <a:t>Test</a:t>
            </a:r>
          </a:p>
        </p:txBody>
      </p:sp>
      <p:sp>
        <p:nvSpPr>
          <p:cNvPr id="6" name="Foliennummernplatzhalter 5">
            <a:extLst>
              <a:ext uri="{FF2B5EF4-FFF2-40B4-BE49-F238E27FC236}">
                <a16:creationId xmlns:a16="http://schemas.microsoft.com/office/drawing/2014/main" id="{C7FE403B-1694-B375-295F-281FF426E15C}"/>
              </a:ext>
            </a:extLst>
          </p:cNvPr>
          <p:cNvSpPr>
            <a:spLocks noGrp="1"/>
          </p:cNvSpPr>
          <p:nvPr>
            <p:ph type="sldNum" sz="quarter" idx="12"/>
          </p:nvPr>
        </p:nvSpPr>
        <p:spPr/>
        <p:txBody>
          <a:bodyPr/>
          <a:lstStyle/>
          <a:p>
            <a:fld id="{D21C33D4-00A5-43D5-B722-D2F2FA4CCA11}" type="slidenum">
              <a:rPr lang="de-DE" smtClean="0"/>
              <a:t>‹Nr.›</a:t>
            </a:fld>
            <a:endParaRPr lang="de-DE"/>
          </a:p>
        </p:txBody>
      </p:sp>
      <p:cxnSp>
        <p:nvCxnSpPr>
          <p:cNvPr id="7" name="Gerader Verbinder 6">
            <a:extLst>
              <a:ext uri="{FF2B5EF4-FFF2-40B4-BE49-F238E27FC236}">
                <a16:creationId xmlns:a16="http://schemas.microsoft.com/office/drawing/2014/main" id="{63EDE1EE-BFE0-F2D0-E7A9-44DFEE40A0AC}"/>
              </a:ext>
            </a:extLst>
          </p:cNvPr>
          <p:cNvCxnSpPr/>
          <p:nvPr userDrawn="1"/>
        </p:nvCxnSpPr>
        <p:spPr>
          <a:xfrm>
            <a:off x="839788" y="1345940"/>
            <a:ext cx="10514012" cy="0"/>
          </a:xfrm>
          <a:prstGeom prst="line">
            <a:avLst/>
          </a:prstGeom>
          <a:ln w="3175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8" name="Inhaltsplatzhalter 2">
            <a:extLst>
              <a:ext uri="{FF2B5EF4-FFF2-40B4-BE49-F238E27FC236}">
                <a16:creationId xmlns:a16="http://schemas.microsoft.com/office/drawing/2014/main" id="{BD6C912D-00E0-5456-B2D2-EDBD61C15487}"/>
              </a:ext>
            </a:extLst>
          </p:cNvPr>
          <p:cNvSpPr>
            <a:spLocks noGrp="1"/>
          </p:cNvSpPr>
          <p:nvPr>
            <p:ph idx="1" hasCustomPrompt="1"/>
          </p:nvPr>
        </p:nvSpPr>
        <p:spPr>
          <a:xfrm>
            <a:off x="838199" y="1542476"/>
            <a:ext cx="3935297" cy="4634487"/>
          </a:xfrm>
        </p:spPr>
        <p:txBody>
          <a:bodyPr/>
          <a:lstStyle/>
          <a:p>
            <a:pPr lvl="0"/>
            <a:r>
              <a:rPr lang="de-DE" dirty="0"/>
              <a:t>First Level</a:t>
            </a:r>
          </a:p>
          <a:p>
            <a:pPr lvl="1"/>
            <a:r>
              <a:rPr lang="de-DE" dirty="0"/>
              <a:t>Second Level</a:t>
            </a:r>
          </a:p>
          <a:p>
            <a:pPr lvl="2"/>
            <a:r>
              <a:rPr lang="de-DE" dirty="0"/>
              <a:t>Third Level</a:t>
            </a:r>
          </a:p>
          <a:p>
            <a:pPr lvl="3"/>
            <a:r>
              <a:rPr lang="de-DE" dirty="0" err="1"/>
              <a:t>Fourth</a:t>
            </a:r>
            <a:r>
              <a:rPr lang="de-DE" dirty="0"/>
              <a:t> Level</a:t>
            </a:r>
          </a:p>
          <a:p>
            <a:pPr lvl="4"/>
            <a:r>
              <a:rPr lang="de-DE" dirty="0" err="1"/>
              <a:t>Fifth</a:t>
            </a:r>
            <a:r>
              <a:rPr lang="de-DE" dirty="0"/>
              <a:t> Level</a:t>
            </a:r>
          </a:p>
        </p:txBody>
      </p:sp>
      <p:sp>
        <p:nvSpPr>
          <p:cNvPr id="3" name="Titel 1">
            <a:extLst>
              <a:ext uri="{FF2B5EF4-FFF2-40B4-BE49-F238E27FC236}">
                <a16:creationId xmlns:a16="http://schemas.microsoft.com/office/drawing/2014/main" id="{2BC3301E-59F7-EC13-C558-A872FB2224C7}"/>
              </a:ext>
            </a:extLst>
          </p:cNvPr>
          <p:cNvSpPr>
            <a:spLocks noGrp="1"/>
          </p:cNvSpPr>
          <p:nvPr>
            <p:ph type="ctrTitle" hasCustomPrompt="1"/>
          </p:nvPr>
        </p:nvSpPr>
        <p:spPr>
          <a:xfrm>
            <a:off x="839788" y="252000"/>
            <a:ext cx="10514012" cy="1080000"/>
          </a:xfrm>
        </p:spPr>
        <p:txBody>
          <a:bodyPr anchor="b">
            <a:normAutofit/>
          </a:bodyPr>
          <a:lstStyle>
            <a:lvl1pPr algn="l">
              <a:defRPr sz="3600"/>
            </a:lvl1pPr>
          </a:lstStyle>
          <a:p>
            <a:r>
              <a:rPr lang="de-DE" dirty="0"/>
              <a:t>Insert Headline</a:t>
            </a:r>
          </a:p>
        </p:txBody>
      </p:sp>
      <p:pic>
        <p:nvPicPr>
          <p:cNvPr id="10" name="Grafik 9">
            <a:extLst>
              <a:ext uri="{FF2B5EF4-FFF2-40B4-BE49-F238E27FC236}">
                <a16:creationId xmlns:a16="http://schemas.microsoft.com/office/drawing/2014/main" id="{B1E7EBFE-5952-6BFA-A3B6-99EA18268038}"/>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11592000" y="36000"/>
            <a:ext cx="556320" cy="556320"/>
          </a:xfrm>
          <a:prstGeom prst="rect">
            <a:avLst/>
          </a:prstGeom>
        </p:spPr>
      </p:pic>
      <p:sp>
        <p:nvSpPr>
          <p:cNvPr id="11" name="Abgerundetes Rechteck 10">
            <a:extLst>
              <a:ext uri="{FF2B5EF4-FFF2-40B4-BE49-F238E27FC236}">
                <a16:creationId xmlns:a16="http://schemas.microsoft.com/office/drawing/2014/main" id="{7C74F413-7FFD-3CEB-58AD-485D812312C9}"/>
              </a:ext>
            </a:extLst>
          </p:cNvPr>
          <p:cNvSpPr/>
          <p:nvPr userDrawn="1"/>
        </p:nvSpPr>
        <p:spPr>
          <a:xfrm>
            <a:off x="1769422" y="6632736"/>
            <a:ext cx="944090" cy="449253"/>
          </a:xfrm>
          <a:prstGeom prst="round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3" name="Fußzeilenplatzhalter 4">
            <a:extLst>
              <a:ext uri="{FF2B5EF4-FFF2-40B4-BE49-F238E27FC236}">
                <a16:creationId xmlns:a16="http://schemas.microsoft.com/office/drawing/2014/main" id="{137E8B76-267B-BB70-A594-76080B31F5AE}"/>
              </a:ext>
            </a:extLst>
          </p:cNvPr>
          <p:cNvSpPr txBox="1">
            <a:spLocks/>
          </p:cNvSpPr>
          <p:nvPr userDrawn="1"/>
        </p:nvSpPr>
        <p:spPr>
          <a:xfrm>
            <a:off x="1733796" y="6597895"/>
            <a:ext cx="1015342" cy="270705"/>
          </a:xfrm>
          <a:prstGeom prst="rect">
            <a:avLst/>
          </a:prstGeom>
        </p:spPr>
        <p:txBody>
          <a:bodyPr vert="horz" lIns="91440" tIns="45720" rIns="91440" bIns="45720" rtlCol="0" anchor="ctr"/>
          <a:lstStyle>
            <a:defPPr>
              <a:defRPr lang="de-DE"/>
            </a:defPPr>
            <a:lvl1pPr marL="0" algn="ct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sz="700" dirty="0" err="1"/>
              <a:t>strictly</a:t>
            </a:r>
            <a:r>
              <a:rPr lang="de-DE" sz="700" dirty="0"/>
              <a:t> </a:t>
            </a:r>
            <a:r>
              <a:rPr lang="de-DE" sz="700" dirty="0" err="1"/>
              <a:t>confidential</a:t>
            </a:r>
            <a:endParaRPr lang="de-DE" sz="700" dirty="0"/>
          </a:p>
        </p:txBody>
      </p:sp>
    </p:spTree>
    <p:extLst>
      <p:ext uri="{BB962C8B-B14F-4D97-AF65-F5344CB8AC3E}">
        <p14:creationId xmlns:p14="http://schemas.microsoft.com/office/powerpoint/2010/main" val="33702342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 Screenshot (right)">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443C187C-2363-F327-5617-F6B697224B3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4331" y="1616747"/>
            <a:ext cx="6218835" cy="4996800"/>
          </a:xfrm>
          <a:prstGeom prst="rect">
            <a:avLst/>
          </a:prstGeom>
        </p:spPr>
      </p:pic>
      <p:pic>
        <p:nvPicPr>
          <p:cNvPr id="9" name="Bildplatzhalter 11">
            <a:extLst>
              <a:ext uri="{FF2B5EF4-FFF2-40B4-BE49-F238E27FC236}">
                <a16:creationId xmlns:a16="http://schemas.microsoft.com/office/drawing/2014/main" id="{9371B4E5-0E2C-6613-FDEF-9988EF23AFF9}"/>
              </a:ext>
            </a:extLst>
          </p:cNvPr>
          <p:cNvPicPr>
            <a:picLocks noChangeAspect="1"/>
          </p:cNvPicPr>
          <p:nvPr userDrawn="1"/>
        </p:nvPicPr>
        <p:blipFill>
          <a:blip r:embed="rId4" cstate="screen">
            <a:extLst>
              <a:ext uri="{28A0092B-C50C-407E-A947-70E740481C1C}">
                <a14:useLocalDpi xmlns:a14="http://schemas.microsoft.com/office/drawing/2010/main"/>
              </a:ext>
            </a:extLst>
          </a:blip>
          <a:srcRect t="78" b="78"/>
          <a:stretch/>
        </p:blipFill>
        <p:spPr>
          <a:xfrm>
            <a:off x="580548" y="1888283"/>
            <a:ext cx="5666400" cy="3182400"/>
          </a:xfrm>
          <a:prstGeom prst="rect">
            <a:avLst/>
          </a:prstGeom>
        </p:spPr>
      </p:pic>
      <p:sp>
        <p:nvSpPr>
          <p:cNvPr id="6" name="Picture Placeholder 9">
            <a:extLst>
              <a:ext uri="{FF2B5EF4-FFF2-40B4-BE49-F238E27FC236}">
                <a16:creationId xmlns:a16="http://schemas.microsoft.com/office/drawing/2014/main" id="{A86B2D3A-801D-4341-CB87-625CFFB9682A}"/>
              </a:ext>
            </a:extLst>
          </p:cNvPr>
          <p:cNvSpPr>
            <a:spLocks noGrp="1"/>
          </p:cNvSpPr>
          <p:nvPr>
            <p:ph type="pic" sz="quarter" idx="15" hasCustomPrompt="1"/>
          </p:nvPr>
        </p:nvSpPr>
        <p:spPr>
          <a:xfrm>
            <a:off x="580548" y="1888759"/>
            <a:ext cx="5666400" cy="3182400"/>
          </a:xfrm>
        </p:spPr>
        <p:txBody>
          <a:bodyPr anchor="t">
            <a:normAutofit/>
          </a:bodyPr>
          <a:lstStyle>
            <a:lvl1pPr marL="0" indent="0" algn="ctr">
              <a:buNone/>
              <a:defRPr sz="1920">
                <a:solidFill>
                  <a:schemeClr val="bg1"/>
                </a:solidFill>
              </a:defRPr>
            </a:lvl1pPr>
          </a:lstStyle>
          <a:p>
            <a:r>
              <a:rPr lang="en-US" dirty="0"/>
              <a:t>Insert Screenshot</a:t>
            </a:r>
          </a:p>
        </p:txBody>
      </p:sp>
      <p:sp>
        <p:nvSpPr>
          <p:cNvPr id="3" name="Inhaltsplatzhalter 2">
            <a:extLst>
              <a:ext uri="{FF2B5EF4-FFF2-40B4-BE49-F238E27FC236}">
                <a16:creationId xmlns:a16="http://schemas.microsoft.com/office/drawing/2014/main" id="{2EE2C7B8-3C2F-EACB-C6C2-D376857A0A05}"/>
              </a:ext>
            </a:extLst>
          </p:cNvPr>
          <p:cNvSpPr>
            <a:spLocks noGrp="1"/>
          </p:cNvSpPr>
          <p:nvPr>
            <p:ph idx="1" hasCustomPrompt="1"/>
          </p:nvPr>
        </p:nvSpPr>
        <p:spPr>
          <a:xfrm>
            <a:off x="7323237" y="1542476"/>
            <a:ext cx="4028975" cy="4634487"/>
          </a:xfrm>
        </p:spPr>
        <p:txBody>
          <a:bodyPr/>
          <a:lstStyle/>
          <a:p>
            <a:pPr lvl="0"/>
            <a:r>
              <a:rPr lang="de-DE" dirty="0"/>
              <a:t>First Level</a:t>
            </a:r>
          </a:p>
          <a:p>
            <a:pPr lvl="1"/>
            <a:r>
              <a:rPr lang="de-DE" dirty="0"/>
              <a:t>Second Level</a:t>
            </a:r>
          </a:p>
          <a:p>
            <a:pPr lvl="2"/>
            <a:r>
              <a:rPr lang="de-DE" dirty="0"/>
              <a:t>Third Level</a:t>
            </a:r>
          </a:p>
          <a:p>
            <a:pPr lvl="3"/>
            <a:r>
              <a:rPr lang="de-DE" dirty="0" err="1"/>
              <a:t>Fourth</a:t>
            </a:r>
            <a:r>
              <a:rPr lang="de-DE" dirty="0"/>
              <a:t> Level</a:t>
            </a:r>
          </a:p>
          <a:p>
            <a:pPr lvl="4"/>
            <a:r>
              <a:rPr lang="de-DE" dirty="0" err="1"/>
              <a:t>Fifth</a:t>
            </a:r>
            <a:r>
              <a:rPr lang="de-DE" dirty="0"/>
              <a:t> Level</a:t>
            </a:r>
          </a:p>
        </p:txBody>
      </p:sp>
      <p:sp>
        <p:nvSpPr>
          <p:cNvPr id="4" name="Datumsplatzhalter 3">
            <a:extLst>
              <a:ext uri="{FF2B5EF4-FFF2-40B4-BE49-F238E27FC236}">
                <a16:creationId xmlns:a16="http://schemas.microsoft.com/office/drawing/2014/main" id="{4F553CD5-19B6-E384-5177-6422376AD4FB}"/>
              </a:ext>
            </a:extLst>
          </p:cNvPr>
          <p:cNvSpPr>
            <a:spLocks noGrp="1"/>
          </p:cNvSpPr>
          <p:nvPr>
            <p:ph type="dt" sz="half" idx="10"/>
          </p:nvPr>
        </p:nvSpPr>
        <p:spPr>
          <a:xfrm>
            <a:off x="996617" y="6959259"/>
            <a:ext cx="1008645" cy="270705"/>
          </a:xfrm>
        </p:spPr>
        <p:txBody>
          <a:bodyPr/>
          <a:lstStyle/>
          <a:p>
            <a:fld id="{E5D00B99-BE96-49F9-9881-2A32579D595D}" type="datetime1">
              <a:rPr lang="de-DE" smtClean="0"/>
              <a:t>23.05.2025</a:t>
            </a:fld>
            <a:endParaRPr lang="de-DE"/>
          </a:p>
        </p:txBody>
      </p:sp>
      <p:sp>
        <p:nvSpPr>
          <p:cNvPr id="5" name="Fußzeilenplatzhalter 4">
            <a:extLst>
              <a:ext uri="{FF2B5EF4-FFF2-40B4-BE49-F238E27FC236}">
                <a16:creationId xmlns:a16="http://schemas.microsoft.com/office/drawing/2014/main" id="{2ED5DE68-7B31-288C-812E-B5219A750732}"/>
              </a:ext>
            </a:extLst>
          </p:cNvPr>
          <p:cNvSpPr>
            <a:spLocks noGrp="1"/>
          </p:cNvSpPr>
          <p:nvPr>
            <p:ph type="ftr" sz="quarter" idx="11"/>
          </p:nvPr>
        </p:nvSpPr>
        <p:spPr/>
        <p:txBody>
          <a:bodyPr/>
          <a:lstStyle/>
          <a:p>
            <a:r>
              <a:rPr lang="de-DE"/>
              <a:t>Test</a:t>
            </a:r>
          </a:p>
        </p:txBody>
      </p:sp>
      <p:cxnSp>
        <p:nvCxnSpPr>
          <p:cNvPr id="13" name="Gerader Verbinder 12">
            <a:extLst>
              <a:ext uri="{FF2B5EF4-FFF2-40B4-BE49-F238E27FC236}">
                <a16:creationId xmlns:a16="http://schemas.microsoft.com/office/drawing/2014/main" id="{E70B8526-C58E-BAC5-697D-0EC3F908400B}"/>
              </a:ext>
            </a:extLst>
          </p:cNvPr>
          <p:cNvCxnSpPr/>
          <p:nvPr userDrawn="1"/>
        </p:nvCxnSpPr>
        <p:spPr>
          <a:xfrm>
            <a:off x="839788" y="1345940"/>
            <a:ext cx="10514012" cy="0"/>
          </a:xfrm>
          <a:prstGeom prst="line">
            <a:avLst/>
          </a:prstGeom>
          <a:ln w="3175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7" name="Titel 1">
            <a:extLst>
              <a:ext uri="{FF2B5EF4-FFF2-40B4-BE49-F238E27FC236}">
                <a16:creationId xmlns:a16="http://schemas.microsoft.com/office/drawing/2014/main" id="{FE70CB8E-73AA-5999-D10B-3E8F6CC87132}"/>
              </a:ext>
            </a:extLst>
          </p:cNvPr>
          <p:cNvSpPr>
            <a:spLocks noGrp="1"/>
          </p:cNvSpPr>
          <p:nvPr>
            <p:ph type="ctrTitle" hasCustomPrompt="1"/>
          </p:nvPr>
        </p:nvSpPr>
        <p:spPr>
          <a:xfrm>
            <a:off x="839788" y="252000"/>
            <a:ext cx="10512424" cy="1080000"/>
          </a:xfrm>
        </p:spPr>
        <p:txBody>
          <a:bodyPr anchor="b">
            <a:normAutofit/>
          </a:bodyPr>
          <a:lstStyle>
            <a:lvl1pPr algn="l">
              <a:defRPr sz="3600"/>
            </a:lvl1pPr>
          </a:lstStyle>
          <a:p>
            <a:r>
              <a:rPr lang="de-DE" dirty="0"/>
              <a:t>Insert Headline</a:t>
            </a:r>
          </a:p>
        </p:txBody>
      </p:sp>
      <p:sp>
        <p:nvSpPr>
          <p:cNvPr id="10" name="Foliennummernplatzhalter 5">
            <a:extLst>
              <a:ext uri="{FF2B5EF4-FFF2-40B4-BE49-F238E27FC236}">
                <a16:creationId xmlns:a16="http://schemas.microsoft.com/office/drawing/2014/main" id="{91EB08F4-3DF8-E045-5753-B2227EB40A7B}"/>
              </a:ext>
            </a:extLst>
          </p:cNvPr>
          <p:cNvSpPr>
            <a:spLocks noGrp="1"/>
          </p:cNvSpPr>
          <p:nvPr>
            <p:ph type="sldNum" sz="quarter" idx="12"/>
          </p:nvPr>
        </p:nvSpPr>
        <p:spPr>
          <a:xfrm>
            <a:off x="11628000" y="6470456"/>
            <a:ext cx="481263" cy="270705"/>
          </a:xfrm>
        </p:spPr>
        <p:txBody>
          <a:bodyPr/>
          <a:lstStyle/>
          <a:p>
            <a:fld id="{D21C33D4-00A5-43D5-B722-D2F2FA4CCA11}" type="slidenum">
              <a:rPr lang="de-DE" smtClean="0"/>
              <a:t>‹Nr.›</a:t>
            </a:fld>
            <a:endParaRPr lang="de-DE" dirty="0"/>
          </a:p>
        </p:txBody>
      </p:sp>
      <p:pic>
        <p:nvPicPr>
          <p:cNvPr id="8" name="Grafik 7">
            <a:extLst>
              <a:ext uri="{FF2B5EF4-FFF2-40B4-BE49-F238E27FC236}">
                <a16:creationId xmlns:a16="http://schemas.microsoft.com/office/drawing/2014/main" id="{CA634985-853B-6C14-0468-A49C46CACCFE}"/>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11592000" y="36000"/>
            <a:ext cx="556320" cy="556320"/>
          </a:xfrm>
          <a:prstGeom prst="rect">
            <a:avLst/>
          </a:prstGeom>
        </p:spPr>
      </p:pic>
      <p:sp>
        <p:nvSpPr>
          <p:cNvPr id="11" name="Abgerundetes Rechteck 10">
            <a:extLst>
              <a:ext uri="{FF2B5EF4-FFF2-40B4-BE49-F238E27FC236}">
                <a16:creationId xmlns:a16="http://schemas.microsoft.com/office/drawing/2014/main" id="{0DF0DCC0-A852-3B23-283C-CEC7B71E36E1}"/>
              </a:ext>
            </a:extLst>
          </p:cNvPr>
          <p:cNvSpPr/>
          <p:nvPr userDrawn="1"/>
        </p:nvSpPr>
        <p:spPr>
          <a:xfrm>
            <a:off x="9488383" y="6632736"/>
            <a:ext cx="944090" cy="449253"/>
          </a:xfrm>
          <a:prstGeom prst="round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2" name="Fußzeilenplatzhalter 4">
            <a:extLst>
              <a:ext uri="{FF2B5EF4-FFF2-40B4-BE49-F238E27FC236}">
                <a16:creationId xmlns:a16="http://schemas.microsoft.com/office/drawing/2014/main" id="{5F963B1A-999A-C64F-6DE0-ABFBC33508C7}"/>
              </a:ext>
            </a:extLst>
          </p:cNvPr>
          <p:cNvSpPr txBox="1">
            <a:spLocks/>
          </p:cNvSpPr>
          <p:nvPr userDrawn="1"/>
        </p:nvSpPr>
        <p:spPr>
          <a:xfrm>
            <a:off x="9452757" y="6597895"/>
            <a:ext cx="1015342" cy="270705"/>
          </a:xfrm>
          <a:prstGeom prst="rect">
            <a:avLst/>
          </a:prstGeom>
        </p:spPr>
        <p:txBody>
          <a:bodyPr vert="horz" lIns="91440" tIns="45720" rIns="91440" bIns="45720" rtlCol="0" anchor="ctr"/>
          <a:lstStyle>
            <a:defPPr>
              <a:defRPr lang="de-DE"/>
            </a:defPPr>
            <a:lvl1pPr marL="0" algn="ct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sz="700" dirty="0" err="1"/>
              <a:t>strictly</a:t>
            </a:r>
            <a:r>
              <a:rPr lang="de-DE" sz="700" dirty="0"/>
              <a:t> </a:t>
            </a:r>
            <a:r>
              <a:rPr lang="de-DE" sz="700" dirty="0" err="1"/>
              <a:t>confidential</a:t>
            </a:r>
            <a:endParaRPr lang="de-DE" sz="700" dirty="0"/>
          </a:p>
        </p:txBody>
      </p:sp>
    </p:spTree>
    <p:extLst>
      <p:ext uri="{BB962C8B-B14F-4D97-AF65-F5344CB8AC3E}">
        <p14:creationId xmlns:p14="http://schemas.microsoft.com/office/powerpoint/2010/main" val="20525887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 Screenshot Phone (right)">
    <p:spTree>
      <p:nvGrpSpPr>
        <p:cNvPr id="1" name=""/>
        <p:cNvGrpSpPr/>
        <p:nvPr/>
      </p:nvGrpSpPr>
      <p:grpSpPr>
        <a:xfrm>
          <a:off x="0" y="0"/>
          <a:ext cx="0" cy="0"/>
          <a:chOff x="0" y="0"/>
          <a:chExt cx="0" cy="0"/>
        </a:xfrm>
      </p:grpSpPr>
      <p:pic>
        <p:nvPicPr>
          <p:cNvPr id="15" name="Grafik 14">
            <a:extLst>
              <a:ext uri="{FF2B5EF4-FFF2-40B4-BE49-F238E27FC236}">
                <a16:creationId xmlns:a16="http://schemas.microsoft.com/office/drawing/2014/main" id="{4F1B298F-67FD-D202-D73D-2FDE7E716F56}"/>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180000">
            <a:off x="7938351" y="1531238"/>
            <a:ext cx="2455556" cy="4996800"/>
          </a:xfrm>
          <a:prstGeom prst="rect">
            <a:avLst/>
          </a:prstGeom>
        </p:spPr>
      </p:pic>
      <p:pic>
        <p:nvPicPr>
          <p:cNvPr id="2" name="Bildplatzhalter 5">
            <a:extLst>
              <a:ext uri="{FF2B5EF4-FFF2-40B4-BE49-F238E27FC236}">
                <a16:creationId xmlns:a16="http://schemas.microsoft.com/office/drawing/2014/main" id="{D2AE098F-A3BC-935F-4EBF-E6B2D6A11B4F}"/>
              </a:ext>
            </a:extLst>
          </p:cNvPr>
          <p:cNvPicPr>
            <a:picLocks noChangeAspect="1"/>
          </p:cNvPicPr>
          <p:nvPr userDrawn="1"/>
        </p:nvPicPr>
        <p:blipFill>
          <a:blip r:embed="rId4" cstate="screen">
            <a:extLst>
              <a:ext uri="{28A0092B-C50C-407E-A947-70E740481C1C}">
                <a14:useLocalDpi xmlns:a14="http://schemas.microsoft.com/office/drawing/2010/main"/>
              </a:ext>
            </a:extLst>
          </a:blip>
          <a:srcRect t="16" b="16"/>
          <a:stretch/>
        </p:blipFill>
        <p:spPr>
          <a:xfrm rot="180000">
            <a:off x="8082529" y="1680113"/>
            <a:ext cx="2167200" cy="4698000"/>
          </a:xfrm>
          <a:prstGeom prst="roundRect">
            <a:avLst>
              <a:gd name="adj" fmla="val 11998"/>
            </a:avLst>
          </a:prstGeom>
        </p:spPr>
      </p:pic>
      <p:sp>
        <p:nvSpPr>
          <p:cNvPr id="12" name="Picture Placeholder 9">
            <a:extLst>
              <a:ext uri="{FF2B5EF4-FFF2-40B4-BE49-F238E27FC236}">
                <a16:creationId xmlns:a16="http://schemas.microsoft.com/office/drawing/2014/main" id="{F324A969-B4C9-9B22-CF75-6C0B4E5B20BF}"/>
              </a:ext>
            </a:extLst>
          </p:cNvPr>
          <p:cNvSpPr>
            <a:spLocks noGrp="1"/>
          </p:cNvSpPr>
          <p:nvPr>
            <p:ph type="pic" sz="quarter" idx="15" hasCustomPrompt="1"/>
          </p:nvPr>
        </p:nvSpPr>
        <p:spPr>
          <a:xfrm rot="180000">
            <a:off x="8085040" y="1680114"/>
            <a:ext cx="2167200" cy="4698000"/>
          </a:xfrm>
          <a:prstGeom prst="roundRect">
            <a:avLst>
              <a:gd name="adj" fmla="val 11194"/>
            </a:avLst>
          </a:prstGeom>
        </p:spPr>
        <p:txBody>
          <a:bodyPr>
            <a:normAutofit/>
          </a:bodyPr>
          <a:lstStyle>
            <a:lvl1pPr marL="0" indent="0" algn="ctr">
              <a:buNone/>
              <a:defRPr sz="1920">
                <a:solidFill>
                  <a:schemeClr val="bg1"/>
                </a:solidFill>
              </a:defRPr>
            </a:lvl1pPr>
          </a:lstStyle>
          <a:p>
            <a:r>
              <a:rPr lang="en-US" dirty="0"/>
              <a:t>Insert Screenshot</a:t>
            </a:r>
          </a:p>
        </p:txBody>
      </p:sp>
      <p:sp>
        <p:nvSpPr>
          <p:cNvPr id="4" name="Datumsplatzhalter 3">
            <a:extLst>
              <a:ext uri="{FF2B5EF4-FFF2-40B4-BE49-F238E27FC236}">
                <a16:creationId xmlns:a16="http://schemas.microsoft.com/office/drawing/2014/main" id="{4F553CD5-19B6-E384-5177-6422376AD4FB}"/>
              </a:ext>
            </a:extLst>
          </p:cNvPr>
          <p:cNvSpPr>
            <a:spLocks noGrp="1"/>
          </p:cNvSpPr>
          <p:nvPr>
            <p:ph type="dt" sz="half" idx="10"/>
          </p:nvPr>
        </p:nvSpPr>
        <p:spPr/>
        <p:txBody>
          <a:bodyPr/>
          <a:lstStyle/>
          <a:p>
            <a:fld id="{D573C408-C94D-424D-A03B-59D933EEAB24}" type="datetime1">
              <a:rPr lang="de-DE" smtClean="0"/>
              <a:t>23.05.2025</a:t>
            </a:fld>
            <a:endParaRPr lang="de-DE"/>
          </a:p>
        </p:txBody>
      </p:sp>
      <p:sp>
        <p:nvSpPr>
          <p:cNvPr id="5" name="Fußzeilenplatzhalter 4">
            <a:extLst>
              <a:ext uri="{FF2B5EF4-FFF2-40B4-BE49-F238E27FC236}">
                <a16:creationId xmlns:a16="http://schemas.microsoft.com/office/drawing/2014/main" id="{2ED5DE68-7B31-288C-812E-B5219A750732}"/>
              </a:ext>
            </a:extLst>
          </p:cNvPr>
          <p:cNvSpPr>
            <a:spLocks noGrp="1"/>
          </p:cNvSpPr>
          <p:nvPr>
            <p:ph type="ftr" sz="quarter" idx="11"/>
          </p:nvPr>
        </p:nvSpPr>
        <p:spPr/>
        <p:txBody>
          <a:bodyPr/>
          <a:lstStyle/>
          <a:p>
            <a:r>
              <a:rPr lang="de-DE"/>
              <a:t>Test</a:t>
            </a:r>
          </a:p>
        </p:txBody>
      </p:sp>
      <p:sp>
        <p:nvSpPr>
          <p:cNvPr id="6" name="Foliennummernplatzhalter 5">
            <a:extLst>
              <a:ext uri="{FF2B5EF4-FFF2-40B4-BE49-F238E27FC236}">
                <a16:creationId xmlns:a16="http://schemas.microsoft.com/office/drawing/2014/main" id="{C7FE403B-1694-B375-295F-281FF426E15C}"/>
              </a:ext>
            </a:extLst>
          </p:cNvPr>
          <p:cNvSpPr>
            <a:spLocks noGrp="1"/>
          </p:cNvSpPr>
          <p:nvPr>
            <p:ph type="sldNum" sz="quarter" idx="12"/>
          </p:nvPr>
        </p:nvSpPr>
        <p:spPr/>
        <p:txBody>
          <a:bodyPr/>
          <a:lstStyle/>
          <a:p>
            <a:fld id="{D21C33D4-00A5-43D5-B722-D2F2FA4CCA11}" type="slidenum">
              <a:rPr lang="de-DE" smtClean="0"/>
              <a:t>‹Nr.›</a:t>
            </a:fld>
            <a:endParaRPr lang="de-DE"/>
          </a:p>
        </p:txBody>
      </p:sp>
      <p:cxnSp>
        <p:nvCxnSpPr>
          <p:cNvPr id="7" name="Gerader Verbinder 6">
            <a:extLst>
              <a:ext uri="{FF2B5EF4-FFF2-40B4-BE49-F238E27FC236}">
                <a16:creationId xmlns:a16="http://schemas.microsoft.com/office/drawing/2014/main" id="{63EDE1EE-BFE0-F2D0-E7A9-44DFEE40A0AC}"/>
              </a:ext>
            </a:extLst>
          </p:cNvPr>
          <p:cNvCxnSpPr/>
          <p:nvPr userDrawn="1"/>
        </p:nvCxnSpPr>
        <p:spPr>
          <a:xfrm>
            <a:off x="839788" y="1345940"/>
            <a:ext cx="10514012" cy="0"/>
          </a:xfrm>
          <a:prstGeom prst="line">
            <a:avLst/>
          </a:prstGeom>
          <a:ln w="3175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8" name="Inhaltsplatzhalter 2">
            <a:extLst>
              <a:ext uri="{FF2B5EF4-FFF2-40B4-BE49-F238E27FC236}">
                <a16:creationId xmlns:a16="http://schemas.microsoft.com/office/drawing/2014/main" id="{BD6C912D-00E0-5456-B2D2-EDBD61C15487}"/>
              </a:ext>
            </a:extLst>
          </p:cNvPr>
          <p:cNvSpPr>
            <a:spLocks noGrp="1"/>
          </p:cNvSpPr>
          <p:nvPr>
            <p:ph idx="1" hasCustomPrompt="1"/>
          </p:nvPr>
        </p:nvSpPr>
        <p:spPr>
          <a:xfrm>
            <a:off x="838200" y="1542476"/>
            <a:ext cx="5940000" cy="4634487"/>
          </a:xfrm>
        </p:spPr>
        <p:txBody>
          <a:bodyPr/>
          <a:lstStyle/>
          <a:p>
            <a:pPr lvl="0"/>
            <a:r>
              <a:rPr lang="de-DE" dirty="0"/>
              <a:t>First Level</a:t>
            </a:r>
          </a:p>
          <a:p>
            <a:pPr lvl="1"/>
            <a:r>
              <a:rPr lang="de-DE" dirty="0"/>
              <a:t>Second Level</a:t>
            </a:r>
          </a:p>
          <a:p>
            <a:pPr lvl="2"/>
            <a:r>
              <a:rPr lang="de-DE" dirty="0"/>
              <a:t>Third Level</a:t>
            </a:r>
          </a:p>
          <a:p>
            <a:pPr lvl="3"/>
            <a:r>
              <a:rPr lang="de-DE" dirty="0" err="1"/>
              <a:t>Fourth</a:t>
            </a:r>
            <a:r>
              <a:rPr lang="de-DE" dirty="0"/>
              <a:t> Level</a:t>
            </a:r>
          </a:p>
          <a:p>
            <a:pPr lvl="4"/>
            <a:r>
              <a:rPr lang="de-DE" dirty="0" err="1"/>
              <a:t>Fifth</a:t>
            </a:r>
            <a:r>
              <a:rPr lang="de-DE" dirty="0"/>
              <a:t> Level</a:t>
            </a:r>
          </a:p>
        </p:txBody>
      </p:sp>
      <p:sp>
        <p:nvSpPr>
          <p:cNvPr id="3" name="Titel 1">
            <a:extLst>
              <a:ext uri="{FF2B5EF4-FFF2-40B4-BE49-F238E27FC236}">
                <a16:creationId xmlns:a16="http://schemas.microsoft.com/office/drawing/2014/main" id="{2BC3301E-59F7-EC13-C558-A872FB2224C7}"/>
              </a:ext>
            </a:extLst>
          </p:cNvPr>
          <p:cNvSpPr>
            <a:spLocks noGrp="1"/>
          </p:cNvSpPr>
          <p:nvPr>
            <p:ph type="ctrTitle" hasCustomPrompt="1"/>
          </p:nvPr>
        </p:nvSpPr>
        <p:spPr>
          <a:xfrm>
            <a:off x="839788" y="251999"/>
            <a:ext cx="10514012" cy="1080000"/>
          </a:xfrm>
        </p:spPr>
        <p:txBody>
          <a:bodyPr anchor="b">
            <a:normAutofit/>
          </a:bodyPr>
          <a:lstStyle>
            <a:lvl1pPr algn="l">
              <a:defRPr sz="3600"/>
            </a:lvl1pPr>
          </a:lstStyle>
          <a:p>
            <a:r>
              <a:rPr lang="de-DE" dirty="0"/>
              <a:t>Insert Headline</a:t>
            </a:r>
          </a:p>
        </p:txBody>
      </p:sp>
      <p:pic>
        <p:nvPicPr>
          <p:cNvPr id="9" name="Grafik 8">
            <a:extLst>
              <a:ext uri="{FF2B5EF4-FFF2-40B4-BE49-F238E27FC236}">
                <a16:creationId xmlns:a16="http://schemas.microsoft.com/office/drawing/2014/main" id="{A0A078BB-1F7B-B02C-6EA3-D298A96FB16C}"/>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11592000" y="36000"/>
            <a:ext cx="556320" cy="556320"/>
          </a:xfrm>
          <a:prstGeom prst="rect">
            <a:avLst/>
          </a:prstGeom>
        </p:spPr>
      </p:pic>
      <p:sp>
        <p:nvSpPr>
          <p:cNvPr id="10" name="Abgerundetes Rechteck 9">
            <a:extLst>
              <a:ext uri="{FF2B5EF4-FFF2-40B4-BE49-F238E27FC236}">
                <a16:creationId xmlns:a16="http://schemas.microsoft.com/office/drawing/2014/main" id="{A1BE7517-E0CF-A8A7-5EC6-B0677D5E09BD}"/>
              </a:ext>
            </a:extLst>
          </p:cNvPr>
          <p:cNvSpPr/>
          <p:nvPr userDrawn="1"/>
        </p:nvSpPr>
        <p:spPr>
          <a:xfrm>
            <a:off x="1769422" y="6632736"/>
            <a:ext cx="944090" cy="449253"/>
          </a:xfrm>
          <a:prstGeom prst="round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1" name="Fußzeilenplatzhalter 4">
            <a:extLst>
              <a:ext uri="{FF2B5EF4-FFF2-40B4-BE49-F238E27FC236}">
                <a16:creationId xmlns:a16="http://schemas.microsoft.com/office/drawing/2014/main" id="{098BFAEE-B1C4-E3F6-E657-2F736337F7BD}"/>
              </a:ext>
            </a:extLst>
          </p:cNvPr>
          <p:cNvSpPr txBox="1">
            <a:spLocks/>
          </p:cNvSpPr>
          <p:nvPr userDrawn="1"/>
        </p:nvSpPr>
        <p:spPr>
          <a:xfrm>
            <a:off x="1733796" y="6597895"/>
            <a:ext cx="1015342" cy="270705"/>
          </a:xfrm>
          <a:prstGeom prst="rect">
            <a:avLst/>
          </a:prstGeom>
        </p:spPr>
        <p:txBody>
          <a:bodyPr vert="horz" lIns="91440" tIns="45720" rIns="91440" bIns="45720" rtlCol="0" anchor="ctr"/>
          <a:lstStyle>
            <a:defPPr>
              <a:defRPr lang="de-DE"/>
            </a:defPPr>
            <a:lvl1pPr marL="0" algn="ct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sz="700" dirty="0" err="1"/>
              <a:t>strictly</a:t>
            </a:r>
            <a:r>
              <a:rPr lang="de-DE" sz="700" dirty="0"/>
              <a:t> </a:t>
            </a:r>
            <a:r>
              <a:rPr lang="de-DE" sz="700" dirty="0" err="1"/>
              <a:t>confidential</a:t>
            </a:r>
            <a:endParaRPr lang="de-DE" sz="700" dirty="0"/>
          </a:p>
        </p:txBody>
      </p:sp>
    </p:spTree>
    <p:extLst>
      <p:ext uri="{BB962C8B-B14F-4D97-AF65-F5344CB8AC3E}">
        <p14:creationId xmlns:p14="http://schemas.microsoft.com/office/powerpoint/2010/main" val="22676904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 Screenshot Phone (left)">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CD70A5E5-6FBE-174B-BB84-0DF57D83CF16}"/>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180000">
            <a:off x="1125690" y="1531238"/>
            <a:ext cx="2455556" cy="4996800"/>
          </a:xfrm>
          <a:prstGeom prst="rect">
            <a:avLst/>
          </a:prstGeom>
        </p:spPr>
      </p:pic>
      <p:pic>
        <p:nvPicPr>
          <p:cNvPr id="2" name="Bildplatzhalter 5">
            <a:extLst>
              <a:ext uri="{FF2B5EF4-FFF2-40B4-BE49-F238E27FC236}">
                <a16:creationId xmlns:a16="http://schemas.microsoft.com/office/drawing/2014/main" id="{0291FB03-0283-D5C6-31D8-E9A0D2CA1564}"/>
              </a:ext>
            </a:extLst>
          </p:cNvPr>
          <p:cNvPicPr>
            <a:picLocks noChangeAspect="1"/>
          </p:cNvPicPr>
          <p:nvPr userDrawn="1"/>
        </p:nvPicPr>
        <p:blipFill>
          <a:blip r:embed="rId4" cstate="screen">
            <a:extLst>
              <a:ext uri="{28A0092B-C50C-407E-A947-70E740481C1C}">
                <a14:useLocalDpi xmlns:a14="http://schemas.microsoft.com/office/drawing/2010/main"/>
              </a:ext>
            </a:extLst>
          </a:blip>
          <a:srcRect t="16" b="16"/>
          <a:stretch/>
        </p:blipFill>
        <p:spPr>
          <a:xfrm rot="-180000">
            <a:off x="1269868" y="1680115"/>
            <a:ext cx="2167200" cy="4698000"/>
          </a:xfrm>
          <a:prstGeom prst="roundRect">
            <a:avLst>
              <a:gd name="adj" fmla="val 11998"/>
            </a:avLst>
          </a:prstGeom>
        </p:spPr>
      </p:pic>
      <p:sp>
        <p:nvSpPr>
          <p:cNvPr id="9" name="Picture Placeholder 9">
            <a:extLst>
              <a:ext uri="{FF2B5EF4-FFF2-40B4-BE49-F238E27FC236}">
                <a16:creationId xmlns:a16="http://schemas.microsoft.com/office/drawing/2014/main" id="{58824FB9-B847-4391-3509-336A60CB49B0}"/>
              </a:ext>
            </a:extLst>
          </p:cNvPr>
          <p:cNvSpPr>
            <a:spLocks noGrp="1"/>
          </p:cNvSpPr>
          <p:nvPr>
            <p:ph type="pic" sz="quarter" idx="15" hasCustomPrompt="1"/>
          </p:nvPr>
        </p:nvSpPr>
        <p:spPr>
          <a:xfrm rot="-180000">
            <a:off x="1272379" y="1680114"/>
            <a:ext cx="2167200" cy="4698000"/>
          </a:xfrm>
          <a:prstGeom prst="roundRect">
            <a:avLst>
              <a:gd name="adj" fmla="val 11194"/>
            </a:avLst>
          </a:prstGeom>
        </p:spPr>
        <p:txBody>
          <a:bodyPr>
            <a:normAutofit/>
          </a:bodyPr>
          <a:lstStyle>
            <a:lvl1pPr marL="0" indent="0" algn="ctr">
              <a:buNone/>
              <a:defRPr sz="1920">
                <a:solidFill>
                  <a:schemeClr val="bg1"/>
                </a:solidFill>
              </a:defRPr>
            </a:lvl1pPr>
          </a:lstStyle>
          <a:p>
            <a:r>
              <a:rPr lang="en-US" dirty="0"/>
              <a:t>Insert Screenshot</a:t>
            </a:r>
          </a:p>
        </p:txBody>
      </p:sp>
      <p:sp>
        <p:nvSpPr>
          <p:cNvPr id="3" name="Inhaltsplatzhalter 2">
            <a:extLst>
              <a:ext uri="{FF2B5EF4-FFF2-40B4-BE49-F238E27FC236}">
                <a16:creationId xmlns:a16="http://schemas.microsoft.com/office/drawing/2014/main" id="{2EE2C7B8-3C2F-EACB-C6C2-D376857A0A05}"/>
              </a:ext>
            </a:extLst>
          </p:cNvPr>
          <p:cNvSpPr>
            <a:spLocks noGrp="1"/>
          </p:cNvSpPr>
          <p:nvPr>
            <p:ph idx="1" hasCustomPrompt="1"/>
          </p:nvPr>
        </p:nvSpPr>
        <p:spPr>
          <a:xfrm>
            <a:off x="5412212" y="1542476"/>
            <a:ext cx="5940000" cy="4634487"/>
          </a:xfrm>
        </p:spPr>
        <p:txBody>
          <a:bodyPr/>
          <a:lstStyle/>
          <a:p>
            <a:pPr lvl="0"/>
            <a:r>
              <a:rPr lang="de-DE" dirty="0"/>
              <a:t>First Level</a:t>
            </a:r>
          </a:p>
          <a:p>
            <a:pPr lvl="1"/>
            <a:r>
              <a:rPr lang="de-DE" dirty="0"/>
              <a:t>Second Level</a:t>
            </a:r>
          </a:p>
          <a:p>
            <a:pPr lvl="2"/>
            <a:r>
              <a:rPr lang="de-DE" dirty="0"/>
              <a:t>Third Level</a:t>
            </a:r>
          </a:p>
          <a:p>
            <a:pPr lvl="3"/>
            <a:r>
              <a:rPr lang="de-DE" dirty="0" err="1"/>
              <a:t>Fourth</a:t>
            </a:r>
            <a:r>
              <a:rPr lang="de-DE" dirty="0"/>
              <a:t> Level</a:t>
            </a:r>
          </a:p>
          <a:p>
            <a:pPr lvl="4"/>
            <a:r>
              <a:rPr lang="de-DE" dirty="0" err="1"/>
              <a:t>Fifth</a:t>
            </a:r>
            <a:r>
              <a:rPr lang="de-DE" dirty="0"/>
              <a:t> Level</a:t>
            </a:r>
          </a:p>
        </p:txBody>
      </p:sp>
      <p:sp>
        <p:nvSpPr>
          <p:cNvPr id="4" name="Datumsplatzhalter 3">
            <a:extLst>
              <a:ext uri="{FF2B5EF4-FFF2-40B4-BE49-F238E27FC236}">
                <a16:creationId xmlns:a16="http://schemas.microsoft.com/office/drawing/2014/main" id="{4F553CD5-19B6-E384-5177-6422376AD4FB}"/>
              </a:ext>
            </a:extLst>
          </p:cNvPr>
          <p:cNvSpPr>
            <a:spLocks noGrp="1"/>
          </p:cNvSpPr>
          <p:nvPr>
            <p:ph type="dt" sz="half" idx="10"/>
          </p:nvPr>
        </p:nvSpPr>
        <p:spPr>
          <a:xfrm>
            <a:off x="996617" y="6959259"/>
            <a:ext cx="1008645" cy="270705"/>
          </a:xfrm>
        </p:spPr>
        <p:txBody>
          <a:bodyPr/>
          <a:lstStyle/>
          <a:p>
            <a:fld id="{E5D00B99-BE96-49F9-9881-2A32579D595D}" type="datetime1">
              <a:rPr lang="de-DE" smtClean="0"/>
              <a:t>23.05.2025</a:t>
            </a:fld>
            <a:endParaRPr lang="de-DE"/>
          </a:p>
        </p:txBody>
      </p:sp>
      <p:sp>
        <p:nvSpPr>
          <p:cNvPr id="5" name="Fußzeilenplatzhalter 4">
            <a:extLst>
              <a:ext uri="{FF2B5EF4-FFF2-40B4-BE49-F238E27FC236}">
                <a16:creationId xmlns:a16="http://schemas.microsoft.com/office/drawing/2014/main" id="{2ED5DE68-7B31-288C-812E-B5219A750732}"/>
              </a:ext>
            </a:extLst>
          </p:cNvPr>
          <p:cNvSpPr>
            <a:spLocks noGrp="1"/>
          </p:cNvSpPr>
          <p:nvPr>
            <p:ph type="ftr" sz="quarter" idx="11"/>
          </p:nvPr>
        </p:nvSpPr>
        <p:spPr/>
        <p:txBody>
          <a:bodyPr/>
          <a:lstStyle/>
          <a:p>
            <a:r>
              <a:rPr lang="de-DE"/>
              <a:t>Test</a:t>
            </a:r>
          </a:p>
        </p:txBody>
      </p:sp>
      <p:cxnSp>
        <p:nvCxnSpPr>
          <p:cNvPr id="13" name="Gerader Verbinder 12">
            <a:extLst>
              <a:ext uri="{FF2B5EF4-FFF2-40B4-BE49-F238E27FC236}">
                <a16:creationId xmlns:a16="http://schemas.microsoft.com/office/drawing/2014/main" id="{E70B8526-C58E-BAC5-697D-0EC3F908400B}"/>
              </a:ext>
            </a:extLst>
          </p:cNvPr>
          <p:cNvCxnSpPr/>
          <p:nvPr userDrawn="1"/>
        </p:nvCxnSpPr>
        <p:spPr>
          <a:xfrm>
            <a:off x="839788" y="1345940"/>
            <a:ext cx="10514012" cy="0"/>
          </a:xfrm>
          <a:prstGeom prst="line">
            <a:avLst/>
          </a:prstGeom>
          <a:ln w="3175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7" name="Titel 1">
            <a:extLst>
              <a:ext uri="{FF2B5EF4-FFF2-40B4-BE49-F238E27FC236}">
                <a16:creationId xmlns:a16="http://schemas.microsoft.com/office/drawing/2014/main" id="{FE70CB8E-73AA-5999-D10B-3E8F6CC87132}"/>
              </a:ext>
            </a:extLst>
          </p:cNvPr>
          <p:cNvSpPr>
            <a:spLocks noGrp="1"/>
          </p:cNvSpPr>
          <p:nvPr>
            <p:ph type="ctrTitle" hasCustomPrompt="1"/>
          </p:nvPr>
        </p:nvSpPr>
        <p:spPr>
          <a:xfrm>
            <a:off x="839788" y="252000"/>
            <a:ext cx="10512424" cy="1080000"/>
          </a:xfrm>
        </p:spPr>
        <p:txBody>
          <a:bodyPr anchor="b">
            <a:normAutofit/>
          </a:bodyPr>
          <a:lstStyle>
            <a:lvl1pPr algn="l">
              <a:defRPr sz="3600"/>
            </a:lvl1pPr>
          </a:lstStyle>
          <a:p>
            <a:r>
              <a:rPr lang="de-DE" dirty="0"/>
              <a:t>Insert Headline</a:t>
            </a:r>
          </a:p>
        </p:txBody>
      </p:sp>
      <p:sp>
        <p:nvSpPr>
          <p:cNvPr id="10" name="Foliennummernplatzhalter 5">
            <a:extLst>
              <a:ext uri="{FF2B5EF4-FFF2-40B4-BE49-F238E27FC236}">
                <a16:creationId xmlns:a16="http://schemas.microsoft.com/office/drawing/2014/main" id="{DA3C9904-9EE1-4647-A6AF-2B8F2FC7FD0F}"/>
              </a:ext>
            </a:extLst>
          </p:cNvPr>
          <p:cNvSpPr>
            <a:spLocks noGrp="1"/>
          </p:cNvSpPr>
          <p:nvPr>
            <p:ph type="sldNum" sz="quarter" idx="12"/>
          </p:nvPr>
        </p:nvSpPr>
        <p:spPr>
          <a:xfrm>
            <a:off x="11628000" y="6470456"/>
            <a:ext cx="481263" cy="270705"/>
          </a:xfrm>
        </p:spPr>
        <p:txBody>
          <a:bodyPr/>
          <a:lstStyle/>
          <a:p>
            <a:fld id="{D21C33D4-00A5-43D5-B722-D2F2FA4CCA11}" type="slidenum">
              <a:rPr lang="de-DE" smtClean="0"/>
              <a:t>‹Nr.›</a:t>
            </a:fld>
            <a:endParaRPr lang="de-DE" dirty="0"/>
          </a:p>
        </p:txBody>
      </p:sp>
      <p:pic>
        <p:nvPicPr>
          <p:cNvPr id="8" name="Grafik 7">
            <a:extLst>
              <a:ext uri="{FF2B5EF4-FFF2-40B4-BE49-F238E27FC236}">
                <a16:creationId xmlns:a16="http://schemas.microsoft.com/office/drawing/2014/main" id="{493AF197-FC49-9E8F-E8C9-9173FC8F746F}"/>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11592000" y="36000"/>
            <a:ext cx="556320" cy="556320"/>
          </a:xfrm>
          <a:prstGeom prst="rect">
            <a:avLst/>
          </a:prstGeom>
        </p:spPr>
      </p:pic>
      <p:sp>
        <p:nvSpPr>
          <p:cNvPr id="11" name="Abgerundetes Rechteck 10">
            <a:extLst>
              <a:ext uri="{FF2B5EF4-FFF2-40B4-BE49-F238E27FC236}">
                <a16:creationId xmlns:a16="http://schemas.microsoft.com/office/drawing/2014/main" id="{4AF3D73D-1223-131B-4277-F89D7361CD21}"/>
              </a:ext>
            </a:extLst>
          </p:cNvPr>
          <p:cNvSpPr/>
          <p:nvPr userDrawn="1"/>
        </p:nvSpPr>
        <p:spPr>
          <a:xfrm>
            <a:off x="9488383" y="6632736"/>
            <a:ext cx="944090" cy="449253"/>
          </a:xfrm>
          <a:prstGeom prst="round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2" name="Fußzeilenplatzhalter 4">
            <a:extLst>
              <a:ext uri="{FF2B5EF4-FFF2-40B4-BE49-F238E27FC236}">
                <a16:creationId xmlns:a16="http://schemas.microsoft.com/office/drawing/2014/main" id="{D9204FE6-86A4-77A9-1176-96CBD85D13BC}"/>
              </a:ext>
            </a:extLst>
          </p:cNvPr>
          <p:cNvSpPr txBox="1">
            <a:spLocks/>
          </p:cNvSpPr>
          <p:nvPr userDrawn="1"/>
        </p:nvSpPr>
        <p:spPr>
          <a:xfrm>
            <a:off x="9452757" y="6597895"/>
            <a:ext cx="1015342" cy="270705"/>
          </a:xfrm>
          <a:prstGeom prst="rect">
            <a:avLst/>
          </a:prstGeom>
        </p:spPr>
        <p:txBody>
          <a:bodyPr vert="horz" lIns="91440" tIns="45720" rIns="91440" bIns="45720" rtlCol="0" anchor="ctr"/>
          <a:lstStyle>
            <a:defPPr>
              <a:defRPr lang="de-DE"/>
            </a:defPPr>
            <a:lvl1pPr marL="0" algn="ct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sz="700" dirty="0" err="1"/>
              <a:t>strictly</a:t>
            </a:r>
            <a:r>
              <a:rPr lang="de-DE" sz="700" dirty="0"/>
              <a:t> </a:t>
            </a:r>
            <a:r>
              <a:rPr lang="de-DE" sz="700" dirty="0" err="1"/>
              <a:t>confidential</a:t>
            </a:r>
            <a:endParaRPr lang="de-DE" sz="700" dirty="0"/>
          </a:p>
        </p:txBody>
      </p:sp>
    </p:spTree>
    <p:extLst>
      <p:ext uri="{BB962C8B-B14F-4D97-AF65-F5344CB8AC3E}">
        <p14:creationId xmlns:p14="http://schemas.microsoft.com/office/powerpoint/2010/main" val="8204220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 Screenshot Tablet (right)">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5842B069-96AF-4979-E670-A08B3FB18A63}"/>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541231" y="1526416"/>
            <a:ext cx="3812569" cy="4975025"/>
          </a:xfrm>
          <a:prstGeom prst="rect">
            <a:avLst/>
          </a:prstGeom>
        </p:spPr>
      </p:pic>
      <p:pic>
        <p:nvPicPr>
          <p:cNvPr id="10" name="Bildplatzhalter 5">
            <a:extLst>
              <a:ext uri="{FF2B5EF4-FFF2-40B4-BE49-F238E27FC236}">
                <a16:creationId xmlns:a16="http://schemas.microsoft.com/office/drawing/2014/main" id="{22D47857-907C-61AC-03DE-3DF09C61754B}"/>
              </a:ext>
            </a:extLst>
          </p:cNvPr>
          <p:cNvPicPr>
            <a:picLocks noChangeAspect="1"/>
          </p:cNvPicPr>
          <p:nvPr userDrawn="1"/>
        </p:nvPicPr>
        <p:blipFill>
          <a:blip r:embed="rId4" cstate="screen">
            <a:extLst>
              <a:ext uri="{28A0092B-C50C-407E-A947-70E740481C1C}">
                <a14:useLocalDpi xmlns:a14="http://schemas.microsoft.com/office/drawing/2010/main"/>
              </a:ext>
            </a:extLst>
          </a:blip>
          <a:srcRect l="23" r="23"/>
          <a:stretch/>
        </p:blipFill>
        <p:spPr>
          <a:xfrm>
            <a:off x="7723115" y="1712984"/>
            <a:ext cx="3448800" cy="4608000"/>
          </a:xfrm>
          <a:prstGeom prst="roundRect">
            <a:avLst>
              <a:gd name="adj" fmla="val 1491"/>
            </a:avLst>
          </a:prstGeom>
        </p:spPr>
      </p:pic>
      <p:sp>
        <p:nvSpPr>
          <p:cNvPr id="2" name="Picture Placeholder 9">
            <a:extLst>
              <a:ext uri="{FF2B5EF4-FFF2-40B4-BE49-F238E27FC236}">
                <a16:creationId xmlns:a16="http://schemas.microsoft.com/office/drawing/2014/main" id="{80BE95D2-13C0-08B1-1881-9262E0ADBCDF}"/>
              </a:ext>
            </a:extLst>
          </p:cNvPr>
          <p:cNvSpPr>
            <a:spLocks noGrp="1"/>
          </p:cNvSpPr>
          <p:nvPr>
            <p:ph type="pic" sz="quarter" idx="16" hasCustomPrompt="1"/>
          </p:nvPr>
        </p:nvSpPr>
        <p:spPr>
          <a:xfrm>
            <a:off x="7723115" y="1712984"/>
            <a:ext cx="3448800" cy="4608000"/>
          </a:xfrm>
          <a:prstGeom prst="roundRect">
            <a:avLst>
              <a:gd name="adj" fmla="val 1362"/>
            </a:avLst>
          </a:prstGeom>
        </p:spPr>
        <p:txBody>
          <a:bodyPr>
            <a:normAutofit/>
          </a:bodyPr>
          <a:lstStyle>
            <a:lvl1pPr marL="0" indent="0" algn="ctr">
              <a:buNone/>
              <a:defRPr sz="1920">
                <a:solidFill>
                  <a:schemeClr val="bg1"/>
                </a:solidFill>
              </a:defRPr>
            </a:lvl1pPr>
          </a:lstStyle>
          <a:p>
            <a:r>
              <a:rPr lang="en-US" dirty="0"/>
              <a:t>Insert Screenshot</a:t>
            </a:r>
          </a:p>
        </p:txBody>
      </p:sp>
      <p:sp>
        <p:nvSpPr>
          <p:cNvPr id="4" name="Datumsplatzhalter 3">
            <a:extLst>
              <a:ext uri="{FF2B5EF4-FFF2-40B4-BE49-F238E27FC236}">
                <a16:creationId xmlns:a16="http://schemas.microsoft.com/office/drawing/2014/main" id="{4F553CD5-19B6-E384-5177-6422376AD4FB}"/>
              </a:ext>
            </a:extLst>
          </p:cNvPr>
          <p:cNvSpPr>
            <a:spLocks noGrp="1"/>
          </p:cNvSpPr>
          <p:nvPr>
            <p:ph type="dt" sz="half" idx="10"/>
          </p:nvPr>
        </p:nvSpPr>
        <p:spPr/>
        <p:txBody>
          <a:bodyPr/>
          <a:lstStyle/>
          <a:p>
            <a:fld id="{D573C408-C94D-424D-A03B-59D933EEAB24}" type="datetime1">
              <a:rPr lang="de-DE" smtClean="0"/>
              <a:t>23.05.2025</a:t>
            </a:fld>
            <a:endParaRPr lang="de-DE"/>
          </a:p>
        </p:txBody>
      </p:sp>
      <p:sp>
        <p:nvSpPr>
          <p:cNvPr id="5" name="Fußzeilenplatzhalter 4">
            <a:extLst>
              <a:ext uri="{FF2B5EF4-FFF2-40B4-BE49-F238E27FC236}">
                <a16:creationId xmlns:a16="http://schemas.microsoft.com/office/drawing/2014/main" id="{2ED5DE68-7B31-288C-812E-B5219A750732}"/>
              </a:ext>
            </a:extLst>
          </p:cNvPr>
          <p:cNvSpPr>
            <a:spLocks noGrp="1"/>
          </p:cNvSpPr>
          <p:nvPr>
            <p:ph type="ftr" sz="quarter" idx="11"/>
          </p:nvPr>
        </p:nvSpPr>
        <p:spPr/>
        <p:txBody>
          <a:bodyPr/>
          <a:lstStyle/>
          <a:p>
            <a:r>
              <a:rPr lang="de-DE"/>
              <a:t>Test</a:t>
            </a:r>
          </a:p>
        </p:txBody>
      </p:sp>
      <p:sp>
        <p:nvSpPr>
          <p:cNvPr id="6" name="Foliennummernplatzhalter 5">
            <a:extLst>
              <a:ext uri="{FF2B5EF4-FFF2-40B4-BE49-F238E27FC236}">
                <a16:creationId xmlns:a16="http://schemas.microsoft.com/office/drawing/2014/main" id="{C7FE403B-1694-B375-295F-281FF426E15C}"/>
              </a:ext>
            </a:extLst>
          </p:cNvPr>
          <p:cNvSpPr>
            <a:spLocks noGrp="1"/>
          </p:cNvSpPr>
          <p:nvPr>
            <p:ph type="sldNum" sz="quarter" idx="12"/>
          </p:nvPr>
        </p:nvSpPr>
        <p:spPr/>
        <p:txBody>
          <a:bodyPr/>
          <a:lstStyle/>
          <a:p>
            <a:fld id="{D21C33D4-00A5-43D5-B722-D2F2FA4CCA11}" type="slidenum">
              <a:rPr lang="de-DE" smtClean="0"/>
              <a:t>‹Nr.›</a:t>
            </a:fld>
            <a:endParaRPr lang="de-DE"/>
          </a:p>
        </p:txBody>
      </p:sp>
      <p:cxnSp>
        <p:nvCxnSpPr>
          <p:cNvPr id="7" name="Gerader Verbinder 6">
            <a:extLst>
              <a:ext uri="{FF2B5EF4-FFF2-40B4-BE49-F238E27FC236}">
                <a16:creationId xmlns:a16="http://schemas.microsoft.com/office/drawing/2014/main" id="{63EDE1EE-BFE0-F2D0-E7A9-44DFEE40A0AC}"/>
              </a:ext>
            </a:extLst>
          </p:cNvPr>
          <p:cNvCxnSpPr/>
          <p:nvPr userDrawn="1"/>
        </p:nvCxnSpPr>
        <p:spPr>
          <a:xfrm>
            <a:off x="839788" y="1345940"/>
            <a:ext cx="10514012" cy="0"/>
          </a:xfrm>
          <a:prstGeom prst="line">
            <a:avLst/>
          </a:prstGeom>
          <a:ln w="3175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8" name="Inhaltsplatzhalter 2">
            <a:extLst>
              <a:ext uri="{FF2B5EF4-FFF2-40B4-BE49-F238E27FC236}">
                <a16:creationId xmlns:a16="http://schemas.microsoft.com/office/drawing/2014/main" id="{BD6C912D-00E0-5456-B2D2-EDBD61C15487}"/>
              </a:ext>
            </a:extLst>
          </p:cNvPr>
          <p:cNvSpPr>
            <a:spLocks noGrp="1"/>
          </p:cNvSpPr>
          <p:nvPr>
            <p:ph idx="1" hasCustomPrompt="1"/>
          </p:nvPr>
        </p:nvSpPr>
        <p:spPr>
          <a:xfrm>
            <a:off x="838200" y="1542476"/>
            <a:ext cx="5940000" cy="4634487"/>
          </a:xfrm>
        </p:spPr>
        <p:txBody>
          <a:bodyPr/>
          <a:lstStyle/>
          <a:p>
            <a:pPr lvl="0"/>
            <a:r>
              <a:rPr lang="de-DE" dirty="0"/>
              <a:t>First Level</a:t>
            </a:r>
          </a:p>
          <a:p>
            <a:pPr lvl="1"/>
            <a:r>
              <a:rPr lang="de-DE" dirty="0"/>
              <a:t>Second Level</a:t>
            </a:r>
          </a:p>
          <a:p>
            <a:pPr lvl="2"/>
            <a:r>
              <a:rPr lang="de-DE" dirty="0"/>
              <a:t>Third Level</a:t>
            </a:r>
          </a:p>
          <a:p>
            <a:pPr lvl="3"/>
            <a:r>
              <a:rPr lang="de-DE" dirty="0" err="1"/>
              <a:t>Fourth</a:t>
            </a:r>
            <a:r>
              <a:rPr lang="de-DE" dirty="0"/>
              <a:t> Level</a:t>
            </a:r>
          </a:p>
          <a:p>
            <a:pPr lvl="4"/>
            <a:r>
              <a:rPr lang="de-DE" dirty="0" err="1"/>
              <a:t>Fifth</a:t>
            </a:r>
            <a:r>
              <a:rPr lang="de-DE" dirty="0"/>
              <a:t> Level</a:t>
            </a:r>
          </a:p>
        </p:txBody>
      </p:sp>
      <p:sp>
        <p:nvSpPr>
          <p:cNvPr id="3" name="Titel 1">
            <a:extLst>
              <a:ext uri="{FF2B5EF4-FFF2-40B4-BE49-F238E27FC236}">
                <a16:creationId xmlns:a16="http://schemas.microsoft.com/office/drawing/2014/main" id="{2BC3301E-59F7-EC13-C558-A872FB2224C7}"/>
              </a:ext>
            </a:extLst>
          </p:cNvPr>
          <p:cNvSpPr>
            <a:spLocks noGrp="1"/>
          </p:cNvSpPr>
          <p:nvPr>
            <p:ph type="ctrTitle" hasCustomPrompt="1"/>
          </p:nvPr>
        </p:nvSpPr>
        <p:spPr>
          <a:xfrm>
            <a:off x="839788" y="252000"/>
            <a:ext cx="10514012" cy="1080000"/>
          </a:xfrm>
        </p:spPr>
        <p:txBody>
          <a:bodyPr anchor="b">
            <a:normAutofit/>
          </a:bodyPr>
          <a:lstStyle>
            <a:lvl1pPr algn="l">
              <a:defRPr sz="3600"/>
            </a:lvl1pPr>
          </a:lstStyle>
          <a:p>
            <a:r>
              <a:rPr lang="de-DE" dirty="0"/>
              <a:t>Insert Headline</a:t>
            </a:r>
          </a:p>
        </p:txBody>
      </p:sp>
      <p:pic>
        <p:nvPicPr>
          <p:cNvPr id="11" name="Grafik 10">
            <a:extLst>
              <a:ext uri="{FF2B5EF4-FFF2-40B4-BE49-F238E27FC236}">
                <a16:creationId xmlns:a16="http://schemas.microsoft.com/office/drawing/2014/main" id="{B02FBA03-F20B-2A76-DEEB-0852A74619BA}"/>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11592000" y="36000"/>
            <a:ext cx="556320" cy="556320"/>
          </a:xfrm>
          <a:prstGeom prst="rect">
            <a:avLst/>
          </a:prstGeom>
        </p:spPr>
      </p:pic>
      <p:sp>
        <p:nvSpPr>
          <p:cNvPr id="12" name="Abgerundetes Rechteck 11">
            <a:extLst>
              <a:ext uri="{FF2B5EF4-FFF2-40B4-BE49-F238E27FC236}">
                <a16:creationId xmlns:a16="http://schemas.microsoft.com/office/drawing/2014/main" id="{2E8F4832-CE57-E53B-D56B-907780447C74}"/>
              </a:ext>
            </a:extLst>
          </p:cNvPr>
          <p:cNvSpPr/>
          <p:nvPr userDrawn="1"/>
        </p:nvSpPr>
        <p:spPr>
          <a:xfrm>
            <a:off x="1769422" y="6632736"/>
            <a:ext cx="944090" cy="449253"/>
          </a:xfrm>
          <a:prstGeom prst="round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3" name="Fußzeilenplatzhalter 4">
            <a:extLst>
              <a:ext uri="{FF2B5EF4-FFF2-40B4-BE49-F238E27FC236}">
                <a16:creationId xmlns:a16="http://schemas.microsoft.com/office/drawing/2014/main" id="{809C492C-8D99-3536-F2EE-9B1A58D66767}"/>
              </a:ext>
            </a:extLst>
          </p:cNvPr>
          <p:cNvSpPr txBox="1">
            <a:spLocks/>
          </p:cNvSpPr>
          <p:nvPr userDrawn="1"/>
        </p:nvSpPr>
        <p:spPr>
          <a:xfrm>
            <a:off x="1733796" y="6597895"/>
            <a:ext cx="1015342" cy="270705"/>
          </a:xfrm>
          <a:prstGeom prst="rect">
            <a:avLst/>
          </a:prstGeom>
        </p:spPr>
        <p:txBody>
          <a:bodyPr vert="horz" lIns="91440" tIns="45720" rIns="91440" bIns="45720" rtlCol="0" anchor="ctr"/>
          <a:lstStyle>
            <a:defPPr>
              <a:defRPr lang="de-DE"/>
            </a:defPPr>
            <a:lvl1pPr marL="0" algn="ct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sz="700" dirty="0" err="1"/>
              <a:t>strictly</a:t>
            </a:r>
            <a:r>
              <a:rPr lang="de-DE" sz="700" dirty="0"/>
              <a:t> </a:t>
            </a:r>
            <a:r>
              <a:rPr lang="de-DE" sz="700" dirty="0" err="1"/>
              <a:t>confidential</a:t>
            </a:r>
            <a:endParaRPr lang="de-DE" sz="700" dirty="0"/>
          </a:p>
        </p:txBody>
      </p:sp>
    </p:spTree>
    <p:extLst>
      <p:ext uri="{BB962C8B-B14F-4D97-AF65-F5344CB8AC3E}">
        <p14:creationId xmlns:p14="http://schemas.microsoft.com/office/powerpoint/2010/main" val="13540175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 Screenshot Tablet (left)">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71A87C56-4D9C-01E9-EAE0-5991201361B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839788" y="1526416"/>
            <a:ext cx="3812569" cy="4975025"/>
          </a:xfrm>
          <a:prstGeom prst="rect">
            <a:avLst/>
          </a:prstGeom>
        </p:spPr>
      </p:pic>
      <p:pic>
        <p:nvPicPr>
          <p:cNvPr id="6" name="Bildplatzhalter 5">
            <a:extLst>
              <a:ext uri="{FF2B5EF4-FFF2-40B4-BE49-F238E27FC236}">
                <a16:creationId xmlns:a16="http://schemas.microsoft.com/office/drawing/2014/main" id="{79618838-428A-74DC-06FC-5E6C7346686D}"/>
              </a:ext>
            </a:extLst>
          </p:cNvPr>
          <p:cNvPicPr>
            <a:picLocks noChangeAspect="1"/>
          </p:cNvPicPr>
          <p:nvPr userDrawn="1"/>
        </p:nvPicPr>
        <p:blipFill>
          <a:blip r:embed="rId4" cstate="screen">
            <a:extLst>
              <a:ext uri="{28A0092B-C50C-407E-A947-70E740481C1C}">
                <a14:useLocalDpi xmlns:a14="http://schemas.microsoft.com/office/drawing/2010/main"/>
              </a:ext>
            </a:extLst>
          </a:blip>
          <a:srcRect l="23" r="23"/>
          <a:stretch/>
        </p:blipFill>
        <p:spPr>
          <a:xfrm>
            <a:off x="1023094" y="1712984"/>
            <a:ext cx="3448800" cy="4608000"/>
          </a:xfrm>
          <a:prstGeom prst="roundRect">
            <a:avLst>
              <a:gd name="adj" fmla="val 1491"/>
            </a:avLst>
          </a:prstGeom>
        </p:spPr>
      </p:pic>
      <p:sp>
        <p:nvSpPr>
          <p:cNvPr id="10" name="Picture Placeholder 9">
            <a:extLst>
              <a:ext uri="{FF2B5EF4-FFF2-40B4-BE49-F238E27FC236}">
                <a16:creationId xmlns:a16="http://schemas.microsoft.com/office/drawing/2014/main" id="{BDC983F9-1839-D620-AD07-8F0A51EAD518}"/>
              </a:ext>
            </a:extLst>
          </p:cNvPr>
          <p:cNvSpPr>
            <a:spLocks noGrp="1"/>
          </p:cNvSpPr>
          <p:nvPr>
            <p:ph type="pic" sz="quarter" idx="15" hasCustomPrompt="1"/>
          </p:nvPr>
        </p:nvSpPr>
        <p:spPr>
          <a:xfrm>
            <a:off x="1023094" y="1712984"/>
            <a:ext cx="3448800" cy="4608000"/>
          </a:xfrm>
          <a:prstGeom prst="roundRect">
            <a:avLst>
              <a:gd name="adj" fmla="val 1362"/>
            </a:avLst>
          </a:prstGeom>
        </p:spPr>
        <p:txBody>
          <a:bodyPr>
            <a:normAutofit/>
          </a:bodyPr>
          <a:lstStyle>
            <a:lvl1pPr marL="0" indent="0" algn="ctr">
              <a:buNone/>
              <a:defRPr sz="1920">
                <a:solidFill>
                  <a:schemeClr val="bg1"/>
                </a:solidFill>
              </a:defRPr>
            </a:lvl1pPr>
          </a:lstStyle>
          <a:p>
            <a:r>
              <a:rPr lang="en-US" dirty="0"/>
              <a:t>Insert Screenshot</a:t>
            </a:r>
          </a:p>
        </p:txBody>
      </p:sp>
      <p:sp>
        <p:nvSpPr>
          <p:cNvPr id="3" name="Inhaltsplatzhalter 2">
            <a:extLst>
              <a:ext uri="{FF2B5EF4-FFF2-40B4-BE49-F238E27FC236}">
                <a16:creationId xmlns:a16="http://schemas.microsoft.com/office/drawing/2014/main" id="{2EE2C7B8-3C2F-EACB-C6C2-D376857A0A05}"/>
              </a:ext>
            </a:extLst>
          </p:cNvPr>
          <p:cNvSpPr>
            <a:spLocks noGrp="1"/>
          </p:cNvSpPr>
          <p:nvPr>
            <p:ph idx="1" hasCustomPrompt="1"/>
          </p:nvPr>
        </p:nvSpPr>
        <p:spPr>
          <a:xfrm>
            <a:off x="5412212" y="1542476"/>
            <a:ext cx="5940000" cy="4634487"/>
          </a:xfrm>
        </p:spPr>
        <p:txBody>
          <a:bodyPr/>
          <a:lstStyle/>
          <a:p>
            <a:pPr lvl="0"/>
            <a:r>
              <a:rPr lang="de-DE" dirty="0"/>
              <a:t>First Level</a:t>
            </a:r>
          </a:p>
          <a:p>
            <a:pPr lvl="1"/>
            <a:r>
              <a:rPr lang="de-DE" dirty="0"/>
              <a:t>Second Level</a:t>
            </a:r>
          </a:p>
          <a:p>
            <a:pPr lvl="2"/>
            <a:r>
              <a:rPr lang="de-DE" dirty="0"/>
              <a:t>Third Level</a:t>
            </a:r>
          </a:p>
          <a:p>
            <a:pPr lvl="3"/>
            <a:r>
              <a:rPr lang="de-DE" dirty="0" err="1"/>
              <a:t>Fourth</a:t>
            </a:r>
            <a:r>
              <a:rPr lang="de-DE" dirty="0"/>
              <a:t> Level</a:t>
            </a:r>
          </a:p>
          <a:p>
            <a:pPr lvl="4"/>
            <a:r>
              <a:rPr lang="de-DE" dirty="0" err="1"/>
              <a:t>Fifth</a:t>
            </a:r>
            <a:r>
              <a:rPr lang="de-DE" dirty="0"/>
              <a:t> Level</a:t>
            </a:r>
          </a:p>
        </p:txBody>
      </p:sp>
      <p:sp>
        <p:nvSpPr>
          <p:cNvPr id="4" name="Datumsplatzhalter 3">
            <a:extLst>
              <a:ext uri="{FF2B5EF4-FFF2-40B4-BE49-F238E27FC236}">
                <a16:creationId xmlns:a16="http://schemas.microsoft.com/office/drawing/2014/main" id="{4F553CD5-19B6-E384-5177-6422376AD4FB}"/>
              </a:ext>
            </a:extLst>
          </p:cNvPr>
          <p:cNvSpPr>
            <a:spLocks noGrp="1"/>
          </p:cNvSpPr>
          <p:nvPr>
            <p:ph type="dt" sz="half" idx="10"/>
          </p:nvPr>
        </p:nvSpPr>
        <p:spPr>
          <a:xfrm>
            <a:off x="996617" y="6959259"/>
            <a:ext cx="1008645" cy="270705"/>
          </a:xfrm>
        </p:spPr>
        <p:txBody>
          <a:bodyPr/>
          <a:lstStyle/>
          <a:p>
            <a:fld id="{E5D00B99-BE96-49F9-9881-2A32579D595D}" type="datetime1">
              <a:rPr lang="de-DE" smtClean="0"/>
              <a:t>23.05.2025</a:t>
            </a:fld>
            <a:endParaRPr lang="de-DE"/>
          </a:p>
        </p:txBody>
      </p:sp>
      <p:sp>
        <p:nvSpPr>
          <p:cNvPr id="5" name="Fußzeilenplatzhalter 4">
            <a:extLst>
              <a:ext uri="{FF2B5EF4-FFF2-40B4-BE49-F238E27FC236}">
                <a16:creationId xmlns:a16="http://schemas.microsoft.com/office/drawing/2014/main" id="{2ED5DE68-7B31-288C-812E-B5219A750732}"/>
              </a:ext>
            </a:extLst>
          </p:cNvPr>
          <p:cNvSpPr>
            <a:spLocks noGrp="1"/>
          </p:cNvSpPr>
          <p:nvPr>
            <p:ph type="ftr" sz="quarter" idx="11"/>
          </p:nvPr>
        </p:nvSpPr>
        <p:spPr/>
        <p:txBody>
          <a:bodyPr/>
          <a:lstStyle/>
          <a:p>
            <a:r>
              <a:rPr lang="de-DE"/>
              <a:t>Test</a:t>
            </a:r>
          </a:p>
        </p:txBody>
      </p:sp>
      <p:cxnSp>
        <p:nvCxnSpPr>
          <p:cNvPr id="13" name="Gerader Verbinder 12">
            <a:extLst>
              <a:ext uri="{FF2B5EF4-FFF2-40B4-BE49-F238E27FC236}">
                <a16:creationId xmlns:a16="http://schemas.microsoft.com/office/drawing/2014/main" id="{E70B8526-C58E-BAC5-697D-0EC3F908400B}"/>
              </a:ext>
            </a:extLst>
          </p:cNvPr>
          <p:cNvCxnSpPr/>
          <p:nvPr userDrawn="1"/>
        </p:nvCxnSpPr>
        <p:spPr>
          <a:xfrm>
            <a:off x="839788" y="1345940"/>
            <a:ext cx="10514012" cy="0"/>
          </a:xfrm>
          <a:prstGeom prst="line">
            <a:avLst/>
          </a:prstGeom>
          <a:ln w="3175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7" name="Titel 1">
            <a:extLst>
              <a:ext uri="{FF2B5EF4-FFF2-40B4-BE49-F238E27FC236}">
                <a16:creationId xmlns:a16="http://schemas.microsoft.com/office/drawing/2014/main" id="{FE70CB8E-73AA-5999-D10B-3E8F6CC87132}"/>
              </a:ext>
            </a:extLst>
          </p:cNvPr>
          <p:cNvSpPr>
            <a:spLocks noGrp="1"/>
          </p:cNvSpPr>
          <p:nvPr>
            <p:ph type="ctrTitle" hasCustomPrompt="1"/>
          </p:nvPr>
        </p:nvSpPr>
        <p:spPr>
          <a:xfrm>
            <a:off x="839788" y="252000"/>
            <a:ext cx="10512424" cy="1080000"/>
          </a:xfrm>
        </p:spPr>
        <p:txBody>
          <a:bodyPr anchor="b">
            <a:normAutofit/>
          </a:bodyPr>
          <a:lstStyle>
            <a:lvl1pPr algn="l">
              <a:defRPr sz="3600"/>
            </a:lvl1pPr>
          </a:lstStyle>
          <a:p>
            <a:r>
              <a:rPr lang="de-DE" dirty="0"/>
              <a:t>Insert Headline</a:t>
            </a:r>
          </a:p>
        </p:txBody>
      </p:sp>
      <p:sp>
        <p:nvSpPr>
          <p:cNvPr id="9" name="Foliennummernplatzhalter 5">
            <a:extLst>
              <a:ext uri="{FF2B5EF4-FFF2-40B4-BE49-F238E27FC236}">
                <a16:creationId xmlns:a16="http://schemas.microsoft.com/office/drawing/2014/main" id="{06D386E0-04FE-A70F-43ED-2544C9A2372F}"/>
              </a:ext>
            </a:extLst>
          </p:cNvPr>
          <p:cNvSpPr>
            <a:spLocks noGrp="1"/>
          </p:cNvSpPr>
          <p:nvPr>
            <p:ph type="sldNum" sz="quarter" idx="12"/>
          </p:nvPr>
        </p:nvSpPr>
        <p:spPr>
          <a:xfrm>
            <a:off x="11628000" y="6470456"/>
            <a:ext cx="481263" cy="270705"/>
          </a:xfrm>
        </p:spPr>
        <p:txBody>
          <a:bodyPr/>
          <a:lstStyle/>
          <a:p>
            <a:fld id="{D21C33D4-00A5-43D5-B722-D2F2FA4CCA11}" type="slidenum">
              <a:rPr lang="de-DE" smtClean="0"/>
              <a:t>‹Nr.›</a:t>
            </a:fld>
            <a:endParaRPr lang="de-DE" dirty="0"/>
          </a:p>
        </p:txBody>
      </p:sp>
      <p:pic>
        <p:nvPicPr>
          <p:cNvPr id="8" name="Grafik 7">
            <a:extLst>
              <a:ext uri="{FF2B5EF4-FFF2-40B4-BE49-F238E27FC236}">
                <a16:creationId xmlns:a16="http://schemas.microsoft.com/office/drawing/2014/main" id="{24DA61C5-14F0-4404-5225-74A56E683AEE}"/>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11592000" y="36000"/>
            <a:ext cx="556320" cy="556320"/>
          </a:xfrm>
          <a:prstGeom prst="rect">
            <a:avLst/>
          </a:prstGeom>
        </p:spPr>
      </p:pic>
      <p:sp>
        <p:nvSpPr>
          <p:cNvPr id="11" name="Abgerundetes Rechteck 10">
            <a:extLst>
              <a:ext uri="{FF2B5EF4-FFF2-40B4-BE49-F238E27FC236}">
                <a16:creationId xmlns:a16="http://schemas.microsoft.com/office/drawing/2014/main" id="{B96316E9-3080-6AA8-CDFB-D8B2B308E5FB}"/>
              </a:ext>
            </a:extLst>
          </p:cNvPr>
          <p:cNvSpPr/>
          <p:nvPr userDrawn="1"/>
        </p:nvSpPr>
        <p:spPr>
          <a:xfrm>
            <a:off x="9488383" y="6632736"/>
            <a:ext cx="944090" cy="449253"/>
          </a:xfrm>
          <a:prstGeom prst="round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2" name="Fußzeilenplatzhalter 4">
            <a:extLst>
              <a:ext uri="{FF2B5EF4-FFF2-40B4-BE49-F238E27FC236}">
                <a16:creationId xmlns:a16="http://schemas.microsoft.com/office/drawing/2014/main" id="{F84CDA73-CBD1-767B-DE64-19C3F63BEC54}"/>
              </a:ext>
            </a:extLst>
          </p:cNvPr>
          <p:cNvSpPr txBox="1">
            <a:spLocks/>
          </p:cNvSpPr>
          <p:nvPr userDrawn="1"/>
        </p:nvSpPr>
        <p:spPr>
          <a:xfrm>
            <a:off x="9452757" y="6597895"/>
            <a:ext cx="1015342" cy="270705"/>
          </a:xfrm>
          <a:prstGeom prst="rect">
            <a:avLst/>
          </a:prstGeom>
        </p:spPr>
        <p:txBody>
          <a:bodyPr vert="horz" lIns="91440" tIns="45720" rIns="91440" bIns="45720" rtlCol="0" anchor="ctr"/>
          <a:lstStyle>
            <a:defPPr>
              <a:defRPr lang="de-DE"/>
            </a:defPPr>
            <a:lvl1pPr marL="0" algn="ct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sz="700" dirty="0" err="1"/>
              <a:t>strictly</a:t>
            </a:r>
            <a:r>
              <a:rPr lang="de-DE" sz="700" dirty="0"/>
              <a:t> </a:t>
            </a:r>
            <a:r>
              <a:rPr lang="de-DE" sz="700" dirty="0" err="1"/>
              <a:t>confidential</a:t>
            </a:r>
            <a:endParaRPr lang="de-DE" sz="700" dirty="0"/>
          </a:p>
        </p:txBody>
      </p:sp>
    </p:spTree>
    <p:extLst>
      <p:ext uri="{BB962C8B-B14F-4D97-AF65-F5344CB8AC3E}">
        <p14:creationId xmlns:p14="http://schemas.microsoft.com/office/powerpoint/2010/main" val="28480364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End Slide 1 Contact">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D1979333-677B-6246-170F-F0FD35143DF3}"/>
              </a:ext>
            </a:extLst>
          </p:cNvPr>
          <p:cNvPicPr>
            <a:picLocks noChangeAspect="1"/>
          </p:cNvPicPr>
          <p:nvPr userDrawn="1"/>
        </p:nvPicPr>
        <p:blipFill>
          <a:blip r:embed="rId2">
            <a:extLst>
              <a:ext uri="{28A0092B-C50C-407E-A947-70E740481C1C}">
                <a14:useLocalDpi xmlns:a14="http://schemas.microsoft.com/office/drawing/2010/main"/>
              </a:ext>
            </a:extLst>
          </a:blip>
          <a:srcRect t="19868" b="19868"/>
          <a:stretch/>
        </p:blipFill>
        <p:spPr>
          <a:xfrm>
            <a:off x="1" y="1347216"/>
            <a:ext cx="12191999" cy="5510466"/>
          </a:xfrm>
          <a:prstGeom prst="rect">
            <a:avLst/>
          </a:prstGeom>
        </p:spPr>
      </p:pic>
      <p:sp>
        <p:nvSpPr>
          <p:cNvPr id="10" name="Datumsplatzhalter 9">
            <a:extLst>
              <a:ext uri="{FF2B5EF4-FFF2-40B4-BE49-F238E27FC236}">
                <a16:creationId xmlns:a16="http://schemas.microsoft.com/office/drawing/2014/main" id="{296DC585-8B54-7413-F447-9C409EA0F782}"/>
              </a:ext>
            </a:extLst>
          </p:cNvPr>
          <p:cNvSpPr>
            <a:spLocks noGrp="1"/>
          </p:cNvSpPr>
          <p:nvPr>
            <p:ph type="dt" sz="half" idx="10"/>
          </p:nvPr>
        </p:nvSpPr>
        <p:spPr>
          <a:xfrm>
            <a:off x="838200" y="6965950"/>
            <a:ext cx="2743200" cy="365125"/>
          </a:xfrm>
        </p:spPr>
        <p:txBody>
          <a:bodyPr/>
          <a:lstStyle/>
          <a:p>
            <a:fld id="{E3F32AD5-AF6F-4F77-B7E7-77267A3FB43B}" type="datetime1">
              <a:rPr lang="de-DE" smtClean="0"/>
              <a:t>23.05.2025</a:t>
            </a:fld>
            <a:endParaRPr lang="de-DE" dirty="0"/>
          </a:p>
        </p:txBody>
      </p:sp>
      <p:sp>
        <p:nvSpPr>
          <p:cNvPr id="11" name="Fußzeilenplatzhalter 10">
            <a:extLst>
              <a:ext uri="{FF2B5EF4-FFF2-40B4-BE49-F238E27FC236}">
                <a16:creationId xmlns:a16="http://schemas.microsoft.com/office/drawing/2014/main" id="{DFEBA96E-ACD2-F7AC-72FD-9C8D98D0B300}"/>
              </a:ext>
            </a:extLst>
          </p:cNvPr>
          <p:cNvSpPr>
            <a:spLocks noGrp="1"/>
          </p:cNvSpPr>
          <p:nvPr>
            <p:ph type="ftr" sz="quarter" idx="11"/>
          </p:nvPr>
        </p:nvSpPr>
        <p:spPr>
          <a:xfrm>
            <a:off x="4038600" y="6965950"/>
            <a:ext cx="4114800" cy="365125"/>
          </a:xfrm>
        </p:spPr>
        <p:txBody>
          <a:bodyPr/>
          <a:lstStyle/>
          <a:p>
            <a:r>
              <a:rPr lang="de-DE"/>
              <a:t>Test</a:t>
            </a:r>
          </a:p>
        </p:txBody>
      </p:sp>
      <p:sp>
        <p:nvSpPr>
          <p:cNvPr id="2" name="Foliennummernplatzhalter 5">
            <a:extLst>
              <a:ext uri="{FF2B5EF4-FFF2-40B4-BE49-F238E27FC236}">
                <a16:creationId xmlns:a16="http://schemas.microsoft.com/office/drawing/2014/main" id="{CB0799A2-FD69-C065-B48A-923E0C2B945B}"/>
              </a:ext>
            </a:extLst>
          </p:cNvPr>
          <p:cNvSpPr>
            <a:spLocks noGrp="1"/>
          </p:cNvSpPr>
          <p:nvPr>
            <p:ph type="sldNum" sz="quarter" idx="12"/>
          </p:nvPr>
        </p:nvSpPr>
        <p:spPr>
          <a:xfrm>
            <a:off x="12252511" y="6427694"/>
            <a:ext cx="461684" cy="365125"/>
          </a:xfrm>
        </p:spPr>
        <p:txBody>
          <a:bodyPr/>
          <a:lstStyle/>
          <a:p>
            <a:fld id="{D21C33D4-00A5-43D5-B722-D2F2FA4CCA11}" type="slidenum">
              <a:rPr lang="de-DE" smtClean="0"/>
              <a:t>‹Nr.›</a:t>
            </a:fld>
            <a:endParaRPr lang="de-DE"/>
          </a:p>
        </p:txBody>
      </p:sp>
      <p:pic>
        <p:nvPicPr>
          <p:cNvPr id="3" name="Grafik 2" descr="Ein Bild, das Text, ClipArt enthält.&#10;&#10;Automatisch generierte Beschreibung">
            <a:extLst>
              <a:ext uri="{FF2B5EF4-FFF2-40B4-BE49-F238E27FC236}">
                <a16:creationId xmlns:a16="http://schemas.microsoft.com/office/drawing/2014/main" id="{B2AC634B-9DA1-0321-6E4A-4A6381BA5FD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31598" y="283917"/>
            <a:ext cx="4030598" cy="725508"/>
          </a:xfrm>
          <a:prstGeom prst="rect">
            <a:avLst/>
          </a:prstGeom>
        </p:spPr>
      </p:pic>
      <p:sp>
        <p:nvSpPr>
          <p:cNvPr id="17" name="Textplatzhalter 16">
            <a:extLst>
              <a:ext uri="{FF2B5EF4-FFF2-40B4-BE49-F238E27FC236}">
                <a16:creationId xmlns:a16="http://schemas.microsoft.com/office/drawing/2014/main" id="{03AF7B40-E295-91DD-F01A-F9836F2D5B13}"/>
              </a:ext>
            </a:extLst>
          </p:cNvPr>
          <p:cNvSpPr>
            <a:spLocks noGrp="1"/>
          </p:cNvSpPr>
          <p:nvPr>
            <p:ph type="body" sz="quarter" idx="13" hasCustomPrompt="1"/>
          </p:nvPr>
        </p:nvSpPr>
        <p:spPr>
          <a:xfrm>
            <a:off x="451005" y="1933181"/>
            <a:ext cx="3394635" cy="654050"/>
          </a:xfrm>
        </p:spPr>
        <p:txBody>
          <a:bodyPr>
            <a:noAutofit/>
          </a:bodyPr>
          <a:lstStyle>
            <a:lvl1pPr marL="0" indent="0">
              <a:buNone/>
              <a:defRPr sz="3600">
                <a:solidFill>
                  <a:schemeClr val="bg1"/>
                </a:solidFill>
                <a:latin typeface="+mj-lt"/>
              </a:defRPr>
            </a:lvl1pPr>
            <a:lvl2pPr>
              <a:defRPr sz="4000">
                <a:solidFill>
                  <a:schemeClr val="bg1"/>
                </a:solidFill>
                <a:latin typeface="+mj-lt"/>
              </a:defRPr>
            </a:lvl2pPr>
            <a:lvl3pPr>
              <a:defRPr sz="4000">
                <a:solidFill>
                  <a:schemeClr val="bg1"/>
                </a:solidFill>
                <a:latin typeface="+mj-lt"/>
              </a:defRPr>
            </a:lvl3pPr>
            <a:lvl4pPr>
              <a:defRPr sz="4000">
                <a:solidFill>
                  <a:schemeClr val="bg1"/>
                </a:solidFill>
                <a:latin typeface="+mj-lt"/>
              </a:defRPr>
            </a:lvl4pPr>
            <a:lvl5pPr>
              <a:defRPr sz="4000">
                <a:solidFill>
                  <a:schemeClr val="bg1"/>
                </a:solidFill>
                <a:latin typeface="+mj-lt"/>
              </a:defRPr>
            </a:lvl5pPr>
          </a:lstStyle>
          <a:p>
            <a:pPr lvl="0"/>
            <a:r>
              <a:rPr lang="de-DE" dirty="0" err="1"/>
              <a:t>Thank</a:t>
            </a:r>
            <a:r>
              <a:rPr lang="de-DE" dirty="0"/>
              <a:t> </a:t>
            </a:r>
            <a:r>
              <a:rPr lang="de-DE" dirty="0" err="1"/>
              <a:t>you</a:t>
            </a:r>
            <a:r>
              <a:rPr lang="de-DE" dirty="0"/>
              <a:t>!</a:t>
            </a:r>
          </a:p>
        </p:txBody>
      </p:sp>
      <p:sp>
        <p:nvSpPr>
          <p:cNvPr id="19" name="Textplatzhalter 18">
            <a:extLst>
              <a:ext uri="{FF2B5EF4-FFF2-40B4-BE49-F238E27FC236}">
                <a16:creationId xmlns:a16="http://schemas.microsoft.com/office/drawing/2014/main" id="{E3C7A25F-3CE5-2DD2-F29C-70610FA6A2A6}"/>
              </a:ext>
            </a:extLst>
          </p:cNvPr>
          <p:cNvSpPr>
            <a:spLocks noGrp="1"/>
          </p:cNvSpPr>
          <p:nvPr>
            <p:ph type="body" sz="quarter" idx="14" hasCustomPrompt="1"/>
          </p:nvPr>
        </p:nvSpPr>
        <p:spPr>
          <a:xfrm>
            <a:off x="2060076" y="3276427"/>
            <a:ext cx="3594411" cy="300492"/>
          </a:xfrm>
        </p:spPr>
        <p:txBody>
          <a:bodyPr>
            <a:noAutofit/>
          </a:bodyPr>
          <a:lstStyle>
            <a:lvl1pPr marL="0" indent="0">
              <a:buNone/>
              <a:defRPr sz="1800">
                <a:solidFill>
                  <a:schemeClr val="bg1"/>
                </a:solidFill>
                <a:latin typeface="+mj-lt"/>
              </a:defRPr>
            </a:lvl1pPr>
            <a:lvl2pPr>
              <a:defRPr>
                <a:solidFill>
                  <a:schemeClr val="bg1"/>
                </a:solidFill>
                <a:latin typeface="+mj-lt"/>
              </a:defRPr>
            </a:lvl2pPr>
            <a:lvl3pPr>
              <a:defRPr>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de-DE" dirty="0"/>
              <a:t>Name</a:t>
            </a:r>
          </a:p>
        </p:txBody>
      </p:sp>
      <p:sp>
        <p:nvSpPr>
          <p:cNvPr id="20" name="Textplatzhalter 18">
            <a:extLst>
              <a:ext uri="{FF2B5EF4-FFF2-40B4-BE49-F238E27FC236}">
                <a16:creationId xmlns:a16="http://schemas.microsoft.com/office/drawing/2014/main" id="{A7FF9336-4F9B-3C02-8D7F-C8B34F338335}"/>
              </a:ext>
            </a:extLst>
          </p:cNvPr>
          <p:cNvSpPr>
            <a:spLocks noGrp="1"/>
          </p:cNvSpPr>
          <p:nvPr>
            <p:ph type="body" sz="quarter" idx="15" hasCustomPrompt="1"/>
          </p:nvPr>
        </p:nvSpPr>
        <p:spPr>
          <a:xfrm>
            <a:off x="2063821" y="3540389"/>
            <a:ext cx="3594411" cy="572203"/>
          </a:xfrm>
        </p:spPr>
        <p:txBody>
          <a:bodyPr>
            <a:noAutofit/>
          </a:bodyPr>
          <a:lstStyle>
            <a:lvl1pPr marL="0" indent="0">
              <a:buNone/>
              <a:defRPr sz="1400">
                <a:solidFill>
                  <a:schemeClr val="bg1"/>
                </a:solidFill>
                <a:latin typeface="+mn-lt"/>
              </a:defRPr>
            </a:lvl1pPr>
            <a:lvl2pPr>
              <a:defRPr>
                <a:solidFill>
                  <a:schemeClr val="bg1"/>
                </a:solidFill>
                <a:latin typeface="+mj-lt"/>
              </a:defRPr>
            </a:lvl2pPr>
            <a:lvl3pPr>
              <a:defRPr>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de-DE" dirty="0"/>
              <a:t>Phone</a:t>
            </a:r>
            <a:br>
              <a:rPr lang="de-DE" dirty="0"/>
            </a:br>
            <a:r>
              <a:rPr lang="de-DE" dirty="0"/>
              <a:t>Email</a:t>
            </a:r>
          </a:p>
        </p:txBody>
      </p:sp>
      <p:pic>
        <p:nvPicPr>
          <p:cNvPr id="5" name="Grafik 4">
            <a:extLst>
              <a:ext uri="{FF2B5EF4-FFF2-40B4-BE49-F238E27FC236}">
                <a16:creationId xmlns:a16="http://schemas.microsoft.com/office/drawing/2014/main" id="{CB915990-926B-036D-0EBB-F5F87658F54F}"/>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573081" y="3010846"/>
            <a:ext cx="1260000" cy="1260000"/>
          </a:xfrm>
          <a:prstGeom prst="rect">
            <a:avLst/>
          </a:prstGeom>
        </p:spPr>
      </p:pic>
      <p:sp>
        <p:nvSpPr>
          <p:cNvPr id="9" name="Bildplatzhalter 23">
            <a:extLst>
              <a:ext uri="{FF2B5EF4-FFF2-40B4-BE49-F238E27FC236}">
                <a16:creationId xmlns:a16="http://schemas.microsoft.com/office/drawing/2014/main" id="{0B3F4B8A-5730-9DDC-92A6-68F02297D918}"/>
              </a:ext>
            </a:extLst>
          </p:cNvPr>
          <p:cNvSpPr>
            <a:spLocks noGrp="1"/>
          </p:cNvSpPr>
          <p:nvPr>
            <p:ph type="pic" sz="quarter" idx="18" hasCustomPrompt="1"/>
          </p:nvPr>
        </p:nvSpPr>
        <p:spPr>
          <a:xfrm>
            <a:off x="569336" y="3010846"/>
            <a:ext cx="1260000" cy="1260000"/>
          </a:xfrm>
        </p:spPr>
        <p:txBody>
          <a:bodyPr>
            <a:normAutofit/>
          </a:bodyPr>
          <a:lstStyle>
            <a:lvl1pPr marL="0" indent="0" algn="ctr">
              <a:buNone/>
              <a:defRPr sz="1800">
                <a:solidFill>
                  <a:schemeClr val="accent2"/>
                </a:solidFill>
              </a:defRPr>
            </a:lvl1pPr>
          </a:lstStyle>
          <a:p>
            <a:r>
              <a:rPr lang="de-DE" dirty="0"/>
              <a:t>Place Image</a:t>
            </a:r>
          </a:p>
        </p:txBody>
      </p:sp>
      <p:sp>
        <p:nvSpPr>
          <p:cNvPr id="18" name="Textfeld 17">
            <a:extLst>
              <a:ext uri="{FF2B5EF4-FFF2-40B4-BE49-F238E27FC236}">
                <a16:creationId xmlns:a16="http://schemas.microsoft.com/office/drawing/2014/main" id="{1E18A898-5F0D-F168-EC61-7F4102EA2516}"/>
              </a:ext>
            </a:extLst>
          </p:cNvPr>
          <p:cNvSpPr txBox="1"/>
          <p:nvPr userDrawn="1"/>
        </p:nvSpPr>
        <p:spPr>
          <a:xfrm>
            <a:off x="9552240" y="3010846"/>
            <a:ext cx="2225687" cy="1323439"/>
          </a:xfrm>
          <a:prstGeom prst="rect">
            <a:avLst/>
          </a:prstGeom>
          <a:noFill/>
        </p:spPr>
        <p:txBody>
          <a:bodyPr wrap="square">
            <a:spAutoFit/>
          </a:bodyPr>
          <a:lstStyle/>
          <a:p>
            <a:pPr algn="l" fontAlgn="base"/>
            <a:r>
              <a:rPr lang="de-DE" sz="1400" b="1" i="0" dirty="0">
                <a:solidFill>
                  <a:schemeClr val="bg1"/>
                </a:solidFill>
                <a:effectLst/>
                <a:latin typeface="+mj-lt"/>
              </a:rPr>
              <a:t>SEAL Systems AG</a:t>
            </a:r>
            <a:br>
              <a:rPr lang="de-DE" sz="1400" b="0" i="0" dirty="0">
                <a:solidFill>
                  <a:schemeClr val="bg1"/>
                </a:solidFill>
                <a:effectLst/>
                <a:latin typeface="Zwo Offc" panose="020B0504020101020102" pitchFamily="34" charset="0"/>
              </a:rPr>
            </a:br>
            <a:r>
              <a:rPr lang="de-DE" sz="1100" b="0" i="0" dirty="0">
                <a:solidFill>
                  <a:schemeClr val="bg1"/>
                </a:solidFill>
                <a:effectLst/>
              </a:rPr>
              <a:t>Lohmühlweg 4</a:t>
            </a:r>
            <a:br>
              <a:rPr lang="de-DE" sz="1100" b="0" i="0" dirty="0">
                <a:solidFill>
                  <a:schemeClr val="bg1"/>
                </a:solidFill>
                <a:effectLst/>
              </a:rPr>
            </a:br>
            <a:r>
              <a:rPr lang="de-DE" sz="1100" b="0" i="0" dirty="0">
                <a:solidFill>
                  <a:schemeClr val="bg1"/>
                </a:solidFill>
                <a:effectLst/>
              </a:rPr>
              <a:t>91341 Röttenbach</a:t>
            </a:r>
            <a:br>
              <a:rPr lang="de-DE" sz="1100" b="0" i="0" dirty="0">
                <a:solidFill>
                  <a:schemeClr val="bg1"/>
                </a:solidFill>
                <a:effectLst/>
              </a:rPr>
            </a:br>
            <a:r>
              <a:rPr lang="de-DE" sz="1100" b="0" i="0" dirty="0">
                <a:solidFill>
                  <a:schemeClr val="bg1"/>
                </a:solidFill>
                <a:effectLst/>
              </a:rPr>
              <a:t>GERMANY</a:t>
            </a:r>
          </a:p>
          <a:p>
            <a:pPr algn="l" fontAlgn="base"/>
            <a:r>
              <a:rPr lang="de-DE" sz="1100" b="0" i="0" dirty="0">
                <a:solidFill>
                  <a:schemeClr val="bg1"/>
                </a:solidFill>
                <a:effectLst/>
              </a:rPr>
              <a:t>Tel.: +49 9195 926 0</a:t>
            </a:r>
            <a:br>
              <a:rPr lang="de-DE" sz="1100" b="0" i="0" dirty="0">
                <a:solidFill>
                  <a:srgbClr val="222B50"/>
                </a:solidFill>
                <a:effectLst/>
              </a:rPr>
            </a:br>
            <a:r>
              <a:rPr lang="de-DE" sz="1100" b="0" i="0" dirty="0">
                <a:solidFill>
                  <a:schemeClr val="bg1"/>
                </a:solidFill>
                <a:effectLst/>
              </a:rPr>
              <a:t>Email: </a:t>
            </a:r>
            <a:r>
              <a:rPr lang="de-DE" sz="1100" b="0" i="0" u="none" strike="noStrike" dirty="0">
                <a:solidFill>
                  <a:schemeClr val="bg1"/>
                </a:solidFill>
                <a:effectLst/>
                <a:hlinkClick r:id="rId5">
                  <a:extLst>
                    <a:ext uri="{A12FA001-AC4F-418D-AE19-62706E023703}">
                      <ahyp:hlinkClr xmlns:ahyp="http://schemas.microsoft.com/office/drawing/2018/hyperlinkcolor" val="tx"/>
                    </a:ext>
                  </a:extLst>
                </a:hlinkClick>
              </a:rPr>
              <a:t>info@sealsystems.de</a:t>
            </a:r>
            <a:br>
              <a:rPr lang="de-DE" sz="1100" b="0" i="0" dirty="0">
                <a:solidFill>
                  <a:srgbClr val="222B50"/>
                </a:solidFill>
                <a:effectLst/>
              </a:rPr>
            </a:br>
            <a:r>
              <a:rPr lang="de-DE" sz="1100" b="0" i="0" dirty="0">
                <a:solidFill>
                  <a:schemeClr val="bg1"/>
                </a:solidFill>
                <a:effectLst/>
              </a:rPr>
              <a:t>Web: </a:t>
            </a:r>
            <a:r>
              <a:rPr lang="de-DE" sz="1100" b="0" i="0" u="none" strike="noStrike" dirty="0">
                <a:solidFill>
                  <a:schemeClr val="bg1"/>
                </a:solidFill>
                <a:effectLst/>
                <a:hlinkClick r:id="rId6">
                  <a:extLst>
                    <a:ext uri="{A12FA001-AC4F-418D-AE19-62706E023703}">
                      <ahyp:hlinkClr xmlns:ahyp="http://schemas.microsoft.com/office/drawing/2018/hyperlinkcolor" val="tx"/>
                    </a:ext>
                  </a:extLst>
                </a:hlinkClick>
              </a:rPr>
              <a:t>www.sealsystems.de</a:t>
            </a:r>
            <a:endParaRPr lang="de-DE" sz="1100" b="0" i="0" dirty="0">
              <a:solidFill>
                <a:schemeClr val="bg1"/>
              </a:solidFill>
              <a:effectLst/>
            </a:endParaRPr>
          </a:p>
        </p:txBody>
      </p:sp>
      <p:sp>
        <p:nvSpPr>
          <p:cNvPr id="4" name="Rechteck 3">
            <a:extLst>
              <a:ext uri="{FF2B5EF4-FFF2-40B4-BE49-F238E27FC236}">
                <a16:creationId xmlns:a16="http://schemas.microsoft.com/office/drawing/2014/main" id="{B9CEA69F-21B1-0AE6-DBC2-FAAFD288CE4E}"/>
              </a:ext>
            </a:extLst>
          </p:cNvPr>
          <p:cNvSpPr/>
          <p:nvPr userDrawn="1"/>
        </p:nvSpPr>
        <p:spPr>
          <a:xfrm>
            <a:off x="10466832" y="0"/>
            <a:ext cx="1725166" cy="12110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6" name="Grafik 5" descr="Ein Bild, das Text enthält.&#10;&#10;Automatisch generierte Beschreibung">
            <a:extLst>
              <a:ext uri="{FF2B5EF4-FFF2-40B4-BE49-F238E27FC236}">
                <a16:creationId xmlns:a16="http://schemas.microsoft.com/office/drawing/2014/main" id="{77BA9B30-D160-AFA0-A1D1-E90FA0757162}"/>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9643137" y="5013680"/>
            <a:ext cx="1700284" cy="336732"/>
          </a:xfrm>
          <a:prstGeom prst="rect">
            <a:avLst/>
          </a:prstGeom>
        </p:spPr>
      </p:pic>
      <p:pic>
        <p:nvPicPr>
          <p:cNvPr id="7" name="Grafik 6" descr="Ein Bild, das Text enthält.&#10;&#10;Automatisch generierte Beschreibung">
            <a:extLst>
              <a:ext uri="{FF2B5EF4-FFF2-40B4-BE49-F238E27FC236}">
                <a16:creationId xmlns:a16="http://schemas.microsoft.com/office/drawing/2014/main" id="{891BF950-9B8F-BE16-7C88-FEF01CFD0990}"/>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9661859" y="5542101"/>
            <a:ext cx="674511" cy="396088"/>
          </a:xfrm>
          <a:prstGeom prst="rect">
            <a:avLst/>
          </a:prstGeom>
        </p:spPr>
      </p:pic>
      <p:pic>
        <p:nvPicPr>
          <p:cNvPr id="12" name="Grafik 11" descr="Ein Bild, das Text enthält.&#10;&#10;Automatisch generierte Beschreibung">
            <a:extLst>
              <a:ext uri="{FF2B5EF4-FFF2-40B4-BE49-F238E27FC236}">
                <a16:creationId xmlns:a16="http://schemas.microsoft.com/office/drawing/2014/main" id="{3204B6C7-4993-A3CC-4F08-758F83DA9B62}"/>
              </a:ext>
            </a:extLst>
          </p:cNvPr>
          <p:cNvPicPr>
            <a:picLocks noChangeAspect="1"/>
          </p:cNvPicPr>
          <p:nvPr userDrawn="1"/>
        </p:nvPicPr>
        <p:blipFill rotWithShape="1">
          <a:blip r:embed="rId9">
            <a:extLst>
              <a:ext uri="{28A0092B-C50C-407E-A947-70E740481C1C}">
                <a14:useLocalDpi xmlns:a14="http://schemas.microsoft.com/office/drawing/2010/main" val="0"/>
              </a:ext>
            </a:extLst>
          </a:blip>
          <a:srcRect l="2270" r="33757"/>
          <a:stretch/>
        </p:blipFill>
        <p:spPr>
          <a:xfrm>
            <a:off x="10447392" y="5468818"/>
            <a:ext cx="934484" cy="531180"/>
          </a:xfrm>
          <a:prstGeom prst="rect">
            <a:avLst/>
          </a:prstGeom>
        </p:spPr>
      </p:pic>
      <p:sp>
        <p:nvSpPr>
          <p:cNvPr id="13" name="Abgerundetes Rechteck 12">
            <a:extLst>
              <a:ext uri="{FF2B5EF4-FFF2-40B4-BE49-F238E27FC236}">
                <a16:creationId xmlns:a16="http://schemas.microsoft.com/office/drawing/2014/main" id="{C19FD17A-2310-3218-A102-E48EB0A3F2BE}"/>
              </a:ext>
            </a:extLst>
          </p:cNvPr>
          <p:cNvSpPr/>
          <p:nvPr userDrawn="1"/>
        </p:nvSpPr>
        <p:spPr>
          <a:xfrm>
            <a:off x="1769422" y="6632736"/>
            <a:ext cx="944090" cy="449253"/>
          </a:xfrm>
          <a:prstGeom prst="round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4" name="Fußzeilenplatzhalter 4">
            <a:extLst>
              <a:ext uri="{FF2B5EF4-FFF2-40B4-BE49-F238E27FC236}">
                <a16:creationId xmlns:a16="http://schemas.microsoft.com/office/drawing/2014/main" id="{9BFAA347-2DE0-59D1-8AA0-4D0EAF04F70B}"/>
              </a:ext>
            </a:extLst>
          </p:cNvPr>
          <p:cNvSpPr txBox="1">
            <a:spLocks/>
          </p:cNvSpPr>
          <p:nvPr userDrawn="1"/>
        </p:nvSpPr>
        <p:spPr>
          <a:xfrm>
            <a:off x="1733796" y="6597895"/>
            <a:ext cx="1015342" cy="270705"/>
          </a:xfrm>
          <a:prstGeom prst="rect">
            <a:avLst/>
          </a:prstGeom>
        </p:spPr>
        <p:txBody>
          <a:bodyPr vert="horz" lIns="91440" tIns="45720" rIns="91440" bIns="45720" rtlCol="0" anchor="ctr"/>
          <a:lstStyle>
            <a:defPPr>
              <a:defRPr lang="de-DE"/>
            </a:defPPr>
            <a:lvl1pPr marL="0" algn="ct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sz="700" dirty="0" err="1"/>
              <a:t>strictly</a:t>
            </a:r>
            <a:r>
              <a:rPr lang="de-DE" sz="700" dirty="0"/>
              <a:t> </a:t>
            </a:r>
            <a:r>
              <a:rPr lang="de-DE" sz="700" dirty="0" err="1"/>
              <a:t>confidential</a:t>
            </a:r>
            <a:endParaRPr lang="de-DE" sz="700" dirty="0"/>
          </a:p>
        </p:txBody>
      </p:sp>
    </p:spTree>
    <p:extLst>
      <p:ext uri="{BB962C8B-B14F-4D97-AF65-F5344CB8AC3E}">
        <p14:creationId xmlns:p14="http://schemas.microsoft.com/office/powerpoint/2010/main" val="132320084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nd Slide 2 Contacts">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D1979333-677B-6246-170F-F0FD35143DF3}"/>
              </a:ext>
            </a:extLst>
          </p:cNvPr>
          <p:cNvPicPr>
            <a:picLocks noChangeAspect="1"/>
          </p:cNvPicPr>
          <p:nvPr userDrawn="1"/>
        </p:nvPicPr>
        <p:blipFill>
          <a:blip r:embed="rId2">
            <a:extLst>
              <a:ext uri="{28A0092B-C50C-407E-A947-70E740481C1C}">
                <a14:useLocalDpi xmlns:a14="http://schemas.microsoft.com/office/drawing/2010/main"/>
              </a:ext>
            </a:extLst>
          </a:blip>
          <a:srcRect t="19868" b="19868"/>
          <a:stretch/>
        </p:blipFill>
        <p:spPr>
          <a:xfrm>
            <a:off x="1" y="1347216"/>
            <a:ext cx="12191999" cy="5510466"/>
          </a:xfrm>
          <a:prstGeom prst="rect">
            <a:avLst/>
          </a:prstGeom>
        </p:spPr>
      </p:pic>
      <p:sp>
        <p:nvSpPr>
          <p:cNvPr id="10" name="Datumsplatzhalter 9">
            <a:extLst>
              <a:ext uri="{FF2B5EF4-FFF2-40B4-BE49-F238E27FC236}">
                <a16:creationId xmlns:a16="http://schemas.microsoft.com/office/drawing/2014/main" id="{296DC585-8B54-7413-F447-9C409EA0F782}"/>
              </a:ext>
            </a:extLst>
          </p:cNvPr>
          <p:cNvSpPr>
            <a:spLocks noGrp="1"/>
          </p:cNvSpPr>
          <p:nvPr>
            <p:ph type="dt" sz="half" idx="10"/>
          </p:nvPr>
        </p:nvSpPr>
        <p:spPr>
          <a:xfrm>
            <a:off x="838200" y="6965950"/>
            <a:ext cx="2743200" cy="365125"/>
          </a:xfrm>
        </p:spPr>
        <p:txBody>
          <a:bodyPr/>
          <a:lstStyle/>
          <a:p>
            <a:fld id="{E3F32AD5-AF6F-4F77-B7E7-77267A3FB43B}" type="datetime1">
              <a:rPr lang="de-DE" smtClean="0"/>
              <a:t>23.05.2025</a:t>
            </a:fld>
            <a:endParaRPr lang="de-DE" dirty="0"/>
          </a:p>
        </p:txBody>
      </p:sp>
      <p:sp>
        <p:nvSpPr>
          <p:cNvPr id="11" name="Fußzeilenplatzhalter 10">
            <a:extLst>
              <a:ext uri="{FF2B5EF4-FFF2-40B4-BE49-F238E27FC236}">
                <a16:creationId xmlns:a16="http://schemas.microsoft.com/office/drawing/2014/main" id="{DFEBA96E-ACD2-F7AC-72FD-9C8D98D0B300}"/>
              </a:ext>
            </a:extLst>
          </p:cNvPr>
          <p:cNvSpPr>
            <a:spLocks noGrp="1"/>
          </p:cNvSpPr>
          <p:nvPr>
            <p:ph type="ftr" sz="quarter" idx="11"/>
          </p:nvPr>
        </p:nvSpPr>
        <p:spPr>
          <a:xfrm>
            <a:off x="4038600" y="6965950"/>
            <a:ext cx="4114800" cy="365125"/>
          </a:xfrm>
        </p:spPr>
        <p:txBody>
          <a:bodyPr/>
          <a:lstStyle/>
          <a:p>
            <a:r>
              <a:rPr lang="de-DE"/>
              <a:t>Test</a:t>
            </a:r>
          </a:p>
        </p:txBody>
      </p:sp>
      <p:sp>
        <p:nvSpPr>
          <p:cNvPr id="2" name="Foliennummernplatzhalter 5">
            <a:extLst>
              <a:ext uri="{FF2B5EF4-FFF2-40B4-BE49-F238E27FC236}">
                <a16:creationId xmlns:a16="http://schemas.microsoft.com/office/drawing/2014/main" id="{CB0799A2-FD69-C065-B48A-923E0C2B945B}"/>
              </a:ext>
            </a:extLst>
          </p:cNvPr>
          <p:cNvSpPr>
            <a:spLocks noGrp="1"/>
          </p:cNvSpPr>
          <p:nvPr>
            <p:ph type="sldNum" sz="quarter" idx="12"/>
          </p:nvPr>
        </p:nvSpPr>
        <p:spPr>
          <a:xfrm>
            <a:off x="12252511" y="6427694"/>
            <a:ext cx="461684" cy="365125"/>
          </a:xfrm>
        </p:spPr>
        <p:txBody>
          <a:bodyPr/>
          <a:lstStyle/>
          <a:p>
            <a:fld id="{D21C33D4-00A5-43D5-B722-D2F2FA4CCA11}" type="slidenum">
              <a:rPr lang="de-DE" smtClean="0"/>
              <a:t>‹Nr.›</a:t>
            </a:fld>
            <a:endParaRPr lang="de-DE"/>
          </a:p>
        </p:txBody>
      </p:sp>
      <p:pic>
        <p:nvPicPr>
          <p:cNvPr id="3" name="Grafik 2" descr="Ein Bild, das Text, ClipArt enthält.&#10;&#10;Automatisch generierte Beschreibung">
            <a:extLst>
              <a:ext uri="{FF2B5EF4-FFF2-40B4-BE49-F238E27FC236}">
                <a16:creationId xmlns:a16="http://schemas.microsoft.com/office/drawing/2014/main" id="{B2AC634B-9DA1-0321-6E4A-4A6381BA5FD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31598" y="283917"/>
            <a:ext cx="4030598" cy="725508"/>
          </a:xfrm>
          <a:prstGeom prst="rect">
            <a:avLst/>
          </a:prstGeom>
        </p:spPr>
      </p:pic>
      <p:sp>
        <p:nvSpPr>
          <p:cNvPr id="17" name="Textplatzhalter 16">
            <a:extLst>
              <a:ext uri="{FF2B5EF4-FFF2-40B4-BE49-F238E27FC236}">
                <a16:creationId xmlns:a16="http://schemas.microsoft.com/office/drawing/2014/main" id="{03AF7B40-E295-91DD-F01A-F9836F2D5B13}"/>
              </a:ext>
            </a:extLst>
          </p:cNvPr>
          <p:cNvSpPr>
            <a:spLocks noGrp="1"/>
          </p:cNvSpPr>
          <p:nvPr>
            <p:ph type="body" sz="quarter" idx="13" hasCustomPrompt="1"/>
          </p:nvPr>
        </p:nvSpPr>
        <p:spPr>
          <a:xfrm>
            <a:off x="451005" y="1933181"/>
            <a:ext cx="3394635" cy="654050"/>
          </a:xfrm>
        </p:spPr>
        <p:txBody>
          <a:bodyPr>
            <a:noAutofit/>
          </a:bodyPr>
          <a:lstStyle>
            <a:lvl1pPr marL="0" indent="0">
              <a:buNone/>
              <a:defRPr sz="3600">
                <a:solidFill>
                  <a:schemeClr val="bg1"/>
                </a:solidFill>
                <a:latin typeface="+mj-lt"/>
              </a:defRPr>
            </a:lvl1pPr>
            <a:lvl2pPr>
              <a:defRPr sz="4000">
                <a:solidFill>
                  <a:schemeClr val="bg1"/>
                </a:solidFill>
                <a:latin typeface="+mj-lt"/>
              </a:defRPr>
            </a:lvl2pPr>
            <a:lvl3pPr>
              <a:defRPr sz="4000">
                <a:solidFill>
                  <a:schemeClr val="bg1"/>
                </a:solidFill>
                <a:latin typeface="+mj-lt"/>
              </a:defRPr>
            </a:lvl3pPr>
            <a:lvl4pPr>
              <a:defRPr sz="4000">
                <a:solidFill>
                  <a:schemeClr val="bg1"/>
                </a:solidFill>
                <a:latin typeface="+mj-lt"/>
              </a:defRPr>
            </a:lvl4pPr>
            <a:lvl5pPr>
              <a:defRPr sz="4000">
                <a:solidFill>
                  <a:schemeClr val="bg1"/>
                </a:solidFill>
                <a:latin typeface="+mj-lt"/>
              </a:defRPr>
            </a:lvl5pPr>
          </a:lstStyle>
          <a:p>
            <a:pPr lvl="0"/>
            <a:r>
              <a:rPr lang="de-DE" dirty="0" err="1"/>
              <a:t>Thank</a:t>
            </a:r>
            <a:r>
              <a:rPr lang="de-DE" dirty="0"/>
              <a:t> </a:t>
            </a:r>
            <a:r>
              <a:rPr lang="de-DE" dirty="0" err="1"/>
              <a:t>you</a:t>
            </a:r>
            <a:r>
              <a:rPr lang="de-DE" dirty="0"/>
              <a:t>!</a:t>
            </a:r>
          </a:p>
        </p:txBody>
      </p:sp>
      <p:sp>
        <p:nvSpPr>
          <p:cNvPr id="19" name="Textplatzhalter 18">
            <a:extLst>
              <a:ext uri="{FF2B5EF4-FFF2-40B4-BE49-F238E27FC236}">
                <a16:creationId xmlns:a16="http://schemas.microsoft.com/office/drawing/2014/main" id="{E3C7A25F-3CE5-2DD2-F29C-70610FA6A2A6}"/>
              </a:ext>
            </a:extLst>
          </p:cNvPr>
          <p:cNvSpPr>
            <a:spLocks noGrp="1"/>
          </p:cNvSpPr>
          <p:nvPr>
            <p:ph type="body" sz="quarter" idx="14" hasCustomPrompt="1"/>
          </p:nvPr>
        </p:nvSpPr>
        <p:spPr>
          <a:xfrm>
            <a:off x="2060076" y="3276427"/>
            <a:ext cx="3184275" cy="300492"/>
          </a:xfrm>
        </p:spPr>
        <p:txBody>
          <a:bodyPr>
            <a:noAutofit/>
          </a:bodyPr>
          <a:lstStyle>
            <a:lvl1pPr marL="0" indent="0">
              <a:buNone/>
              <a:defRPr sz="1800">
                <a:solidFill>
                  <a:schemeClr val="bg1"/>
                </a:solidFill>
                <a:latin typeface="+mj-lt"/>
              </a:defRPr>
            </a:lvl1pPr>
            <a:lvl2pPr>
              <a:defRPr>
                <a:solidFill>
                  <a:schemeClr val="bg1"/>
                </a:solidFill>
                <a:latin typeface="+mj-lt"/>
              </a:defRPr>
            </a:lvl2pPr>
            <a:lvl3pPr>
              <a:defRPr>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de-DE" dirty="0"/>
              <a:t>Name</a:t>
            </a:r>
          </a:p>
        </p:txBody>
      </p:sp>
      <p:sp>
        <p:nvSpPr>
          <p:cNvPr id="20" name="Textplatzhalter 18">
            <a:extLst>
              <a:ext uri="{FF2B5EF4-FFF2-40B4-BE49-F238E27FC236}">
                <a16:creationId xmlns:a16="http://schemas.microsoft.com/office/drawing/2014/main" id="{A7FF9336-4F9B-3C02-8D7F-C8B34F338335}"/>
              </a:ext>
            </a:extLst>
          </p:cNvPr>
          <p:cNvSpPr>
            <a:spLocks noGrp="1"/>
          </p:cNvSpPr>
          <p:nvPr>
            <p:ph type="body" sz="quarter" idx="15" hasCustomPrompt="1"/>
          </p:nvPr>
        </p:nvSpPr>
        <p:spPr>
          <a:xfrm>
            <a:off x="2063821" y="3540389"/>
            <a:ext cx="3184275" cy="572203"/>
          </a:xfrm>
        </p:spPr>
        <p:txBody>
          <a:bodyPr>
            <a:noAutofit/>
          </a:bodyPr>
          <a:lstStyle>
            <a:lvl1pPr marL="0" indent="0">
              <a:buNone/>
              <a:defRPr sz="1400">
                <a:solidFill>
                  <a:schemeClr val="bg1"/>
                </a:solidFill>
                <a:latin typeface="+mn-lt"/>
              </a:defRPr>
            </a:lvl1pPr>
            <a:lvl2pPr>
              <a:defRPr>
                <a:solidFill>
                  <a:schemeClr val="bg1"/>
                </a:solidFill>
                <a:latin typeface="+mj-lt"/>
              </a:defRPr>
            </a:lvl2pPr>
            <a:lvl3pPr>
              <a:defRPr>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de-DE" dirty="0"/>
              <a:t>Phone</a:t>
            </a:r>
            <a:br>
              <a:rPr lang="de-DE" dirty="0"/>
            </a:br>
            <a:r>
              <a:rPr lang="de-DE" dirty="0"/>
              <a:t>Email</a:t>
            </a:r>
          </a:p>
        </p:txBody>
      </p:sp>
      <p:sp>
        <p:nvSpPr>
          <p:cNvPr id="21" name="Textplatzhalter 18">
            <a:extLst>
              <a:ext uri="{FF2B5EF4-FFF2-40B4-BE49-F238E27FC236}">
                <a16:creationId xmlns:a16="http://schemas.microsoft.com/office/drawing/2014/main" id="{E650A0BF-7EBC-8E10-6765-A0DB762860EC}"/>
              </a:ext>
            </a:extLst>
          </p:cNvPr>
          <p:cNvSpPr>
            <a:spLocks noGrp="1"/>
          </p:cNvSpPr>
          <p:nvPr>
            <p:ph type="body" sz="quarter" idx="16" hasCustomPrompt="1"/>
          </p:nvPr>
        </p:nvSpPr>
        <p:spPr>
          <a:xfrm>
            <a:off x="2055158" y="4936018"/>
            <a:ext cx="3184275" cy="300492"/>
          </a:xfrm>
        </p:spPr>
        <p:txBody>
          <a:bodyPr>
            <a:noAutofit/>
          </a:bodyPr>
          <a:lstStyle>
            <a:lvl1pPr marL="0" indent="0">
              <a:buNone/>
              <a:defRPr sz="1800">
                <a:solidFill>
                  <a:schemeClr val="bg1"/>
                </a:solidFill>
                <a:latin typeface="+mj-lt"/>
              </a:defRPr>
            </a:lvl1pPr>
            <a:lvl2pPr>
              <a:defRPr>
                <a:solidFill>
                  <a:schemeClr val="bg1"/>
                </a:solidFill>
                <a:latin typeface="+mj-lt"/>
              </a:defRPr>
            </a:lvl2pPr>
            <a:lvl3pPr>
              <a:defRPr>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de-DE" dirty="0"/>
              <a:t>Name</a:t>
            </a:r>
          </a:p>
        </p:txBody>
      </p:sp>
      <p:sp>
        <p:nvSpPr>
          <p:cNvPr id="22" name="Textplatzhalter 18">
            <a:extLst>
              <a:ext uri="{FF2B5EF4-FFF2-40B4-BE49-F238E27FC236}">
                <a16:creationId xmlns:a16="http://schemas.microsoft.com/office/drawing/2014/main" id="{9EE934CE-C81F-FD9A-67C1-3F174A4C3730}"/>
              </a:ext>
            </a:extLst>
          </p:cNvPr>
          <p:cNvSpPr>
            <a:spLocks noGrp="1"/>
          </p:cNvSpPr>
          <p:nvPr>
            <p:ph type="body" sz="quarter" idx="17" hasCustomPrompt="1"/>
          </p:nvPr>
        </p:nvSpPr>
        <p:spPr>
          <a:xfrm>
            <a:off x="2058284" y="5206223"/>
            <a:ext cx="3184275" cy="572203"/>
          </a:xfrm>
        </p:spPr>
        <p:txBody>
          <a:bodyPr>
            <a:noAutofit/>
          </a:bodyPr>
          <a:lstStyle>
            <a:lvl1pPr marL="0" indent="0">
              <a:buNone/>
              <a:defRPr sz="1400">
                <a:solidFill>
                  <a:schemeClr val="bg1"/>
                </a:solidFill>
                <a:latin typeface="+mn-lt"/>
              </a:defRPr>
            </a:lvl1pPr>
            <a:lvl2pPr>
              <a:defRPr>
                <a:solidFill>
                  <a:schemeClr val="bg1"/>
                </a:solidFill>
                <a:latin typeface="+mj-lt"/>
              </a:defRPr>
            </a:lvl2pPr>
            <a:lvl3pPr>
              <a:defRPr>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de-DE" dirty="0"/>
              <a:t>Phone</a:t>
            </a:r>
            <a:br>
              <a:rPr lang="de-DE" dirty="0"/>
            </a:br>
            <a:r>
              <a:rPr lang="de-DE" dirty="0"/>
              <a:t>Email</a:t>
            </a:r>
          </a:p>
        </p:txBody>
      </p:sp>
      <p:pic>
        <p:nvPicPr>
          <p:cNvPr id="5" name="Grafik 4">
            <a:extLst>
              <a:ext uri="{FF2B5EF4-FFF2-40B4-BE49-F238E27FC236}">
                <a16:creationId xmlns:a16="http://schemas.microsoft.com/office/drawing/2014/main" id="{CB915990-926B-036D-0EBB-F5F87658F54F}"/>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573081" y="3010846"/>
            <a:ext cx="1260000" cy="1260000"/>
          </a:xfrm>
          <a:prstGeom prst="rect">
            <a:avLst/>
          </a:prstGeom>
        </p:spPr>
      </p:pic>
      <p:pic>
        <p:nvPicPr>
          <p:cNvPr id="7" name="Picture 2">
            <a:extLst>
              <a:ext uri="{FF2B5EF4-FFF2-40B4-BE49-F238E27FC236}">
                <a16:creationId xmlns:a16="http://schemas.microsoft.com/office/drawing/2014/main" id="{EDF558F9-FC1F-A737-3460-E2B03621B0E5}"/>
              </a:ext>
            </a:extLst>
          </p:cNvPr>
          <p:cNvPicPr>
            <a:picLocks noChangeAspect="1" noChangeArrowheads="1"/>
          </p:cNvPicPr>
          <p:nvPr userDrawn="1"/>
        </p:nvPicPr>
        <p:blipFill>
          <a:blip r:embed="rId4" cstate="screen">
            <a:extLst>
              <a:ext uri="{28A0092B-C50C-407E-A947-70E740481C1C}">
                <a14:useLocalDpi xmlns:a14="http://schemas.microsoft.com/office/drawing/2010/main"/>
              </a:ext>
            </a:extLst>
          </a:blip>
          <a:srcRect/>
          <a:stretch/>
        </p:blipFill>
        <p:spPr bwMode="auto">
          <a:xfrm>
            <a:off x="573081" y="4679571"/>
            <a:ext cx="1260000" cy="1260000"/>
          </a:xfrm>
          <a:prstGeom prst="rect">
            <a:avLst/>
          </a:prstGeom>
          <a:ln>
            <a:noFill/>
          </a:ln>
          <a:effectLst/>
          <a:extLst>
            <a:ext uri="{909E8E84-426E-40DD-AFC4-6F175D3DCCD1}">
              <a14:hiddenFill xmlns:a14="http://schemas.microsoft.com/office/drawing/2010/main">
                <a:solidFill>
                  <a:srgbClr val="FFFFFF"/>
                </a:solidFill>
              </a14:hiddenFill>
            </a:ext>
          </a:extLst>
        </p:spPr>
      </p:pic>
      <p:sp>
        <p:nvSpPr>
          <p:cNvPr id="9" name="Bildplatzhalter 23">
            <a:extLst>
              <a:ext uri="{FF2B5EF4-FFF2-40B4-BE49-F238E27FC236}">
                <a16:creationId xmlns:a16="http://schemas.microsoft.com/office/drawing/2014/main" id="{0B3F4B8A-5730-9DDC-92A6-68F02297D918}"/>
              </a:ext>
            </a:extLst>
          </p:cNvPr>
          <p:cNvSpPr>
            <a:spLocks noGrp="1"/>
          </p:cNvSpPr>
          <p:nvPr>
            <p:ph type="pic" sz="quarter" idx="18" hasCustomPrompt="1"/>
          </p:nvPr>
        </p:nvSpPr>
        <p:spPr>
          <a:xfrm>
            <a:off x="569336" y="3010846"/>
            <a:ext cx="1260000" cy="1260000"/>
          </a:xfrm>
        </p:spPr>
        <p:txBody>
          <a:bodyPr>
            <a:normAutofit/>
          </a:bodyPr>
          <a:lstStyle>
            <a:lvl1pPr marL="0" indent="0" algn="ctr">
              <a:buNone/>
              <a:defRPr sz="1800">
                <a:solidFill>
                  <a:schemeClr val="accent2"/>
                </a:solidFill>
              </a:defRPr>
            </a:lvl1pPr>
          </a:lstStyle>
          <a:p>
            <a:r>
              <a:rPr lang="de-DE" dirty="0"/>
              <a:t>Place Image</a:t>
            </a:r>
          </a:p>
        </p:txBody>
      </p:sp>
      <p:sp>
        <p:nvSpPr>
          <p:cNvPr id="16" name="Bildplatzhalter 23">
            <a:extLst>
              <a:ext uri="{FF2B5EF4-FFF2-40B4-BE49-F238E27FC236}">
                <a16:creationId xmlns:a16="http://schemas.microsoft.com/office/drawing/2014/main" id="{86AE1873-F2DE-A367-8E36-668C09B840B3}"/>
              </a:ext>
            </a:extLst>
          </p:cNvPr>
          <p:cNvSpPr>
            <a:spLocks noGrp="1"/>
          </p:cNvSpPr>
          <p:nvPr>
            <p:ph type="pic" sz="quarter" idx="19" hasCustomPrompt="1"/>
          </p:nvPr>
        </p:nvSpPr>
        <p:spPr>
          <a:xfrm>
            <a:off x="565841" y="4679571"/>
            <a:ext cx="1260000" cy="1260000"/>
          </a:xfrm>
        </p:spPr>
        <p:txBody>
          <a:bodyPr>
            <a:normAutofit/>
          </a:bodyPr>
          <a:lstStyle>
            <a:lvl1pPr marL="0" indent="0" algn="ctr">
              <a:buNone/>
              <a:defRPr sz="1800">
                <a:solidFill>
                  <a:schemeClr val="accent2"/>
                </a:solidFill>
              </a:defRPr>
            </a:lvl1pPr>
          </a:lstStyle>
          <a:p>
            <a:r>
              <a:rPr lang="de-DE" dirty="0"/>
              <a:t>Place Image</a:t>
            </a:r>
          </a:p>
        </p:txBody>
      </p:sp>
      <p:sp>
        <p:nvSpPr>
          <p:cNvPr id="18" name="Textfeld 17">
            <a:extLst>
              <a:ext uri="{FF2B5EF4-FFF2-40B4-BE49-F238E27FC236}">
                <a16:creationId xmlns:a16="http://schemas.microsoft.com/office/drawing/2014/main" id="{1E18A898-5F0D-F168-EC61-7F4102EA2516}"/>
              </a:ext>
            </a:extLst>
          </p:cNvPr>
          <p:cNvSpPr txBox="1"/>
          <p:nvPr userDrawn="1"/>
        </p:nvSpPr>
        <p:spPr>
          <a:xfrm>
            <a:off x="9552240" y="3010846"/>
            <a:ext cx="2225687" cy="1323439"/>
          </a:xfrm>
          <a:prstGeom prst="rect">
            <a:avLst/>
          </a:prstGeom>
          <a:noFill/>
        </p:spPr>
        <p:txBody>
          <a:bodyPr wrap="square">
            <a:spAutoFit/>
          </a:bodyPr>
          <a:lstStyle/>
          <a:p>
            <a:pPr algn="l" fontAlgn="base"/>
            <a:r>
              <a:rPr lang="de-DE" sz="1400" b="1" i="0" dirty="0">
                <a:solidFill>
                  <a:schemeClr val="bg1"/>
                </a:solidFill>
                <a:effectLst/>
                <a:latin typeface="+mj-lt"/>
              </a:rPr>
              <a:t>SEAL Systems AG</a:t>
            </a:r>
            <a:br>
              <a:rPr lang="de-DE" sz="1400" b="0" i="0" dirty="0">
                <a:solidFill>
                  <a:schemeClr val="bg1"/>
                </a:solidFill>
                <a:effectLst/>
                <a:latin typeface="Zwo Offc" panose="020B0504020101020102" pitchFamily="34" charset="0"/>
              </a:rPr>
            </a:br>
            <a:r>
              <a:rPr lang="de-DE" sz="1100" b="0" i="0" dirty="0">
                <a:solidFill>
                  <a:schemeClr val="bg1"/>
                </a:solidFill>
                <a:effectLst/>
              </a:rPr>
              <a:t>Lohmühlweg 4</a:t>
            </a:r>
            <a:br>
              <a:rPr lang="de-DE" sz="1100" b="0" i="0" dirty="0">
                <a:solidFill>
                  <a:schemeClr val="bg1"/>
                </a:solidFill>
                <a:effectLst/>
              </a:rPr>
            </a:br>
            <a:r>
              <a:rPr lang="de-DE" sz="1100" b="0" i="0" dirty="0">
                <a:solidFill>
                  <a:schemeClr val="bg1"/>
                </a:solidFill>
                <a:effectLst/>
              </a:rPr>
              <a:t>91341 Röttenbach</a:t>
            </a:r>
            <a:br>
              <a:rPr lang="de-DE" sz="1100" b="0" i="0" dirty="0">
                <a:solidFill>
                  <a:schemeClr val="bg1"/>
                </a:solidFill>
                <a:effectLst/>
              </a:rPr>
            </a:br>
            <a:r>
              <a:rPr lang="de-DE" sz="1100" b="0" i="0" dirty="0">
                <a:solidFill>
                  <a:schemeClr val="bg1"/>
                </a:solidFill>
                <a:effectLst/>
              </a:rPr>
              <a:t>GERMANY</a:t>
            </a:r>
          </a:p>
          <a:p>
            <a:pPr algn="l" fontAlgn="base"/>
            <a:r>
              <a:rPr lang="de-DE" sz="1100" b="0" i="0" dirty="0">
                <a:solidFill>
                  <a:schemeClr val="bg1"/>
                </a:solidFill>
                <a:effectLst/>
              </a:rPr>
              <a:t>Tel.: +49 9195 926 0</a:t>
            </a:r>
            <a:br>
              <a:rPr lang="de-DE" sz="1100" b="0" i="0" dirty="0">
                <a:solidFill>
                  <a:srgbClr val="222B50"/>
                </a:solidFill>
                <a:effectLst/>
              </a:rPr>
            </a:br>
            <a:r>
              <a:rPr lang="de-DE" sz="1100" b="0" i="0" dirty="0">
                <a:solidFill>
                  <a:schemeClr val="bg1"/>
                </a:solidFill>
                <a:effectLst/>
              </a:rPr>
              <a:t>Email: </a:t>
            </a:r>
            <a:r>
              <a:rPr lang="de-DE" sz="1100" b="0" i="0" u="none" strike="noStrike" dirty="0">
                <a:solidFill>
                  <a:schemeClr val="bg1"/>
                </a:solidFill>
                <a:effectLst/>
                <a:hlinkClick r:id="rId5">
                  <a:extLst>
                    <a:ext uri="{A12FA001-AC4F-418D-AE19-62706E023703}">
                      <ahyp:hlinkClr xmlns:ahyp="http://schemas.microsoft.com/office/drawing/2018/hyperlinkcolor" val="tx"/>
                    </a:ext>
                  </a:extLst>
                </a:hlinkClick>
              </a:rPr>
              <a:t>info@sealsystems.de</a:t>
            </a:r>
            <a:br>
              <a:rPr lang="de-DE" sz="1100" b="0" i="0" dirty="0">
                <a:solidFill>
                  <a:srgbClr val="222B50"/>
                </a:solidFill>
                <a:effectLst/>
              </a:rPr>
            </a:br>
            <a:r>
              <a:rPr lang="de-DE" sz="1100" b="0" i="0" dirty="0">
                <a:solidFill>
                  <a:schemeClr val="bg1"/>
                </a:solidFill>
                <a:effectLst/>
              </a:rPr>
              <a:t>Web: </a:t>
            </a:r>
            <a:r>
              <a:rPr lang="de-DE" sz="1100" b="0" i="0" u="none" strike="noStrike" dirty="0">
                <a:solidFill>
                  <a:schemeClr val="bg1"/>
                </a:solidFill>
                <a:effectLst/>
                <a:hlinkClick r:id="rId6">
                  <a:extLst>
                    <a:ext uri="{A12FA001-AC4F-418D-AE19-62706E023703}">
                      <ahyp:hlinkClr xmlns:ahyp="http://schemas.microsoft.com/office/drawing/2018/hyperlinkcolor" val="tx"/>
                    </a:ext>
                  </a:extLst>
                </a:hlinkClick>
              </a:rPr>
              <a:t>www.sealsystems.de</a:t>
            </a:r>
            <a:endParaRPr lang="de-DE" sz="1100" b="0" i="0" dirty="0">
              <a:solidFill>
                <a:schemeClr val="bg1"/>
              </a:solidFill>
              <a:effectLst/>
            </a:endParaRPr>
          </a:p>
        </p:txBody>
      </p:sp>
      <p:sp>
        <p:nvSpPr>
          <p:cNvPr id="4" name="Rechteck 3">
            <a:extLst>
              <a:ext uri="{FF2B5EF4-FFF2-40B4-BE49-F238E27FC236}">
                <a16:creationId xmlns:a16="http://schemas.microsoft.com/office/drawing/2014/main" id="{B9CEA69F-21B1-0AE6-DBC2-FAAFD288CE4E}"/>
              </a:ext>
            </a:extLst>
          </p:cNvPr>
          <p:cNvSpPr/>
          <p:nvPr userDrawn="1"/>
        </p:nvSpPr>
        <p:spPr>
          <a:xfrm>
            <a:off x="10466832" y="0"/>
            <a:ext cx="1725166" cy="12110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37" name="Grafik 36" descr="Ein Bild, das Text enthält.&#10;&#10;Automatisch generierte Beschreibung">
            <a:extLst>
              <a:ext uri="{FF2B5EF4-FFF2-40B4-BE49-F238E27FC236}">
                <a16:creationId xmlns:a16="http://schemas.microsoft.com/office/drawing/2014/main" id="{5AD21C8E-75A2-99A5-D2FE-77AE56DE746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9643137" y="5013680"/>
            <a:ext cx="1700284" cy="336732"/>
          </a:xfrm>
          <a:prstGeom prst="rect">
            <a:avLst/>
          </a:prstGeom>
        </p:spPr>
      </p:pic>
      <p:pic>
        <p:nvPicPr>
          <p:cNvPr id="38" name="Grafik 37" descr="Ein Bild, das Text enthält.&#10;&#10;Automatisch generierte Beschreibung">
            <a:extLst>
              <a:ext uri="{FF2B5EF4-FFF2-40B4-BE49-F238E27FC236}">
                <a16:creationId xmlns:a16="http://schemas.microsoft.com/office/drawing/2014/main" id="{E822F6E6-D9C6-B4F4-BBBE-0786342FC63A}"/>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9661859" y="5542101"/>
            <a:ext cx="674511" cy="396088"/>
          </a:xfrm>
          <a:prstGeom prst="rect">
            <a:avLst/>
          </a:prstGeom>
        </p:spPr>
      </p:pic>
      <p:pic>
        <p:nvPicPr>
          <p:cNvPr id="39" name="Grafik 38" descr="Ein Bild, das Text enthält.&#10;&#10;Automatisch generierte Beschreibung">
            <a:extLst>
              <a:ext uri="{FF2B5EF4-FFF2-40B4-BE49-F238E27FC236}">
                <a16:creationId xmlns:a16="http://schemas.microsoft.com/office/drawing/2014/main" id="{62B5E240-7D49-A383-BE02-6870D6255951}"/>
              </a:ext>
            </a:extLst>
          </p:cNvPr>
          <p:cNvPicPr>
            <a:picLocks noChangeAspect="1"/>
          </p:cNvPicPr>
          <p:nvPr userDrawn="1"/>
        </p:nvPicPr>
        <p:blipFill rotWithShape="1">
          <a:blip r:embed="rId9">
            <a:extLst>
              <a:ext uri="{28A0092B-C50C-407E-A947-70E740481C1C}">
                <a14:useLocalDpi xmlns:a14="http://schemas.microsoft.com/office/drawing/2010/main" val="0"/>
              </a:ext>
            </a:extLst>
          </a:blip>
          <a:srcRect l="2270" r="33757"/>
          <a:stretch/>
        </p:blipFill>
        <p:spPr>
          <a:xfrm>
            <a:off x="10447392" y="5468818"/>
            <a:ext cx="934484" cy="531180"/>
          </a:xfrm>
          <a:prstGeom prst="rect">
            <a:avLst/>
          </a:prstGeom>
        </p:spPr>
      </p:pic>
      <p:sp>
        <p:nvSpPr>
          <p:cNvPr id="6" name="Abgerundetes Rechteck 5">
            <a:extLst>
              <a:ext uri="{FF2B5EF4-FFF2-40B4-BE49-F238E27FC236}">
                <a16:creationId xmlns:a16="http://schemas.microsoft.com/office/drawing/2014/main" id="{6D6E81AA-B5B3-9563-DDF9-C54FE3083F46}"/>
              </a:ext>
            </a:extLst>
          </p:cNvPr>
          <p:cNvSpPr/>
          <p:nvPr userDrawn="1"/>
        </p:nvSpPr>
        <p:spPr>
          <a:xfrm>
            <a:off x="1769422" y="6632736"/>
            <a:ext cx="944090" cy="449253"/>
          </a:xfrm>
          <a:prstGeom prst="round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2" name="Fußzeilenplatzhalter 4">
            <a:extLst>
              <a:ext uri="{FF2B5EF4-FFF2-40B4-BE49-F238E27FC236}">
                <a16:creationId xmlns:a16="http://schemas.microsoft.com/office/drawing/2014/main" id="{9648FFEC-A35A-8761-2D4B-F8EF77136C49}"/>
              </a:ext>
            </a:extLst>
          </p:cNvPr>
          <p:cNvSpPr txBox="1">
            <a:spLocks/>
          </p:cNvSpPr>
          <p:nvPr userDrawn="1"/>
        </p:nvSpPr>
        <p:spPr>
          <a:xfrm>
            <a:off x="1733796" y="6597895"/>
            <a:ext cx="1015342" cy="270705"/>
          </a:xfrm>
          <a:prstGeom prst="rect">
            <a:avLst/>
          </a:prstGeom>
        </p:spPr>
        <p:txBody>
          <a:bodyPr vert="horz" lIns="91440" tIns="45720" rIns="91440" bIns="45720" rtlCol="0" anchor="ctr"/>
          <a:lstStyle>
            <a:defPPr>
              <a:defRPr lang="de-DE"/>
            </a:defPPr>
            <a:lvl1pPr marL="0" algn="ct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sz="700" dirty="0" err="1"/>
              <a:t>strictly</a:t>
            </a:r>
            <a:r>
              <a:rPr lang="de-DE" sz="700" dirty="0"/>
              <a:t> </a:t>
            </a:r>
            <a:r>
              <a:rPr lang="de-DE" sz="700" dirty="0" err="1"/>
              <a:t>confidential</a:t>
            </a:r>
            <a:endParaRPr lang="de-DE" sz="700" dirty="0"/>
          </a:p>
        </p:txBody>
      </p:sp>
    </p:spTree>
    <p:extLst>
      <p:ext uri="{BB962C8B-B14F-4D97-AF65-F5344CB8AC3E}">
        <p14:creationId xmlns:p14="http://schemas.microsoft.com/office/powerpoint/2010/main" val="33773084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End Slide 3 Contacts">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D1979333-677B-6246-170F-F0FD35143DF3}"/>
              </a:ext>
            </a:extLst>
          </p:cNvPr>
          <p:cNvPicPr>
            <a:picLocks noChangeAspect="1"/>
          </p:cNvPicPr>
          <p:nvPr userDrawn="1"/>
        </p:nvPicPr>
        <p:blipFill>
          <a:blip r:embed="rId2">
            <a:extLst>
              <a:ext uri="{28A0092B-C50C-407E-A947-70E740481C1C}">
                <a14:useLocalDpi xmlns:a14="http://schemas.microsoft.com/office/drawing/2010/main"/>
              </a:ext>
            </a:extLst>
          </a:blip>
          <a:srcRect t="19868" b="19868"/>
          <a:stretch/>
        </p:blipFill>
        <p:spPr>
          <a:xfrm>
            <a:off x="1" y="1347216"/>
            <a:ext cx="12191999" cy="5510466"/>
          </a:xfrm>
          <a:prstGeom prst="rect">
            <a:avLst/>
          </a:prstGeom>
        </p:spPr>
      </p:pic>
      <p:sp>
        <p:nvSpPr>
          <p:cNvPr id="10" name="Datumsplatzhalter 9">
            <a:extLst>
              <a:ext uri="{FF2B5EF4-FFF2-40B4-BE49-F238E27FC236}">
                <a16:creationId xmlns:a16="http://schemas.microsoft.com/office/drawing/2014/main" id="{296DC585-8B54-7413-F447-9C409EA0F782}"/>
              </a:ext>
            </a:extLst>
          </p:cNvPr>
          <p:cNvSpPr>
            <a:spLocks noGrp="1"/>
          </p:cNvSpPr>
          <p:nvPr>
            <p:ph type="dt" sz="half" idx="10"/>
          </p:nvPr>
        </p:nvSpPr>
        <p:spPr>
          <a:xfrm>
            <a:off x="838200" y="6965950"/>
            <a:ext cx="2743200" cy="365125"/>
          </a:xfrm>
        </p:spPr>
        <p:txBody>
          <a:bodyPr/>
          <a:lstStyle/>
          <a:p>
            <a:fld id="{E3F32AD5-AF6F-4F77-B7E7-77267A3FB43B}" type="datetime1">
              <a:rPr lang="de-DE" smtClean="0"/>
              <a:t>23.05.2025</a:t>
            </a:fld>
            <a:endParaRPr lang="de-DE" dirty="0"/>
          </a:p>
        </p:txBody>
      </p:sp>
      <p:sp>
        <p:nvSpPr>
          <p:cNvPr id="11" name="Fußzeilenplatzhalter 10">
            <a:extLst>
              <a:ext uri="{FF2B5EF4-FFF2-40B4-BE49-F238E27FC236}">
                <a16:creationId xmlns:a16="http://schemas.microsoft.com/office/drawing/2014/main" id="{DFEBA96E-ACD2-F7AC-72FD-9C8D98D0B300}"/>
              </a:ext>
            </a:extLst>
          </p:cNvPr>
          <p:cNvSpPr>
            <a:spLocks noGrp="1"/>
          </p:cNvSpPr>
          <p:nvPr>
            <p:ph type="ftr" sz="quarter" idx="11"/>
          </p:nvPr>
        </p:nvSpPr>
        <p:spPr>
          <a:xfrm>
            <a:off x="4038600" y="6965950"/>
            <a:ext cx="4114800" cy="365125"/>
          </a:xfrm>
        </p:spPr>
        <p:txBody>
          <a:bodyPr/>
          <a:lstStyle/>
          <a:p>
            <a:r>
              <a:rPr lang="de-DE"/>
              <a:t>Test</a:t>
            </a:r>
          </a:p>
        </p:txBody>
      </p:sp>
      <p:sp>
        <p:nvSpPr>
          <p:cNvPr id="2" name="Foliennummernplatzhalter 5">
            <a:extLst>
              <a:ext uri="{FF2B5EF4-FFF2-40B4-BE49-F238E27FC236}">
                <a16:creationId xmlns:a16="http://schemas.microsoft.com/office/drawing/2014/main" id="{CB0799A2-FD69-C065-B48A-923E0C2B945B}"/>
              </a:ext>
            </a:extLst>
          </p:cNvPr>
          <p:cNvSpPr>
            <a:spLocks noGrp="1"/>
          </p:cNvSpPr>
          <p:nvPr>
            <p:ph type="sldNum" sz="quarter" idx="12"/>
          </p:nvPr>
        </p:nvSpPr>
        <p:spPr>
          <a:xfrm>
            <a:off x="12252511" y="6427694"/>
            <a:ext cx="461684" cy="365125"/>
          </a:xfrm>
        </p:spPr>
        <p:txBody>
          <a:bodyPr/>
          <a:lstStyle/>
          <a:p>
            <a:fld id="{D21C33D4-00A5-43D5-B722-D2F2FA4CCA11}" type="slidenum">
              <a:rPr lang="de-DE" smtClean="0"/>
              <a:t>‹Nr.›</a:t>
            </a:fld>
            <a:endParaRPr lang="de-DE"/>
          </a:p>
        </p:txBody>
      </p:sp>
      <p:pic>
        <p:nvPicPr>
          <p:cNvPr id="3" name="Grafik 2" descr="Ein Bild, das Text, ClipArt enthält.&#10;&#10;Automatisch generierte Beschreibung">
            <a:extLst>
              <a:ext uri="{FF2B5EF4-FFF2-40B4-BE49-F238E27FC236}">
                <a16:creationId xmlns:a16="http://schemas.microsoft.com/office/drawing/2014/main" id="{B2AC634B-9DA1-0321-6E4A-4A6381BA5FD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31598" y="283917"/>
            <a:ext cx="4030598" cy="725508"/>
          </a:xfrm>
          <a:prstGeom prst="rect">
            <a:avLst/>
          </a:prstGeom>
        </p:spPr>
      </p:pic>
      <p:sp>
        <p:nvSpPr>
          <p:cNvPr id="17" name="Textplatzhalter 16">
            <a:extLst>
              <a:ext uri="{FF2B5EF4-FFF2-40B4-BE49-F238E27FC236}">
                <a16:creationId xmlns:a16="http://schemas.microsoft.com/office/drawing/2014/main" id="{03AF7B40-E295-91DD-F01A-F9836F2D5B13}"/>
              </a:ext>
            </a:extLst>
          </p:cNvPr>
          <p:cNvSpPr>
            <a:spLocks noGrp="1"/>
          </p:cNvSpPr>
          <p:nvPr>
            <p:ph type="body" sz="quarter" idx="13" hasCustomPrompt="1"/>
          </p:nvPr>
        </p:nvSpPr>
        <p:spPr>
          <a:xfrm>
            <a:off x="451005" y="1933181"/>
            <a:ext cx="3394635" cy="654050"/>
          </a:xfrm>
        </p:spPr>
        <p:txBody>
          <a:bodyPr>
            <a:noAutofit/>
          </a:bodyPr>
          <a:lstStyle>
            <a:lvl1pPr marL="0" indent="0">
              <a:buNone/>
              <a:defRPr sz="3600">
                <a:solidFill>
                  <a:schemeClr val="bg1"/>
                </a:solidFill>
                <a:latin typeface="+mj-lt"/>
              </a:defRPr>
            </a:lvl1pPr>
            <a:lvl2pPr>
              <a:defRPr sz="4000">
                <a:solidFill>
                  <a:schemeClr val="bg1"/>
                </a:solidFill>
                <a:latin typeface="+mj-lt"/>
              </a:defRPr>
            </a:lvl2pPr>
            <a:lvl3pPr>
              <a:defRPr sz="4000">
                <a:solidFill>
                  <a:schemeClr val="bg1"/>
                </a:solidFill>
                <a:latin typeface="+mj-lt"/>
              </a:defRPr>
            </a:lvl3pPr>
            <a:lvl4pPr>
              <a:defRPr sz="4000">
                <a:solidFill>
                  <a:schemeClr val="bg1"/>
                </a:solidFill>
                <a:latin typeface="+mj-lt"/>
              </a:defRPr>
            </a:lvl4pPr>
            <a:lvl5pPr>
              <a:defRPr sz="4000">
                <a:solidFill>
                  <a:schemeClr val="bg1"/>
                </a:solidFill>
                <a:latin typeface="+mj-lt"/>
              </a:defRPr>
            </a:lvl5pPr>
          </a:lstStyle>
          <a:p>
            <a:pPr lvl="0"/>
            <a:r>
              <a:rPr lang="de-DE" dirty="0" err="1"/>
              <a:t>Thank</a:t>
            </a:r>
            <a:r>
              <a:rPr lang="de-DE" dirty="0"/>
              <a:t> </a:t>
            </a:r>
            <a:r>
              <a:rPr lang="de-DE" dirty="0" err="1"/>
              <a:t>you</a:t>
            </a:r>
            <a:r>
              <a:rPr lang="de-DE" dirty="0"/>
              <a:t>!</a:t>
            </a:r>
          </a:p>
        </p:txBody>
      </p:sp>
      <p:sp>
        <p:nvSpPr>
          <p:cNvPr id="19" name="Textplatzhalter 18">
            <a:extLst>
              <a:ext uri="{FF2B5EF4-FFF2-40B4-BE49-F238E27FC236}">
                <a16:creationId xmlns:a16="http://schemas.microsoft.com/office/drawing/2014/main" id="{E3C7A25F-3CE5-2DD2-F29C-70610FA6A2A6}"/>
              </a:ext>
            </a:extLst>
          </p:cNvPr>
          <p:cNvSpPr>
            <a:spLocks noGrp="1"/>
          </p:cNvSpPr>
          <p:nvPr>
            <p:ph type="body" sz="quarter" idx="14" hasCustomPrompt="1"/>
          </p:nvPr>
        </p:nvSpPr>
        <p:spPr>
          <a:xfrm>
            <a:off x="2060077" y="3276427"/>
            <a:ext cx="2873938" cy="300492"/>
          </a:xfrm>
        </p:spPr>
        <p:txBody>
          <a:bodyPr>
            <a:noAutofit/>
          </a:bodyPr>
          <a:lstStyle>
            <a:lvl1pPr marL="0" indent="0">
              <a:buNone/>
              <a:defRPr sz="1800">
                <a:solidFill>
                  <a:schemeClr val="bg1"/>
                </a:solidFill>
                <a:latin typeface="+mj-lt"/>
              </a:defRPr>
            </a:lvl1pPr>
            <a:lvl2pPr>
              <a:defRPr>
                <a:solidFill>
                  <a:schemeClr val="bg1"/>
                </a:solidFill>
                <a:latin typeface="+mj-lt"/>
              </a:defRPr>
            </a:lvl2pPr>
            <a:lvl3pPr>
              <a:defRPr>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de-DE" dirty="0"/>
              <a:t>Name</a:t>
            </a:r>
          </a:p>
        </p:txBody>
      </p:sp>
      <p:sp>
        <p:nvSpPr>
          <p:cNvPr id="20" name="Textplatzhalter 18">
            <a:extLst>
              <a:ext uri="{FF2B5EF4-FFF2-40B4-BE49-F238E27FC236}">
                <a16:creationId xmlns:a16="http://schemas.microsoft.com/office/drawing/2014/main" id="{A7FF9336-4F9B-3C02-8D7F-C8B34F338335}"/>
              </a:ext>
            </a:extLst>
          </p:cNvPr>
          <p:cNvSpPr>
            <a:spLocks noGrp="1"/>
          </p:cNvSpPr>
          <p:nvPr>
            <p:ph type="body" sz="quarter" idx="15" hasCustomPrompt="1"/>
          </p:nvPr>
        </p:nvSpPr>
        <p:spPr>
          <a:xfrm>
            <a:off x="2063822" y="3540389"/>
            <a:ext cx="2873938" cy="572203"/>
          </a:xfrm>
        </p:spPr>
        <p:txBody>
          <a:bodyPr>
            <a:noAutofit/>
          </a:bodyPr>
          <a:lstStyle>
            <a:lvl1pPr marL="0" indent="0">
              <a:buNone/>
              <a:defRPr sz="1400">
                <a:solidFill>
                  <a:schemeClr val="bg1"/>
                </a:solidFill>
                <a:latin typeface="+mn-lt"/>
              </a:defRPr>
            </a:lvl1pPr>
            <a:lvl2pPr>
              <a:defRPr>
                <a:solidFill>
                  <a:schemeClr val="bg1"/>
                </a:solidFill>
                <a:latin typeface="+mj-lt"/>
              </a:defRPr>
            </a:lvl2pPr>
            <a:lvl3pPr>
              <a:defRPr>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de-DE" dirty="0"/>
              <a:t>Phone</a:t>
            </a:r>
            <a:br>
              <a:rPr lang="de-DE" dirty="0"/>
            </a:br>
            <a:r>
              <a:rPr lang="de-DE" dirty="0"/>
              <a:t>Email</a:t>
            </a:r>
          </a:p>
        </p:txBody>
      </p:sp>
      <p:sp>
        <p:nvSpPr>
          <p:cNvPr id="21" name="Textplatzhalter 18">
            <a:extLst>
              <a:ext uri="{FF2B5EF4-FFF2-40B4-BE49-F238E27FC236}">
                <a16:creationId xmlns:a16="http://schemas.microsoft.com/office/drawing/2014/main" id="{E650A0BF-7EBC-8E10-6765-A0DB762860EC}"/>
              </a:ext>
            </a:extLst>
          </p:cNvPr>
          <p:cNvSpPr>
            <a:spLocks noGrp="1"/>
          </p:cNvSpPr>
          <p:nvPr>
            <p:ph type="body" sz="quarter" idx="16" hasCustomPrompt="1"/>
          </p:nvPr>
        </p:nvSpPr>
        <p:spPr>
          <a:xfrm>
            <a:off x="2055159" y="4936018"/>
            <a:ext cx="2873938" cy="300492"/>
          </a:xfrm>
        </p:spPr>
        <p:txBody>
          <a:bodyPr>
            <a:noAutofit/>
          </a:bodyPr>
          <a:lstStyle>
            <a:lvl1pPr marL="0" indent="0">
              <a:buNone/>
              <a:defRPr sz="1800">
                <a:solidFill>
                  <a:schemeClr val="bg1"/>
                </a:solidFill>
                <a:latin typeface="+mj-lt"/>
              </a:defRPr>
            </a:lvl1pPr>
            <a:lvl2pPr>
              <a:defRPr>
                <a:solidFill>
                  <a:schemeClr val="bg1"/>
                </a:solidFill>
                <a:latin typeface="+mj-lt"/>
              </a:defRPr>
            </a:lvl2pPr>
            <a:lvl3pPr>
              <a:defRPr>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de-DE" dirty="0"/>
              <a:t>Name</a:t>
            </a:r>
          </a:p>
        </p:txBody>
      </p:sp>
      <p:sp>
        <p:nvSpPr>
          <p:cNvPr id="22" name="Textplatzhalter 18">
            <a:extLst>
              <a:ext uri="{FF2B5EF4-FFF2-40B4-BE49-F238E27FC236}">
                <a16:creationId xmlns:a16="http://schemas.microsoft.com/office/drawing/2014/main" id="{9EE934CE-C81F-FD9A-67C1-3F174A4C3730}"/>
              </a:ext>
            </a:extLst>
          </p:cNvPr>
          <p:cNvSpPr>
            <a:spLocks noGrp="1"/>
          </p:cNvSpPr>
          <p:nvPr>
            <p:ph type="body" sz="quarter" idx="17" hasCustomPrompt="1"/>
          </p:nvPr>
        </p:nvSpPr>
        <p:spPr>
          <a:xfrm>
            <a:off x="2058285" y="5206223"/>
            <a:ext cx="2873938" cy="572203"/>
          </a:xfrm>
        </p:spPr>
        <p:txBody>
          <a:bodyPr>
            <a:noAutofit/>
          </a:bodyPr>
          <a:lstStyle>
            <a:lvl1pPr marL="0" indent="0">
              <a:buNone/>
              <a:defRPr sz="1400">
                <a:solidFill>
                  <a:schemeClr val="bg1"/>
                </a:solidFill>
                <a:latin typeface="+mn-lt"/>
              </a:defRPr>
            </a:lvl1pPr>
            <a:lvl2pPr>
              <a:defRPr>
                <a:solidFill>
                  <a:schemeClr val="bg1"/>
                </a:solidFill>
                <a:latin typeface="+mj-lt"/>
              </a:defRPr>
            </a:lvl2pPr>
            <a:lvl3pPr>
              <a:defRPr>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de-DE" dirty="0"/>
              <a:t>Phone</a:t>
            </a:r>
            <a:br>
              <a:rPr lang="de-DE" dirty="0"/>
            </a:br>
            <a:r>
              <a:rPr lang="de-DE" dirty="0"/>
              <a:t>Email</a:t>
            </a:r>
          </a:p>
        </p:txBody>
      </p:sp>
      <p:pic>
        <p:nvPicPr>
          <p:cNvPr id="5" name="Grafik 4">
            <a:extLst>
              <a:ext uri="{FF2B5EF4-FFF2-40B4-BE49-F238E27FC236}">
                <a16:creationId xmlns:a16="http://schemas.microsoft.com/office/drawing/2014/main" id="{CB915990-926B-036D-0EBB-F5F87658F54F}"/>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573081" y="3010846"/>
            <a:ext cx="1260000" cy="1260000"/>
          </a:xfrm>
          <a:prstGeom prst="rect">
            <a:avLst/>
          </a:prstGeom>
        </p:spPr>
      </p:pic>
      <p:pic>
        <p:nvPicPr>
          <p:cNvPr id="7" name="Picture 2">
            <a:extLst>
              <a:ext uri="{FF2B5EF4-FFF2-40B4-BE49-F238E27FC236}">
                <a16:creationId xmlns:a16="http://schemas.microsoft.com/office/drawing/2014/main" id="{EDF558F9-FC1F-A737-3460-E2B03621B0E5}"/>
              </a:ext>
            </a:extLst>
          </p:cNvPr>
          <p:cNvPicPr>
            <a:picLocks noChangeAspect="1" noChangeArrowheads="1"/>
          </p:cNvPicPr>
          <p:nvPr userDrawn="1"/>
        </p:nvPicPr>
        <p:blipFill>
          <a:blip r:embed="rId4" cstate="screen">
            <a:extLst>
              <a:ext uri="{28A0092B-C50C-407E-A947-70E740481C1C}">
                <a14:useLocalDpi xmlns:a14="http://schemas.microsoft.com/office/drawing/2010/main"/>
              </a:ext>
            </a:extLst>
          </a:blip>
          <a:srcRect/>
          <a:stretch/>
        </p:blipFill>
        <p:spPr bwMode="auto">
          <a:xfrm>
            <a:off x="573081" y="4679571"/>
            <a:ext cx="1260000" cy="1260000"/>
          </a:xfrm>
          <a:prstGeom prst="rect">
            <a:avLst/>
          </a:prstGeom>
          <a:ln>
            <a:noFill/>
          </a:ln>
          <a:effectLst/>
          <a:extLst>
            <a:ext uri="{909E8E84-426E-40DD-AFC4-6F175D3DCCD1}">
              <a14:hiddenFill xmlns:a14="http://schemas.microsoft.com/office/drawing/2010/main">
                <a:solidFill>
                  <a:srgbClr val="FFFFFF"/>
                </a:solidFill>
              </a14:hiddenFill>
            </a:ext>
          </a:extLst>
        </p:spPr>
      </p:pic>
      <p:sp>
        <p:nvSpPr>
          <p:cNvPr id="9" name="Bildplatzhalter 23">
            <a:extLst>
              <a:ext uri="{FF2B5EF4-FFF2-40B4-BE49-F238E27FC236}">
                <a16:creationId xmlns:a16="http://schemas.microsoft.com/office/drawing/2014/main" id="{0B3F4B8A-5730-9DDC-92A6-68F02297D918}"/>
              </a:ext>
            </a:extLst>
          </p:cNvPr>
          <p:cNvSpPr>
            <a:spLocks noGrp="1"/>
          </p:cNvSpPr>
          <p:nvPr>
            <p:ph type="pic" sz="quarter" idx="18" hasCustomPrompt="1"/>
          </p:nvPr>
        </p:nvSpPr>
        <p:spPr>
          <a:xfrm>
            <a:off x="569336" y="3010846"/>
            <a:ext cx="1260000" cy="1260000"/>
          </a:xfrm>
        </p:spPr>
        <p:txBody>
          <a:bodyPr>
            <a:normAutofit/>
          </a:bodyPr>
          <a:lstStyle>
            <a:lvl1pPr marL="0" indent="0" algn="ctr">
              <a:buNone/>
              <a:defRPr sz="1800">
                <a:solidFill>
                  <a:schemeClr val="accent2"/>
                </a:solidFill>
              </a:defRPr>
            </a:lvl1pPr>
          </a:lstStyle>
          <a:p>
            <a:r>
              <a:rPr lang="de-DE" dirty="0"/>
              <a:t>Place Image</a:t>
            </a:r>
          </a:p>
        </p:txBody>
      </p:sp>
      <p:sp>
        <p:nvSpPr>
          <p:cNvPr id="16" name="Bildplatzhalter 23">
            <a:extLst>
              <a:ext uri="{FF2B5EF4-FFF2-40B4-BE49-F238E27FC236}">
                <a16:creationId xmlns:a16="http://schemas.microsoft.com/office/drawing/2014/main" id="{86AE1873-F2DE-A367-8E36-668C09B840B3}"/>
              </a:ext>
            </a:extLst>
          </p:cNvPr>
          <p:cNvSpPr>
            <a:spLocks noGrp="1"/>
          </p:cNvSpPr>
          <p:nvPr>
            <p:ph type="pic" sz="quarter" idx="19" hasCustomPrompt="1"/>
          </p:nvPr>
        </p:nvSpPr>
        <p:spPr>
          <a:xfrm>
            <a:off x="565841" y="4679571"/>
            <a:ext cx="1260000" cy="1260000"/>
          </a:xfrm>
        </p:spPr>
        <p:txBody>
          <a:bodyPr>
            <a:normAutofit/>
          </a:bodyPr>
          <a:lstStyle>
            <a:lvl1pPr marL="0" indent="0" algn="ctr">
              <a:buNone/>
              <a:defRPr sz="1800">
                <a:solidFill>
                  <a:schemeClr val="accent2"/>
                </a:solidFill>
              </a:defRPr>
            </a:lvl1pPr>
          </a:lstStyle>
          <a:p>
            <a:r>
              <a:rPr lang="de-DE" dirty="0"/>
              <a:t>Place Image</a:t>
            </a:r>
          </a:p>
        </p:txBody>
      </p:sp>
      <p:sp>
        <p:nvSpPr>
          <p:cNvPr id="18" name="Textfeld 17">
            <a:extLst>
              <a:ext uri="{FF2B5EF4-FFF2-40B4-BE49-F238E27FC236}">
                <a16:creationId xmlns:a16="http://schemas.microsoft.com/office/drawing/2014/main" id="{1E18A898-5F0D-F168-EC61-7F4102EA2516}"/>
              </a:ext>
            </a:extLst>
          </p:cNvPr>
          <p:cNvSpPr txBox="1"/>
          <p:nvPr userDrawn="1"/>
        </p:nvSpPr>
        <p:spPr>
          <a:xfrm>
            <a:off x="9552240" y="3010846"/>
            <a:ext cx="2225687" cy="1323439"/>
          </a:xfrm>
          <a:prstGeom prst="rect">
            <a:avLst/>
          </a:prstGeom>
          <a:noFill/>
        </p:spPr>
        <p:txBody>
          <a:bodyPr wrap="square">
            <a:spAutoFit/>
          </a:bodyPr>
          <a:lstStyle/>
          <a:p>
            <a:pPr algn="l" fontAlgn="base"/>
            <a:r>
              <a:rPr lang="de-DE" sz="1400" b="1" i="0" dirty="0">
                <a:solidFill>
                  <a:schemeClr val="bg1"/>
                </a:solidFill>
                <a:effectLst/>
                <a:latin typeface="+mj-lt"/>
              </a:rPr>
              <a:t>SEAL Systems AG</a:t>
            </a:r>
            <a:br>
              <a:rPr lang="de-DE" sz="1400" b="0" i="0" dirty="0">
                <a:solidFill>
                  <a:schemeClr val="bg1"/>
                </a:solidFill>
                <a:effectLst/>
                <a:latin typeface="Zwo Offc" panose="020B0504020101020102" pitchFamily="34" charset="0"/>
              </a:rPr>
            </a:br>
            <a:r>
              <a:rPr lang="de-DE" sz="1100" b="0" i="0" dirty="0">
                <a:solidFill>
                  <a:schemeClr val="bg1"/>
                </a:solidFill>
                <a:effectLst/>
              </a:rPr>
              <a:t>Lohmühlweg 4</a:t>
            </a:r>
            <a:br>
              <a:rPr lang="de-DE" sz="1100" b="0" i="0" dirty="0">
                <a:solidFill>
                  <a:schemeClr val="bg1"/>
                </a:solidFill>
                <a:effectLst/>
              </a:rPr>
            </a:br>
            <a:r>
              <a:rPr lang="de-DE" sz="1100" b="0" i="0" dirty="0">
                <a:solidFill>
                  <a:schemeClr val="bg1"/>
                </a:solidFill>
                <a:effectLst/>
              </a:rPr>
              <a:t>91341 Röttenbach</a:t>
            </a:r>
            <a:br>
              <a:rPr lang="de-DE" sz="1100" b="0" i="0" dirty="0">
                <a:solidFill>
                  <a:schemeClr val="bg1"/>
                </a:solidFill>
                <a:effectLst/>
              </a:rPr>
            </a:br>
            <a:r>
              <a:rPr lang="de-DE" sz="1100" b="0" i="0" dirty="0">
                <a:solidFill>
                  <a:schemeClr val="bg1"/>
                </a:solidFill>
                <a:effectLst/>
              </a:rPr>
              <a:t>GERMANY</a:t>
            </a:r>
          </a:p>
          <a:p>
            <a:pPr algn="l" fontAlgn="base"/>
            <a:r>
              <a:rPr lang="de-DE" sz="1100" b="0" i="0" dirty="0">
                <a:solidFill>
                  <a:schemeClr val="bg1"/>
                </a:solidFill>
                <a:effectLst/>
              </a:rPr>
              <a:t>Tel.: +49 9195 926 0</a:t>
            </a:r>
            <a:br>
              <a:rPr lang="de-DE" sz="1100" b="0" i="0" dirty="0">
                <a:solidFill>
                  <a:srgbClr val="222B50"/>
                </a:solidFill>
                <a:effectLst/>
              </a:rPr>
            </a:br>
            <a:r>
              <a:rPr lang="de-DE" sz="1100" b="0" i="0" dirty="0">
                <a:solidFill>
                  <a:schemeClr val="bg1"/>
                </a:solidFill>
                <a:effectLst/>
              </a:rPr>
              <a:t>Email: </a:t>
            </a:r>
            <a:r>
              <a:rPr lang="de-DE" sz="1100" b="0" i="0" u="none" strike="noStrike" dirty="0">
                <a:solidFill>
                  <a:schemeClr val="bg1"/>
                </a:solidFill>
                <a:effectLst/>
                <a:hlinkClick r:id="rId5">
                  <a:extLst>
                    <a:ext uri="{A12FA001-AC4F-418D-AE19-62706E023703}">
                      <ahyp:hlinkClr xmlns:ahyp="http://schemas.microsoft.com/office/drawing/2018/hyperlinkcolor" val="tx"/>
                    </a:ext>
                  </a:extLst>
                </a:hlinkClick>
              </a:rPr>
              <a:t>info@sealsystems.de</a:t>
            </a:r>
            <a:br>
              <a:rPr lang="de-DE" sz="1100" b="0" i="0" dirty="0">
                <a:solidFill>
                  <a:srgbClr val="222B50"/>
                </a:solidFill>
                <a:effectLst/>
              </a:rPr>
            </a:br>
            <a:r>
              <a:rPr lang="de-DE" sz="1100" b="0" i="0" dirty="0">
                <a:solidFill>
                  <a:schemeClr val="bg1"/>
                </a:solidFill>
                <a:effectLst/>
              </a:rPr>
              <a:t>Web: </a:t>
            </a:r>
            <a:r>
              <a:rPr lang="de-DE" sz="1100" b="0" i="0" u="none" strike="noStrike" dirty="0">
                <a:solidFill>
                  <a:schemeClr val="bg1"/>
                </a:solidFill>
                <a:effectLst/>
                <a:hlinkClick r:id="rId6">
                  <a:extLst>
                    <a:ext uri="{A12FA001-AC4F-418D-AE19-62706E023703}">
                      <ahyp:hlinkClr xmlns:ahyp="http://schemas.microsoft.com/office/drawing/2018/hyperlinkcolor" val="tx"/>
                    </a:ext>
                  </a:extLst>
                </a:hlinkClick>
              </a:rPr>
              <a:t>www.sealsystems.de</a:t>
            </a:r>
            <a:endParaRPr lang="de-DE" sz="1100" b="0" i="0" dirty="0">
              <a:solidFill>
                <a:schemeClr val="bg1"/>
              </a:solidFill>
              <a:effectLst/>
            </a:endParaRPr>
          </a:p>
        </p:txBody>
      </p:sp>
      <p:sp>
        <p:nvSpPr>
          <p:cNvPr id="4" name="Rechteck 3">
            <a:extLst>
              <a:ext uri="{FF2B5EF4-FFF2-40B4-BE49-F238E27FC236}">
                <a16:creationId xmlns:a16="http://schemas.microsoft.com/office/drawing/2014/main" id="{B9CEA69F-21B1-0AE6-DBC2-FAAFD288CE4E}"/>
              </a:ext>
            </a:extLst>
          </p:cNvPr>
          <p:cNvSpPr/>
          <p:nvPr userDrawn="1"/>
        </p:nvSpPr>
        <p:spPr>
          <a:xfrm>
            <a:off x="10466832" y="0"/>
            <a:ext cx="1725166" cy="12110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Textplatzhalter 18">
            <a:extLst>
              <a:ext uri="{FF2B5EF4-FFF2-40B4-BE49-F238E27FC236}">
                <a16:creationId xmlns:a16="http://schemas.microsoft.com/office/drawing/2014/main" id="{B9733C2E-4FC3-51E8-B75A-FE78F03073AD}"/>
              </a:ext>
            </a:extLst>
          </p:cNvPr>
          <p:cNvSpPr>
            <a:spLocks noGrp="1"/>
          </p:cNvSpPr>
          <p:nvPr>
            <p:ph type="body" sz="quarter" idx="20" hasCustomPrompt="1"/>
          </p:nvPr>
        </p:nvSpPr>
        <p:spPr>
          <a:xfrm>
            <a:off x="6607262" y="3276427"/>
            <a:ext cx="2873938" cy="300492"/>
          </a:xfrm>
        </p:spPr>
        <p:txBody>
          <a:bodyPr>
            <a:noAutofit/>
          </a:bodyPr>
          <a:lstStyle>
            <a:lvl1pPr marL="0" indent="0">
              <a:buNone/>
              <a:defRPr sz="1800">
                <a:solidFill>
                  <a:schemeClr val="bg1"/>
                </a:solidFill>
                <a:latin typeface="+mj-lt"/>
              </a:defRPr>
            </a:lvl1pPr>
            <a:lvl2pPr>
              <a:defRPr>
                <a:solidFill>
                  <a:schemeClr val="bg1"/>
                </a:solidFill>
                <a:latin typeface="+mj-lt"/>
              </a:defRPr>
            </a:lvl2pPr>
            <a:lvl3pPr>
              <a:defRPr>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de-DE" dirty="0"/>
              <a:t>Name</a:t>
            </a:r>
          </a:p>
        </p:txBody>
      </p:sp>
      <p:sp>
        <p:nvSpPr>
          <p:cNvPr id="30" name="Textplatzhalter 18">
            <a:extLst>
              <a:ext uri="{FF2B5EF4-FFF2-40B4-BE49-F238E27FC236}">
                <a16:creationId xmlns:a16="http://schemas.microsoft.com/office/drawing/2014/main" id="{AFA9B736-E300-33B8-7CCA-2363EE5C9E89}"/>
              </a:ext>
            </a:extLst>
          </p:cNvPr>
          <p:cNvSpPr>
            <a:spLocks noGrp="1"/>
          </p:cNvSpPr>
          <p:nvPr>
            <p:ph type="body" sz="quarter" idx="21" hasCustomPrompt="1"/>
          </p:nvPr>
        </p:nvSpPr>
        <p:spPr>
          <a:xfrm>
            <a:off x="6611007" y="3540389"/>
            <a:ext cx="2873938" cy="572203"/>
          </a:xfrm>
        </p:spPr>
        <p:txBody>
          <a:bodyPr>
            <a:noAutofit/>
          </a:bodyPr>
          <a:lstStyle>
            <a:lvl1pPr marL="0" indent="0">
              <a:buNone/>
              <a:defRPr sz="1400">
                <a:solidFill>
                  <a:schemeClr val="bg1"/>
                </a:solidFill>
                <a:latin typeface="+mn-lt"/>
              </a:defRPr>
            </a:lvl1pPr>
            <a:lvl2pPr>
              <a:defRPr>
                <a:solidFill>
                  <a:schemeClr val="bg1"/>
                </a:solidFill>
                <a:latin typeface="+mj-lt"/>
              </a:defRPr>
            </a:lvl2pPr>
            <a:lvl3pPr>
              <a:defRPr>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de-DE" dirty="0"/>
              <a:t>Phone</a:t>
            </a:r>
            <a:br>
              <a:rPr lang="de-DE" dirty="0"/>
            </a:br>
            <a:r>
              <a:rPr lang="de-DE" dirty="0"/>
              <a:t>Email</a:t>
            </a:r>
          </a:p>
        </p:txBody>
      </p:sp>
      <p:pic>
        <p:nvPicPr>
          <p:cNvPr id="33" name="Grafik 32">
            <a:extLst>
              <a:ext uri="{FF2B5EF4-FFF2-40B4-BE49-F238E27FC236}">
                <a16:creationId xmlns:a16="http://schemas.microsoft.com/office/drawing/2014/main" id="{4CFD5CF7-B0FF-0786-6C92-7A9DE46A0EB4}"/>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5120266" y="3010846"/>
            <a:ext cx="1260000" cy="1260000"/>
          </a:xfrm>
          <a:prstGeom prst="rect">
            <a:avLst/>
          </a:prstGeom>
        </p:spPr>
      </p:pic>
      <p:sp>
        <p:nvSpPr>
          <p:cNvPr id="35" name="Bildplatzhalter 23">
            <a:extLst>
              <a:ext uri="{FF2B5EF4-FFF2-40B4-BE49-F238E27FC236}">
                <a16:creationId xmlns:a16="http://schemas.microsoft.com/office/drawing/2014/main" id="{CB15F6A7-9E13-7C0B-7475-6FE37B7FB077}"/>
              </a:ext>
            </a:extLst>
          </p:cNvPr>
          <p:cNvSpPr>
            <a:spLocks noGrp="1"/>
          </p:cNvSpPr>
          <p:nvPr>
            <p:ph type="pic" sz="quarter" idx="24" hasCustomPrompt="1"/>
          </p:nvPr>
        </p:nvSpPr>
        <p:spPr>
          <a:xfrm>
            <a:off x="5116521" y="3010846"/>
            <a:ext cx="1260000" cy="1260000"/>
          </a:xfrm>
        </p:spPr>
        <p:txBody>
          <a:bodyPr>
            <a:normAutofit/>
          </a:bodyPr>
          <a:lstStyle>
            <a:lvl1pPr marL="0" indent="0" algn="ctr">
              <a:buNone/>
              <a:defRPr sz="1800">
                <a:solidFill>
                  <a:schemeClr val="accent2"/>
                </a:solidFill>
              </a:defRPr>
            </a:lvl1pPr>
          </a:lstStyle>
          <a:p>
            <a:r>
              <a:rPr lang="de-DE" dirty="0"/>
              <a:t>Place Image</a:t>
            </a:r>
          </a:p>
        </p:txBody>
      </p:sp>
      <p:pic>
        <p:nvPicPr>
          <p:cNvPr id="6" name="Grafik 5" descr="Ein Bild, das Text enthält.&#10;&#10;Automatisch generierte Beschreibung">
            <a:extLst>
              <a:ext uri="{FF2B5EF4-FFF2-40B4-BE49-F238E27FC236}">
                <a16:creationId xmlns:a16="http://schemas.microsoft.com/office/drawing/2014/main" id="{A479D72D-2644-8D09-2FCC-A05FCF314336}"/>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9643137" y="5013680"/>
            <a:ext cx="1700284" cy="336732"/>
          </a:xfrm>
          <a:prstGeom prst="rect">
            <a:avLst/>
          </a:prstGeom>
        </p:spPr>
      </p:pic>
      <p:pic>
        <p:nvPicPr>
          <p:cNvPr id="12" name="Grafik 11" descr="Ein Bild, das Text enthält.&#10;&#10;Automatisch generierte Beschreibung">
            <a:extLst>
              <a:ext uri="{FF2B5EF4-FFF2-40B4-BE49-F238E27FC236}">
                <a16:creationId xmlns:a16="http://schemas.microsoft.com/office/drawing/2014/main" id="{B8FC15D2-F576-3D6B-4A72-E19BBF959E50}"/>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9661859" y="5542101"/>
            <a:ext cx="674511" cy="396088"/>
          </a:xfrm>
          <a:prstGeom prst="rect">
            <a:avLst/>
          </a:prstGeom>
        </p:spPr>
      </p:pic>
      <p:pic>
        <p:nvPicPr>
          <p:cNvPr id="23" name="Grafik 22" descr="Ein Bild, das Text enthält.&#10;&#10;Automatisch generierte Beschreibung">
            <a:extLst>
              <a:ext uri="{FF2B5EF4-FFF2-40B4-BE49-F238E27FC236}">
                <a16:creationId xmlns:a16="http://schemas.microsoft.com/office/drawing/2014/main" id="{4C283B77-AB72-DE58-E930-23BC23AB245B}"/>
              </a:ext>
            </a:extLst>
          </p:cNvPr>
          <p:cNvPicPr>
            <a:picLocks noChangeAspect="1"/>
          </p:cNvPicPr>
          <p:nvPr userDrawn="1"/>
        </p:nvPicPr>
        <p:blipFill rotWithShape="1">
          <a:blip r:embed="rId9">
            <a:extLst>
              <a:ext uri="{28A0092B-C50C-407E-A947-70E740481C1C}">
                <a14:useLocalDpi xmlns:a14="http://schemas.microsoft.com/office/drawing/2010/main" val="0"/>
              </a:ext>
            </a:extLst>
          </a:blip>
          <a:srcRect l="2270" r="33757"/>
          <a:stretch/>
        </p:blipFill>
        <p:spPr>
          <a:xfrm>
            <a:off x="10447392" y="5468818"/>
            <a:ext cx="934484" cy="531180"/>
          </a:xfrm>
          <a:prstGeom prst="rect">
            <a:avLst/>
          </a:prstGeom>
        </p:spPr>
      </p:pic>
      <p:sp>
        <p:nvSpPr>
          <p:cNvPr id="13" name="Abgerundetes Rechteck 12">
            <a:extLst>
              <a:ext uri="{FF2B5EF4-FFF2-40B4-BE49-F238E27FC236}">
                <a16:creationId xmlns:a16="http://schemas.microsoft.com/office/drawing/2014/main" id="{E8B207A3-D6D6-13DA-BAB0-6C593F1B3638}"/>
              </a:ext>
            </a:extLst>
          </p:cNvPr>
          <p:cNvSpPr/>
          <p:nvPr userDrawn="1"/>
        </p:nvSpPr>
        <p:spPr>
          <a:xfrm>
            <a:off x="1769422" y="6632736"/>
            <a:ext cx="944090" cy="449253"/>
          </a:xfrm>
          <a:prstGeom prst="round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4" name="Fußzeilenplatzhalter 4">
            <a:extLst>
              <a:ext uri="{FF2B5EF4-FFF2-40B4-BE49-F238E27FC236}">
                <a16:creationId xmlns:a16="http://schemas.microsoft.com/office/drawing/2014/main" id="{3C025D56-2AA0-CBE9-5E55-1C8F0F61216F}"/>
              </a:ext>
            </a:extLst>
          </p:cNvPr>
          <p:cNvSpPr txBox="1">
            <a:spLocks/>
          </p:cNvSpPr>
          <p:nvPr userDrawn="1"/>
        </p:nvSpPr>
        <p:spPr>
          <a:xfrm>
            <a:off x="1733796" y="6597895"/>
            <a:ext cx="1015342" cy="270705"/>
          </a:xfrm>
          <a:prstGeom prst="rect">
            <a:avLst/>
          </a:prstGeom>
        </p:spPr>
        <p:txBody>
          <a:bodyPr vert="horz" lIns="91440" tIns="45720" rIns="91440" bIns="45720" rtlCol="0" anchor="ctr"/>
          <a:lstStyle>
            <a:defPPr>
              <a:defRPr lang="de-DE"/>
            </a:defPPr>
            <a:lvl1pPr marL="0" algn="ct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sz="700" dirty="0" err="1"/>
              <a:t>strictly</a:t>
            </a:r>
            <a:r>
              <a:rPr lang="de-DE" sz="700" dirty="0"/>
              <a:t> </a:t>
            </a:r>
            <a:r>
              <a:rPr lang="de-DE" sz="700" dirty="0" err="1"/>
              <a:t>confidential</a:t>
            </a:r>
            <a:endParaRPr lang="de-DE" sz="700" dirty="0"/>
          </a:p>
        </p:txBody>
      </p:sp>
    </p:spTree>
    <p:extLst>
      <p:ext uri="{BB962C8B-B14F-4D97-AF65-F5344CB8AC3E}">
        <p14:creationId xmlns:p14="http://schemas.microsoft.com/office/powerpoint/2010/main" val="19246049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nd Slide 4 Contacts">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D1979333-677B-6246-170F-F0FD35143DF3}"/>
              </a:ext>
            </a:extLst>
          </p:cNvPr>
          <p:cNvPicPr>
            <a:picLocks noChangeAspect="1"/>
          </p:cNvPicPr>
          <p:nvPr userDrawn="1"/>
        </p:nvPicPr>
        <p:blipFill>
          <a:blip r:embed="rId2">
            <a:extLst>
              <a:ext uri="{28A0092B-C50C-407E-A947-70E740481C1C}">
                <a14:useLocalDpi xmlns:a14="http://schemas.microsoft.com/office/drawing/2010/main"/>
              </a:ext>
            </a:extLst>
          </a:blip>
          <a:srcRect t="19868" b="19868"/>
          <a:stretch/>
        </p:blipFill>
        <p:spPr>
          <a:xfrm>
            <a:off x="1" y="1347216"/>
            <a:ext cx="12191999" cy="5510466"/>
          </a:xfrm>
          <a:prstGeom prst="rect">
            <a:avLst/>
          </a:prstGeom>
        </p:spPr>
      </p:pic>
      <p:sp>
        <p:nvSpPr>
          <p:cNvPr id="10" name="Datumsplatzhalter 9">
            <a:extLst>
              <a:ext uri="{FF2B5EF4-FFF2-40B4-BE49-F238E27FC236}">
                <a16:creationId xmlns:a16="http://schemas.microsoft.com/office/drawing/2014/main" id="{296DC585-8B54-7413-F447-9C409EA0F782}"/>
              </a:ext>
            </a:extLst>
          </p:cNvPr>
          <p:cNvSpPr>
            <a:spLocks noGrp="1"/>
          </p:cNvSpPr>
          <p:nvPr>
            <p:ph type="dt" sz="half" idx="10"/>
          </p:nvPr>
        </p:nvSpPr>
        <p:spPr>
          <a:xfrm>
            <a:off x="838200" y="6965950"/>
            <a:ext cx="2743200" cy="365125"/>
          </a:xfrm>
        </p:spPr>
        <p:txBody>
          <a:bodyPr/>
          <a:lstStyle/>
          <a:p>
            <a:fld id="{E3F32AD5-AF6F-4F77-B7E7-77267A3FB43B}" type="datetime1">
              <a:rPr lang="de-DE" smtClean="0"/>
              <a:t>23.05.2025</a:t>
            </a:fld>
            <a:endParaRPr lang="de-DE" dirty="0"/>
          </a:p>
        </p:txBody>
      </p:sp>
      <p:sp>
        <p:nvSpPr>
          <p:cNvPr id="11" name="Fußzeilenplatzhalter 10">
            <a:extLst>
              <a:ext uri="{FF2B5EF4-FFF2-40B4-BE49-F238E27FC236}">
                <a16:creationId xmlns:a16="http://schemas.microsoft.com/office/drawing/2014/main" id="{DFEBA96E-ACD2-F7AC-72FD-9C8D98D0B300}"/>
              </a:ext>
            </a:extLst>
          </p:cNvPr>
          <p:cNvSpPr>
            <a:spLocks noGrp="1"/>
          </p:cNvSpPr>
          <p:nvPr>
            <p:ph type="ftr" sz="quarter" idx="11"/>
          </p:nvPr>
        </p:nvSpPr>
        <p:spPr>
          <a:xfrm>
            <a:off x="4038600" y="6965950"/>
            <a:ext cx="4114800" cy="365125"/>
          </a:xfrm>
        </p:spPr>
        <p:txBody>
          <a:bodyPr/>
          <a:lstStyle/>
          <a:p>
            <a:r>
              <a:rPr lang="de-DE"/>
              <a:t>Test</a:t>
            </a:r>
          </a:p>
        </p:txBody>
      </p:sp>
      <p:sp>
        <p:nvSpPr>
          <p:cNvPr id="2" name="Foliennummernplatzhalter 5">
            <a:extLst>
              <a:ext uri="{FF2B5EF4-FFF2-40B4-BE49-F238E27FC236}">
                <a16:creationId xmlns:a16="http://schemas.microsoft.com/office/drawing/2014/main" id="{CB0799A2-FD69-C065-B48A-923E0C2B945B}"/>
              </a:ext>
            </a:extLst>
          </p:cNvPr>
          <p:cNvSpPr>
            <a:spLocks noGrp="1"/>
          </p:cNvSpPr>
          <p:nvPr>
            <p:ph type="sldNum" sz="quarter" idx="12"/>
          </p:nvPr>
        </p:nvSpPr>
        <p:spPr>
          <a:xfrm>
            <a:off x="12252511" y="6427694"/>
            <a:ext cx="461684" cy="365125"/>
          </a:xfrm>
        </p:spPr>
        <p:txBody>
          <a:bodyPr/>
          <a:lstStyle/>
          <a:p>
            <a:fld id="{D21C33D4-00A5-43D5-B722-D2F2FA4CCA11}" type="slidenum">
              <a:rPr lang="de-DE" smtClean="0"/>
              <a:t>‹Nr.›</a:t>
            </a:fld>
            <a:endParaRPr lang="de-DE"/>
          </a:p>
        </p:txBody>
      </p:sp>
      <p:pic>
        <p:nvPicPr>
          <p:cNvPr id="3" name="Grafik 2" descr="Ein Bild, das Text, ClipArt enthält.&#10;&#10;Automatisch generierte Beschreibung">
            <a:extLst>
              <a:ext uri="{FF2B5EF4-FFF2-40B4-BE49-F238E27FC236}">
                <a16:creationId xmlns:a16="http://schemas.microsoft.com/office/drawing/2014/main" id="{B2AC634B-9DA1-0321-6E4A-4A6381BA5FD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31598" y="283917"/>
            <a:ext cx="4030598" cy="725508"/>
          </a:xfrm>
          <a:prstGeom prst="rect">
            <a:avLst/>
          </a:prstGeom>
        </p:spPr>
      </p:pic>
      <p:sp>
        <p:nvSpPr>
          <p:cNvPr id="17" name="Textplatzhalter 16">
            <a:extLst>
              <a:ext uri="{FF2B5EF4-FFF2-40B4-BE49-F238E27FC236}">
                <a16:creationId xmlns:a16="http://schemas.microsoft.com/office/drawing/2014/main" id="{03AF7B40-E295-91DD-F01A-F9836F2D5B13}"/>
              </a:ext>
            </a:extLst>
          </p:cNvPr>
          <p:cNvSpPr>
            <a:spLocks noGrp="1"/>
          </p:cNvSpPr>
          <p:nvPr>
            <p:ph type="body" sz="quarter" idx="13" hasCustomPrompt="1"/>
          </p:nvPr>
        </p:nvSpPr>
        <p:spPr>
          <a:xfrm>
            <a:off x="451005" y="1933181"/>
            <a:ext cx="3394635" cy="654050"/>
          </a:xfrm>
        </p:spPr>
        <p:txBody>
          <a:bodyPr>
            <a:noAutofit/>
          </a:bodyPr>
          <a:lstStyle>
            <a:lvl1pPr marL="0" indent="0">
              <a:buNone/>
              <a:defRPr sz="3600">
                <a:solidFill>
                  <a:schemeClr val="bg1"/>
                </a:solidFill>
                <a:latin typeface="+mj-lt"/>
              </a:defRPr>
            </a:lvl1pPr>
            <a:lvl2pPr>
              <a:defRPr sz="4000">
                <a:solidFill>
                  <a:schemeClr val="bg1"/>
                </a:solidFill>
                <a:latin typeface="+mj-lt"/>
              </a:defRPr>
            </a:lvl2pPr>
            <a:lvl3pPr>
              <a:defRPr sz="4000">
                <a:solidFill>
                  <a:schemeClr val="bg1"/>
                </a:solidFill>
                <a:latin typeface="+mj-lt"/>
              </a:defRPr>
            </a:lvl3pPr>
            <a:lvl4pPr>
              <a:defRPr sz="4000">
                <a:solidFill>
                  <a:schemeClr val="bg1"/>
                </a:solidFill>
                <a:latin typeface="+mj-lt"/>
              </a:defRPr>
            </a:lvl4pPr>
            <a:lvl5pPr>
              <a:defRPr sz="4000">
                <a:solidFill>
                  <a:schemeClr val="bg1"/>
                </a:solidFill>
                <a:latin typeface="+mj-lt"/>
              </a:defRPr>
            </a:lvl5pPr>
          </a:lstStyle>
          <a:p>
            <a:pPr lvl="0"/>
            <a:r>
              <a:rPr lang="de-DE" dirty="0" err="1"/>
              <a:t>Thank</a:t>
            </a:r>
            <a:r>
              <a:rPr lang="de-DE" dirty="0"/>
              <a:t> </a:t>
            </a:r>
            <a:r>
              <a:rPr lang="de-DE" dirty="0" err="1"/>
              <a:t>you</a:t>
            </a:r>
            <a:r>
              <a:rPr lang="de-DE" dirty="0"/>
              <a:t>!</a:t>
            </a:r>
          </a:p>
        </p:txBody>
      </p:sp>
      <p:sp>
        <p:nvSpPr>
          <p:cNvPr id="19" name="Textplatzhalter 18">
            <a:extLst>
              <a:ext uri="{FF2B5EF4-FFF2-40B4-BE49-F238E27FC236}">
                <a16:creationId xmlns:a16="http://schemas.microsoft.com/office/drawing/2014/main" id="{E3C7A25F-3CE5-2DD2-F29C-70610FA6A2A6}"/>
              </a:ext>
            </a:extLst>
          </p:cNvPr>
          <p:cNvSpPr>
            <a:spLocks noGrp="1"/>
          </p:cNvSpPr>
          <p:nvPr>
            <p:ph type="body" sz="quarter" idx="14" hasCustomPrompt="1"/>
          </p:nvPr>
        </p:nvSpPr>
        <p:spPr>
          <a:xfrm>
            <a:off x="2060077" y="3276427"/>
            <a:ext cx="2873938" cy="300492"/>
          </a:xfrm>
        </p:spPr>
        <p:txBody>
          <a:bodyPr>
            <a:noAutofit/>
          </a:bodyPr>
          <a:lstStyle>
            <a:lvl1pPr marL="0" indent="0">
              <a:buNone/>
              <a:defRPr sz="1800">
                <a:solidFill>
                  <a:schemeClr val="bg1"/>
                </a:solidFill>
                <a:latin typeface="+mj-lt"/>
              </a:defRPr>
            </a:lvl1pPr>
            <a:lvl2pPr>
              <a:defRPr>
                <a:solidFill>
                  <a:schemeClr val="bg1"/>
                </a:solidFill>
                <a:latin typeface="+mj-lt"/>
              </a:defRPr>
            </a:lvl2pPr>
            <a:lvl3pPr>
              <a:defRPr>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de-DE" dirty="0"/>
              <a:t>Name</a:t>
            </a:r>
          </a:p>
        </p:txBody>
      </p:sp>
      <p:sp>
        <p:nvSpPr>
          <p:cNvPr id="20" name="Textplatzhalter 18">
            <a:extLst>
              <a:ext uri="{FF2B5EF4-FFF2-40B4-BE49-F238E27FC236}">
                <a16:creationId xmlns:a16="http://schemas.microsoft.com/office/drawing/2014/main" id="{A7FF9336-4F9B-3C02-8D7F-C8B34F338335}"/>
              </a:ext>
            </a:extLst>
          </p:cNvPr>
          <p:cNvSpPr>
            <a:spLocks noGrp="1"/>
          </p:cNvSpPr>
          <p:nvPr>
            <p:ph type="body" sz="quarter" idx="15" hasCustomPrompt="1"/>
          </p:nvPr>
        </p:nvSpPr>
        <p:spPr>
          <a:xfrm>
            <a:off x="2063822" y="3540389"/>
            <a:ext cx="2873938" cy="572203"/>
          </a:xfrm>
        </p:spPr>
        <p:txBody>
          <a:bodyPr>
            <a:noAutofit/>
          </a:bodyPr>
          <a:lstStyle>
            <a:lvl1pPr marL="0" indent="0">
              <a:buNone/>
              <a:defRPr sz="1400">
                <a:solidFill>
                  <a:schemeClr val="bg1"/>
                </a:solidFill>
                <a:latin typeface="+mn-lt"/>
              </a:defRPr>
            </a:lvl1pPr>
            <a:lvl2pPr>
              <a:defRPr>
                <a:solidFill>
                  <a:schemeClr val="bg1"/>
                </a:solidFill>
                <a:latin typeface="+mj-lt"/>
              </a:defRPr>
            </a:lvl2pPr>
            <a:lvl3pPr>
              <a:defRPr>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de-DE" dirty="0"/>
              <a:t>Phone</a:t>
            </a:r>
            <a:br>
              <a:rPr lang="de-DE" dirty="0"/>
            </a:br>
            <a:r>
              <a:rPr lang="de-DE" dirty="0"/>
              <a:t>Email</a:t>
            </a:r>
          </a:p>
        </p:txBody>
      </p:sp>
      <p:sp>
        <p:nvSpPr>
          <p:cNvPr id="21" name="Textplatzhalter 18">
            <a:extLst>
              <a:ext uri="{FF2B5EF4-FFF2-40B4-BE49-F238E27FC236}">
                <a16:creationId xmlns:a16="http://schemas.microsoft.com/office/drawing/2014/main" id="{E650A0BF-7EBC-8E10-6765-A0DB762860EC}"/>
              </a:ext>
            </a:extLst>
          </p:cNvPr>
          <p:cNvSpPr>
            <a:spLocks noGrp="1"/>
          </p:cNvSpPr>
          <p:nvPr>
            <p:ph type="body" sz="quarter" idx="16" hasCustomPrompt="1"/>
          </p:nvPr>
        </p:nvSpPr>
        <p:spPr>
          <a:xfrm>
            <a:off x="2055159" y="4936018"/>
            <a:ext cx="2873938" cy="300492"/>
          </a:xfrm>
        </p:spPr>
        <p:txBody>
          <a:bodyPr>
            <a:noAutofit/>
          </a:bodyPr>
          <a:lstStyle>
            <a:lvl1pPr marL="0" indent="0">
              <a:buNone/>
              <a:defRPr sz="1800">
                <a:solidFill>
                  <a:schemeClr val="bg1"/>
                </a:solidFill>
                <a:latin typeface="+mj-lt"/>
              </a:defRPr>
            </a:lvl1pPr>
            <a:lvl2pPr>
              <a:defRPr>
                <a:solidFill>
                  <a:schemeClr val="bg1"/>
                </a:solidFill>
                <a:latin typeface="+mj-lt"/>
              </a:defRPr>
            </a:lvl2pPr>
            <a:lvl3pPr>
              <a:defRPr>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de-DE" dirty="0"/>
              <a:t>Name</a:t>
            </a:r>
          </a:p>
        </p:txBody>
      </p:sp>
      <p:sp>
        <p:nvSpPr>
          <p:cNvPr id="22" name="Textplatzhalter 18">
            <a:extLst>
              <a:ext uri="{FF2B5EF4-FFF2-40B4-BE49-F238E27FC236}">
                <a16:creationId xmlns:a16="http://schemas.microsoft.com/office/drawing/2014/main" id="{9EE934CE-C81F-FD9A-67C1-3F174A4C3730}"/>
              </a:ext>
            </a:extLst>
          </p:cNvPr>
          <p:cNvSpPr>
            <a:spLocks noGrp="1"/>
          </p:cNvSpPr>
          <p:nvPr>
            <p:ph type="body" sz="quarter" idx="17" hasCustomPrompt="1"/>
          </p:nvPr>
        </p:nvSpPr>
        <p:spPr>
          <a:xfrm>
            <a:off x="2058285" y="5206223"/>
            <a:ext cx="2873938" cy="572203"/>
          </a:xfrm>
        </p:spPr>
        <p:txBody>
          <a:bodyPr>
            <a:noAutofit/>
          </a:bodyPr>
          <a:lstStyle>
            <a:lvl1pPr marL="0" indent="0">
              <a:buNone/>
              <a:defRPr sz="1400">
                <a:solidFill>
                  <a:schemeClr val="bg1"/>
                </a:solidFill>
                <a:latin typeface="+mn-lt"/>
              </a:defRPr>
            </a:lvl1pPr>
            <a:lvl2pPr>
              <a:defRPr>
                <a:solidFill>
                  <a:schemeClr val="bg1"/>
                </a:solidFill>
                <a:latin typeface="+mj-lt"/>
              </a:defRPr>
            </a:lvl2pPr>
            <a:lvl3pPr>
              <a:defRPr>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de-DE" dirty="0"/>
              <a:t>Phone</a:t>
            </a:r>
            <a:br>
              <a:rPr lang="de-DE" dirty="0"/>
            </a:br>
            <a:r>
              <a:rPr lang="de-DE" dirty="0"/>
              <a:t>Email</a:t>
            </a:r>
          </a:p>
        </p:txBody>
      </p:sp>
      <p:pic>
        <p:nvPicPr>
          <p:cNvPr id="5" name="Grafik 4">
            <a:extLst>
              <a:ext uri="{FF2B5EF4-FFF2-40B4-BE49-F238E27FC236}">
                <a16:creationId xmlns:a16="http://schemas.microsoft.com/office/drawing/2014/main" id="{CB915990-926B-036D-0EBB-F5F87658F54F}"/>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573081" y="3010846"/>
            <a:ext cx="1260000" cy="1260000"/>
          </a:xfrm>
          <a:prstGeom prst="rect">
            <a:avLst/>
          </a:prstGeom>
        </p:spPr>
      </p:pic>
      <p:pic>
        <p:nvPicPr>
          <p:cNvPr id="7" name="Picture 2">
            <a:extLst>
              <a:ext uri="{FF2B5EF4-FFF2-40B4-BE49-F238E27FC236}">
                <a16:creationId xmlns:a16="http://schemas.microsoft.com/office/drawing/2014/main" id="{EDF558F9-FC1F-A737-3460-E2B03621B0E5}"/>
              </a:ext>
            </a:extLst>
          </p:cNvPr>
          <p:cNvPicPr>
            <a:picLocks noChangeAspect="1" noChangeArrowheads="1"/>
          </p:cNvPicPr>
          <p:nvPr userDrawn="1"/>
        </p:nvPicPr>
        <p:blipFill>
          <a:blip r:embed="rId4" cstate="screen">
            <a:extLst>
              <a:ext uri="{28A0092B-C50C-407E-A947-70E740481C1C}">
                <a14:useLocalDpi xmlns:a14="http://schemas.microsoft.com/office/drawing/2010/main"/>
              </a:ext>
            </a:extLst>
          </a:blip>
          <a:srcRect/>
          <a:stretch/>
        </p:blipFill>
        <p:spPr bwMode="auto">
          <a:xfrm>
            <a:off x="573081" y="4679571"/>
            <a:ext cx="1260000" cy="1260000"/>
          </a:xfrm>
          <a:prstGeom prst="rect">
            <a:avLst/>
          </a:prstGeom>
          <a:ln>
            <a:noFill/>
          </a:ln>
          <a:effectLst/>
          <a:extLst>
            <a:ext uri="{909E8E84-426E-40DD-AFC4-6F175D3DCCD1}">
              <a14:hiddenFill xmlns:a14="http://schemas.microsoft.com/office/drawing/2010/main">
                <a:solidFill>
                  <a:srgbClr val="FFFFFF"/>
                </a:solidFill>
              </a14:hiddenFill>
            </a:ext>
          </a:extLst>
        </p:spPr>
      </p:pic>
      <p:sp>
        <p:nvSpPr>
          <p:cNvPr id="9" name="Bildplatzhalter 23">
            <a:extLst>
              <a:ext uri="{FF2B5EF4-FFF2-40B4-BE49-F238E27FC236}">
                <a16:creationId xmlns:a16="http://schemas.microsoft.com/office/drawing/2014/main" id="{0B3F4B8A-5730-9DDC-92A6-68F02297D918}"/>
              </a:ext>
            </a:extLst>
          </p:cNvPr>
          <p:cNvSpPr>
            <a:spLocks noGrp="1"/>
          </p:cNvSpPr>
          <p:nvPr>
            <p:ph type="pic" sz="quarter" idx="18" hasCustomPrompt="1"/>
          </p:nvPr>
        </p:nvSpPr>
        <p:spPr>
          <a:xfrm>
            <a:off x="569336" y="3010846"/>
            <a:ext cx="1260000" cy="1260000"/>
          </a:xfrm>
        </p:spPr>
        <p:txBody>
          <a:bodyPr>
            <a:normAutofit/>
          </a:bodyPr>
          <a:lstStyle>
            <a:lvl1pPr marL="0" indent="0" algn="ctr">
              <a:buNone/>
              <a:defRPr sz="1800">
                <a:solidFill>
                  <a:schemeClr val="accent2"/>
                </a:solidFill>
              </a:defRPr>
            </a:lvl1pPr>
          </a:lstStyle>
          <a:p>
            <a:r>
              <a:rPr lang="de-DE" dirty="0"/>
              <a:t>Place Image</a:t>
            </a:r>
          </a:p>
        </p:txBody>
      </p:sp>
      <p:sp>
        <p:nvSpPr>
          <p:cNvPr id="16" name="Bildplatzhalter 23">
            <a:extLst>
              <a:ext uri="{FF2B5EF4-FFF2-40B4-BE49-F238E27FC236}">
                <a16:creationId xmlns:a16="http://schemas.microsoft.com/office/drawing/2014/main" id="{86AE1873-F2DE-A367-8E36-668C09B840B3}"/>
              </a:ext>
            </a:extLst>
          </p:cNvPr>
          <p:cNvSpPr>
            <a:spLocks noGrp="1"/>
          </p:cNvSpPr>
          <p:nvPr>
            <p:ph type="pic" sz="quarter" idx="19" hasCustomPrompt="1"/>
          </p:nvPr>
        </p:nvSpPr>
        <p:spPr>
          <a:xfrm>
            <a:off x="565841" y="4679571"/>
            <a:ext cx="1260000" cy="1260000"/>
          </a:xfrm>
        </p:spPr>
        <p:txBody>
          <a:bodyPr>
            <a:normAutofit/>
          </a:bodyPr>
          <a:lstStyle>
            <a:lvl1pPr marL="0" indent="0" algn="ctr">
              <a:buNone/>
              <a:defRPr sz="1800">
                <a:solidFill>
                  <a:schemeClr val="accent2"/>
                </a:solidFill>
              </a:defRPr>
            </a:lvl1pPr>
          </a:lstStyle>
          <a:p>
            <a:r>
              <a:rPr lang="de-DE" dirty="0"/>
              <a:t>Place Image</a:t>
            </a:r>
          </a:p>
        </p:txBody>
      </p:sp>
      <p:sp>
        <p:nvSpPr>
          <p:cNvPr id="18" name="Textfeld 17">
            <a:extLst>
              <a:ext uri="{FF2B5EF4-FFF2-40B4-BE49-F238E27FC236}">
                <a16:creationId xmlns:a16="http://schemas.microsoft.com/office/drawing/2014/main" id="{1E18A898-5F0D-F168-EC61-7F4102EA2516}"/>
              </a:ext>
            </a:extLst>
          </p:cNvPr>
          <p:cNvSpPr txBox="1"/>
          <p:nvPr userDrawn="1"/>
        </p:nvSpPr>
        <p:spPr>
          <a:xfrm>
            <a:off x="9552240" y="3010846"/>
            <a:ext cx="2225687" cy="1323439"/>
          </a:xfrm>
          <a:prstGeom prst="rect">
            <a:avLst/>
          </a:prstGeom>
          <a:noFill/>
        </p:spPr>
        <p:txBody>
          <a:bodyPr wrap="square">
            <a:spAutoFit/>
          </a:bodyPr>
          <a:lstStyle/>
          <a:p>
            <a:pPr algn="l" fontAlgn="base"/>
            <a:r>
              <a:rPr lang="de-DE" sz="1400" b="1" i="0" dirty="0">
                <a:solidFill>
                  <a:schemeClr val="bg1"/>
                </a:solidFill>
                <a:effectLst/>
                <a:latin typeface="+mj-lt"/>
              </a:rPr>
              <a:t>SEAL Systems AG</a:t>
            </a:r>
            <a:br>
              <a:rPr lang="de-DE" sz="1400" b="0" i="0" dirty="0">
                <a:solidFill>
                  <a:schemeClr val="bg1"/>
                </a:solidFill>
                <a:effectLst/>
                <a:latin typeface="Zwo Offc" panose="020B0504020101020102" pitchFamily="34" charset="0"/>
              </a:rPr>
            </a:br>
            <a:r>
              <a:rPr lang="de-DE" sz="1100" b="0" i="0" dirty="0">
                <a:solidFill>
                  <a:schemeClr val="bg1"/>
                </a:solidFill>
                <a:effectLst/>
              </a:rPr>
              <a:t>Lohmühlweg 4</a:t>
            </a:r>
            <a:br>
              <a:rPr lang="de-DE" sz="1100" b="0" i="0" dirty="0">
                <a:solidFill>
                  <a:schemeClr val="bg1"/>
                </a:solidFill>
                <a:effectLst/>
              </a:rPr>
            </a:br>
            <a:r>
              <a:rPr lang="de-DE" sz="1100" b="0" i="0" dirty="0">
                <a:solidFill>
                  <a:schemeClr val="bg1"/>
                </a:solidFill>
                <a:effectLst/>
              </a:rPr>
              <a:t>91341 Röttenbach</a:t>
            </a:r>
            <a:br>
              <a:rPr lang="de-DE" sz="1100" b="0" i="0" dirty="0">
                <a:solidFill>
                  <a:schemeClr val="bg1"/>
                </a:solidFill>
                <a:effectLst/>
              </a:rPr>
            </a:br>
            <a:r>
              <a:rPr lang="de-DE" sz="1100" b="0" i="0" dirty="0">
                <a:solidFill>
                  <a:schemeClr val="bg1"/>
                </a:solidFill>
                <a:effectLst/>
              </a:rPr>
              <a:t>GERMANY</a:t>
            </a:r>
          </a:p>
          <a:p>
            <a:pPr algn="l" fontAlgn="base"/>
            <a:r>
              <a:rPr lang="de-DE" sz="1100" b="0" i="0" dirty="0">
                <a:solidFill>
                  <a:schemeClr val="bg1"/>
                </a:solidFill>
                <a:effectLst/>
              </a:rPr>
              <a:t>Tel.: +49 9195 926 0</a:t>
            </a:r>
            <a:br>
              <a:rPr lang="de-DE" sz="1100" b="0" i="0" dirty="0">
                <a:solidFill>
                  <a:srgbClr val="222B50"/>
                </a:solidFill>
                <a:effectLst/>
              </a:rPr>
            </a:br>
            <a:r>
              <a:rPr lang="de-DE" sz="1100" b="0" i="0" dirty="0">
                <a:solidFill>
                  <a:schemeClr val="bg1"/>
                </a:solidFill>
                <a:effectLst/>
              </a:rPr>
              <a:t>Email: </a:t>
            </a:r>
            <a:r>
              <a:rPr lang="de-DE" sz="1100" b="0" i="0" u="none" strike="noStrike" dirty="0">
                <a:solidFill>
                  <a:schemeClr val="bg1"/>
                </a:solidFill>
                <a:effectLst/>
                <a:hlinkClick r:id="rId5">
                  <a:extLst>
                    <a:ext uri="{A12FA001-AC4F-418D-AE19-62706E023703}">
                      <ahyp:hlinkClr xmlns:ahyp="http://schemas.microsoft.com/office/drawing/2018/hyperlinkcolor" val="tx"/>
                    </a:ext>
                  </a:extLst>
                </a:hlinkClick>
              </a:rPr>
              <a:t>info@sealsystems.de</a:t>
            </a:r>
            <a:br>
              <a:rPr lang="de-DE" sz="1100" b="0" i="0" dirty="0">
                <a:solidFill>
                  <a:srgbClr val="222B50"/>
                </a:solidFill>
                <a:effectLst/>
              </a:rPr>
            </a:br>
            <a:r>
              <a:rPr lang="de-DE" sz="1100" b="0" i="0" dirty="0">
                <a:solidFill>
                  <a:schemeClr val="bg1"/>
                </a:solidFill>
                <a:effectLst/>
              </a:rPr>
              <a:t>Web: </a:t>
            </a:r>
            <a:r>
              <a:rPr lang="de-DE" sz="1100" b="0" i="0" u="none" strike="noStrike" dirty="0">
                <a:solidFill>
                  <a:schemeClr val="bg1"/>
                </a:solidFill>
                <a:effectLst/>
                <a:hlinkClick r:id="rId6">
                  <a:extLst>
                    <a:ext uri="{A12FA001-AC4F-418D-AE19-62706E023703}">
                      <ahyp:hlinkClr xmlns:ahyp="http://schemas.microsoft.com/office/drawing/2018/hyperlinkcolor" val="tx"/>
                    </a:ext>
                  </a:extLst>
                </a:hlinkClick>
              </a:rPr>
              <a:t>www.sealsystems.de</a:t>
            </a:r>
            <a:endParaRPr lang="de-DE" sz="1100" b="0" i="0" dirty="0">
              <a:solidFill>
                <a:schemeClr val="bg1"/>
              </a:solidFill>
              <a:effectLst/>
            </a:endParaRPr>
          </a:p>
        </p:txBody>
      </p:sp>
      <p:sp>
        <p:nvSpPr>
          <p:cNvPr id="4" name="Rechteck 3">
            <a:extLst>
              <a:ext uri="{FF2B5EF4-FFF2-40B4-BE49-F238E27FC236}">
                <a16:creationId xmlns:a16="http://schemas.microsoft.com/office/drawing/2014/main" id="{B9CEA69F-21B1-0AE6-DBC2-FAAFD288CE4E}"/>
              </a:ext>
            </a:extLst>
          </p:cNvPr>
          <p:cNvSpPr/>
          <p:nvPr userDrawn="1"/>
        </p:nvSpPr>
        <p:spPr>
          <a:xfrm>
            <a:off x="10466832" y="0"/>
            <a:ext cx="1725166" cy="12110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Textplatzhalter 18">
            <a:extLst>
              <a:ext uri="{FF2B5EF4-FFF2-40B4-BE49-F238E27FC236}">
                <a16:creationId xmlns:a16="http://schemas.microsoft.com/office/drawing/2014/main" id="{B9733C2E-4FC3-51E8-B75A-FE78F03073AD}"/>
              </a:ext>
            </a:extLst>
          </p:cNvPr>
          <p:cNvSpPr>
            <a:spLocks noGrp="1"/>
          </p:cNvSpPr>
          <p:nvPr>
            <p:ph type="body" sz="quarter" idx="20" hasCustomPrompt="1"/>
          </p:nvPr>
        </p:nvSpPr>
        <p:spPr>
          <a:xfrm>
            <a:off x="6607262" y="3276427"/>
            <a:ext cx="2873938" cy="300492"/>
          </a:xfrm>
        </p:spPr>
        <p:txBody>
          <a:bodyPr>
            <a:noAutofit/>
          </a:bodyPr>
          <a:lstStyle>
            <a:lvl1pPr marL="0" indent="0">
              <a:buNone/>
              <a:defRPr sz="1800">
                <a:solidFill>
                  <a:schemeClr val="bg1"/>
                </a:solidFill>
                <a:latin typeface="+mj-lt"/>
              </a:defRPr>
            </a:lvl1pPr>
            <a:lvl2pPr>
              <a:defRPr>
                <a:solidFill>
                  <a:schemeClr val="bg1"/>
                </a:solidFill>
                <a:latin typeface="+mj-lt"/>
              </a:defRPr>
            </a:lvl2pPr>
            <a:lvl3pPr>
              <a:defRPr>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de-DE" dirty="0"/>
              <a:t>Name</a:t>
            </a:r>
          </a:p>
        </p:txBody>
      </p:sp>
      <p:sp>
        <p:nvSpPr>
          <p:cNvPr id="30" name="Textplatzhalter 18">
            <a:extLst>
              <a:ext uri="{FF2B5EF4-FFF2-40B4-BE49-F238E27FC236}">
                <a16:creationId xmlns:a16="http://schemas.microsoft.com/office/drawing/2014/main" id="{AFA9B736-E300-33B8-7CCA-2363EE5C9E89}"/>
              </a:ext>
            </a:extLst>
          </p:cNvPr>
          <p:cNvSpPr>
            <a:spLocks noGrp="1"/>
          </p:cNvSpPr>
          <p:nvPr>
            <p:ph type="body" sz="quarter" idx="21" hasCustomPrompt="1"/>
          </p:nvPr>
        </p:nvSpPr>
        <p:spPr>
          <a:xfrm>
            <a:off x="6611007" y="3540389"/>
            <a:ext cx="2873938" cy="572203"/>
          </a:xfrm>
        </p:spPr>
        <p:txBody>
          <a:bodyPr>
            <a:noAutofit/>
          </a:bodyPr>
          <a:lstStyle>
            <a:lvl1pPr marL="0" indent="0">
              <a:buNone/>
              <a:defRPr sz="1400">
                <a:solidFill>
                  <a:schemeClr val="bg1"/>
                </a:solidFill>
                <a:latin typeface="+mn-lt"/>
              </a:defRPr>
            </a:lvl1pPr>
            <a:lvl2pPr>
              <a:defRPr>
                <a:solidFill>
                  <a:schemeClr val="bg1"/>
                </a:solidFill>
                <a:latin typeface="+mj-lt"/>
              </a:defRPr>
            </a:lvl2pPr>
            <a:lvl3pPr>
              <a:defRPr>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de-DE" dirty="0"/>
              <a:t>Phone</a:t>
            </a:r>
            <a:br>
              <a:rPr lang="de-DE" dirty="0"/>
            </a:br>
            <a:r>
              <a:rPr lang="de-DE" dirty="0"/>
              <a:t>Email</a:t>
            </a:r>
          </a:p>
        </p:txBody>
      </p:sp>
      <p:sp>
        <p:nvSpPr>
          <p:cNvPr id="31" name="Textplatzhalter 18">
            <a:extLst>
              <a:ext uri="{FF2B5EF4-FFF2-40B4-BE49-F238E27FC236}">
                <a16:creationId xmlns:a16="http://schemas.microsoft.com/office/drawing/2014/main" id="{76CFDA93-0319-06F6-10F3-D7E440C264AB}"/>
              </a:ext>
            </a:extLst>
          </p:cNvPr>
          <p:cNvSpPr>
            <a:spLocks noGrp="1"/>
          </p:cNvSpPr>
          <p:nvPr>
            <p:ph type="body" sz="quarter" idx="22" hasCustomPrompt="1"/>
          </p:nvPr>
        </p:nvSpPr>
        <p:spPr>
          <a:xfrm>
            <a:off x="6602344" y="4936018"/>
            <a:ext cx="2873938" cy="300492"/>
          </a:xfrm>
        </p:spPr>
        <p:txBody>
          <a:bodyPr>
            <a:noAutofit/>
          </a:bodyPr>
          <a:lstStyle>
            <a:lvl1pPr marL="0" indent="0">
              <a:buNone/>
              <a:defRPr sz="1800">
                <a:solidFill>
                  <a:schemeClr val="bg1"/>
                </a:solidFill>
                <a:latin typeface="+mj-lt"/>
              </a:defRPr>
            </a:lvl1pPr>
            <a:lvl2pPr>
              <a:defRPr>
                <a:solidFill>
                  <a:schemeClr val="bg1"/>
                </a:solidFill>
                <a:latin typeface="+mj-lt"/>
              </a:defRPr>
            </a:lvl2pPr>
            <a:lvl3pPr>
              <a:defRPr>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de-DE" dirty="0"/>
              <a:t>Name</a:t>
            </a:r>
          </a:p>
        </p:txBody>
      </p:sp>
      <p:sp>
        <p:nvSpPr>
          <p:cNvPr id="32" name="Textplatzhalter 18">
            <a:extLst>
              <a:ext uri="{FF2B5EF4-FFF2-40B4-BE49-F238E27FC236}">
                <a16:creationId xmlns:a16="http://schemas.microsoft.com/office/drawing/2014/main" id="{7F154B1C-E7DD-E47E-2987-02D2C3B65304}"/>
              </a:ext>
            </a:extLst>
          </p:cNvPr>
          <p:cNvSpPr>
            <a:spLocks noGrp="1"/>
          </p:cNvSpPr>
          <p:nvPr>
            <p:ph type="body" sz="quarter" idx="23" hasCustomPrompt="1"/>
          </p:nvPr>
        </p:nvSpPr>
        <p:spPr>
          <a:xfrm>
            <a:off x="6605470" y="5206223"/>
            <a:ext cx="2873938" cy="572203"/>
          </a:xfrm>
        </p:spPr>
        <p:txBody>
          <a:bodyPr>
            <a:noAutofit/>
          </a:bodyPr>
          <a:lstStyle>
            <a:lvl1pPr marL="0" indent="0">
              <a:buNone/>
              <a:defRPr sz="1400">
                <a:solidFill>
                  <a:schemeClr val="bg1"/>
                </a:solidFill>
                <a:latin typeface="+mn-lt"/>
              </a:defRPr>
            </a:lvl1pPr>
            <a:lvl2pPr>
              <a:defRPr>
                <a:solidFill>
                  <a:schemeClr val="bg1"/>
                </a:solidFill>
                <a:latin typeface="+mj-lt"/>
              </a:defRPr>
            </a:lvl2pPr>
            <a:lvl3pPr>
              <a:defRPr>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de-DE" dirty="0"/>
              <a:t>Phone</a:t>
            </a:r>
            <a:br>
              <a:rPr lang="de-DE" dirty="0"/>
            </a:br>
            <a:r>
              <a:rPr lang="de-DE" dirty="0"/>
              <a:t>Email</a:t>
            </a:r>
          </a:p>
        </p:txBody>
      </p:sp>
      <p:pic>
        <p:nvPicPr>
          <p:cNvPr id="33" name="Grafik 32">
            <a:extLst>
              <a:ext uri="{FF2B5EF4-FFF2-40B4-BE49-F238E27FC236}">
                <a16:creationId xmlns:a16="http://schemas.microsoft.com/office/drawing/2014/main" id="{4CFD5CF7-B0FF-0786-6C92-7A9DE46A0EB4}"/>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5120266" y="3010846"/>
            <a:ext cx="1260000" cy="1260000"/>
          </a:xfrm>
          <a:prstGeom prst="rect">
            <a:avLst/>
          </a:prstGeom>
        </p:spPr>
      </p:pic>
      <p:pic>
        <p:nvPicPr>
          <p:cNvPr id="34" name="Picture 2">
            <a:extLst>
              <a:ext uri="{FF2B5EF4-FFF2-40B4-BE49-F238E27FC236}">
                <a16:creationId xmlns:a16="http://schemas.microsoft.com/office/drawing/2014/main" id="{C510635D-AB81-7308-2A1D-7CD17025A9F4}"/>
              </a:ext>
            </a:extLst>
          </p:cNvPr>
          <p:cNvPicPr>
            <a:picLocks noChangeAspect="1" noChangeArrowheads="1"/>
          </p:cNvPicPr>
          <p:nvPr userDrawn="1"/>
        </p:nvPicPr>
        <p:blipFill>
          <a:blip r:embed="rId4" cstate="screen">
            <a:extLst>
              <a:ext uri="{28A0092B-C50C-407E-A947-70E740481C1C}">
                <a14:useLocalDpi xmlns:a14="http://schemas.microsoft.com/office/drawing/2010/main"/>
              </a:ext>
            </a:extLst>
          </a:blip>
          <a:srcRect/>
          <a:stretch/>
        </p:blipFill>
        <p:spPr bwMode="auto">
          <a:xfrm>
            <a:off x="5120266" y="4679571"/>
            <a:ext cx="1260000" cy="1260000"/>
          </a:xfrm>
          <a:prstGeom prst="rect">
            <a:avLst/>
          </a:prstGeom>
          <a:ln>
            <a:noFill/>
          </a:ln>
          <a:effectLst/>
          <a:extLst>
            <a:ext uri="{909E8E84-426E-40DD-AFC4-6F175D3DCCD1}">
              <a14:hiddenFill xmlns:a14="http://schemas.microsoft.com/office/drawing/2010/main">
                <a:solidFill>
                  <a:srgbClr val="FFFFFF"/>
                </a:solidFill>
              </a14:hiddenFill>
            </a:ext>
          </a:extLst>
        </p:spPr>
      </p:pic>
      <p:sp>
        <p:nvSpPr>
          <p:cNvPr id="35" name="Bildplatzhalter 23">
            <a:extLst>
              <a:ext uri="{FF2B5EF4-FFF2-40B4-BE49-F238E27FC236}">
                <a16:creationId xmlns:a16="http://schemas.microsoft.com/office/drawing/2014/main" id="{CB15F6A7-9E13-7C0B-7475-6FE37B7FB077}"/>
              </a:ext>
            </a:extLst>
          </p:cNvPr>
          <p:cNvSpPr>
            <a:spLocks noGrp="1"/>
          </p:cNvSpPr>
          <p:nvPr>
            <p:ph type="pic" sz="quarter" idx="24" hasCustomPrompt="1"/>
          </p:nvPr>
        </p:nvSpPr>
        <p:spPr>
          <a:xfrm>
            <a:off x="5116521" y="3010846"/>
            <a:ext cx="1260000" cy="1260000"/>
          </a:xfrm>
        </p:spPr>
        <p:txBody>
          <a:bodyPr>
            <a:normAutofit/>
          </a:bodyPr>
          <a:lstStyle>
            <a:lvl1pPr marL="0" indent="0" algn="ctr">
              <a:buNone/>
              <a:defRPr sz="1800">
                <a:solidFill>
                  <a:schemeClr val="accent2"/>
                </a:solidFill>
              </a:defRPr>
            </a:lvl1pPr>
          </a:lstStyle>
          <a:p>
            <a:r>
              <a:rPr lang="de-DE" dirty="0"/>
              <a:t>Place Image</a:t>
            </a:r>
          </a:p>
        </p:txBody>
      </p:sp>
      <p:sp>
        <p:nvSpPr>
          <p:cNvPr id="36" name="Bildplatzhalter 23">
            <a:extLst>
              <a:ext uri="{FF2B5EF4-FFF2-40B4-BE49-F238E27FC236}">
                <a16:creationId xmlns:a16="http://schemas.microsoft.com/office/drawing/2014/main" id="{8B46ED60-70B5-E7B2-7310-07858AB712DE}"/>
              </a:ext>
            </a:extLst>
          </p:cNvPr>
          <p:cNvSpPr>
            <a:spLocks noGrp="1"/>
          </p:cNvSpPr>
          <p:nvPr>
            <p:ph type="pic" sz="quarter" idx="25" hasCustomPrompt="1"/>
          </p:nvPr>
        </p:nvSpPr>
        <p:spPr>
          <a:xfrm>
            <a:off x="5113026" y="4679571"/>
            <a:ext cx="1260000" cy="1260000"/>
          </a:xfrm>
        </p:spPr>
        <p:txBody>
          <a:bodyPr>
            <a:normAutofit/>
          </a:bodyPr>
          <a:lstStyle>
            <a:lvl1pPr marL="0" indent="0" algn="ctr">
              <a:buNone/>
              <a:defRPr sz="1800">
                <a:solidFill>
                  <a:schemeClr val="accent2"/>
                </a:solidFill>
              </a:defRPr>
            </a:lvl1pPr>
          </a:lstStyle>
          <a:p>
            <a:r>
              <a:rPr lang="de-DE" dirty="0"/>
              <a:t>Place Image</a:t>
            </a:r>
          </a:p>
        </p:txBody>
      </p:sp>
      <p:pic>
        <p:nvPicPr>
          <p:cNvPr id="6" name="Grafik 5" descr="Ein Bild, das Text enthält.&#10;&#10;Automatisch generierte Beschreibung">
            <a:extLst>
              <a:ext uri="{FF2B5EF4-FFF2-40B4-BE49-F238E27FC236}">
                <a16:creationId xmlns:a16="http://schemas.microsoft.com/office/drawing/2014/main" id="{6EE25A87-3E61-0CA9-1F86-6B37F39C80E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9643137" y="5013680"/>
            <a:ext cx="1700284" cy="336732"/>
          </a:xfrm>
          <a:prstGeom prst="rect">
            <a:avLst/>
          </a:prstGeom>
        </p:spPr>
      </p:pic>
      <p:pic>
        <p:nvPicPr>
          <p:cNvPr id="12" name="Grafik 11" descr="Ein Bild, das Text enthält.&#10;&#10;Automatisch generierte Beschreibung">
            <a:extLst>
              <a:ext uri="{FF2B5EF4-FFF2-40B4-BE49-F238E27FC236}">
                <a16:creationId xmlns:a16="http://schemas.microsoft.com/office/drawing/2014/main" id="{456F4069-962C-0B33-64DE-A4D5AF6865E5}"/>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9661859" y="5542101"/>
            <a:ext cx="674511" cy="396088"/>
          </a:xfrm>
          <a:prstGeom prst="rect">
            <a:avLst/>
          </a:prstGeom>
        </p:spPr>
      </p:pic>
      <p:pic>
        <p:nvPicPr>
          <p:cNvPr id="23" name="Grafik 22" descr="Ein Bild, das Text enthält.&#10;&#10;Automatisch generierte Beschreibung">
            <a:extLst>
              <a:ext uri="{FF2B5EF4-FFF2-40B4-BE49-F238E27FC236}">
                <a16:creationId xmlns:a16="http://schemas.microsoft.com/office/drawing/2014/main" id="{AE3F217B-007E-74CD-63E4-8900100E7F30}"/>
              </a:ext>
            </a:extLst>
          </p:cNvPr>
          <p:cNvPicPr>
            <a:picLocks noChangeAspect="1"/>
          </p:cNvPicPr>
          <p:nvPr userDrawn="1"/>
        </p:nvPicPr>
        <p:blipFill rotWithShape="1">
          <a:blip r:embed="rId9">
            <a:extLst>
              <a:ext uri="{28A0092B-C50C-407E-A947-70E740481C1C}">
                <a14:useLocalDpi xmlns:a14="http://schemas.microsoft.com/office/drawing/2010/main" val="0"/>
              </a:ext>
            </a:extLst>
          </a:blip>
          <a:srcRect l="2270" r="33757"/>
          <a:stretch/>
        </p:blipFill>
        <p:spPr>
          <a:xfrm>
            <a:off x="10447392" y="5468818"/>
            <a:ext cx="934484" cy="531180"/>
          </a:xfrm>
          <a:prstGeom prst="rect">
            <a:avLst/>
          </a:prstGeom>
        </p:spPr>
      </p:pic>
      <p:sp>
        <p:nvSpPr>
          <p:cNvPr id="13" name="Abgerundetes Rechteck 12">
            <a:extLst>
              <a:ext uri="{FF2B5EF4-FFF2-40B4-BE49-F238E27FC236}">
                <a16:creationId xmlns:a16="http://schemas.microsoft.com/office/drawing/2014/main" id="{5AF146B7-7D2B-5753-0B7A-F4A1EE04B974}"/>
              </a:ext>
            </a:extLst>
          </p:cNvPr>
          <p:cNvSpPr/>
          <p:nvPr userDrawn="1"/>
        </p:nvSpPr>
        <p:spPr>
          <a:xfrm>
            <a:off x="1769422" y="6632736"/>
            <a:ext cx="944090" cy="449253"/>
          </a:xfrm>
          <a:prstGeom prst="round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4" name="Fußzeilenplatzhalter 4">
            <a:extLst>
              <a:ext uri="{FF2B5EF4-FFF2-40B4-BE49-F238E27FC236}">
                <a16:creationId xmlns:a16="http://schemas.microsoft.com/office/drawing/2014/main" id="{1942F679-A6DE-60AD-5B9B-425FA662D691}"/>
              </a:ext>
            </a:extLst>
          </p:cNvPr>
          <p:cNvSpPr txBox="1">
            <a:spLocks/>
          </p:cNvSpPr>
          <p:nvPr userDrawn="1"/>
        </p:nvSpPr>
        <p:spPr>
          <a:xfrm>
            <a:off x="1733796" y="6597895"/>
            <a:ext cx="1015342" cy="270705"/>
          </a:xfrm>
          <a:prstGeom prst="rect">
            <a:avLst/>
          </a:prstGeom>
        </p:spPr>
        <p:txBody>
          <a:bodyPr vert="horz" lIns="91440" tIns="45720" rIns="91440" bIns="45720" rtlCol="0" anchor="ctr"/>
          <a:lstStyle>
            <a:defPPr>
              <a:defRPr lang="de-DE"/>
            </a:defPPr>
            <a:lvl1pPr marL="0" algn="ct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sz="700" dirty="0" err="1"/>
              <a:t>strictly</a:t>
            </a:r>
            <a:r>
              <a:rPr lang="de-DE" sz="700" dirty="0"/>
              <a:t> </a:t>
            </a:r>
            <a:r>
              <a:rPr lang="de-DE" sz="700" dirty="0" err="1"/>
              <a:t>confidential</a:t>
            </a:r>
            <a:endParaRPr lang="de-DE" sz="700" dirty="0"/>
          </a:p>
        </p:txBody>
      </p:sp>
    </p:spTree>
    <p:extLst>
      <p:ext uri="{BB962C8B-B14F-4D97-AF65-F5344CB8AC3E}">
        <p14:creationId xmlns:p14="http://schemas.microsoft.com/office/powerpoint/2010/main" val="35476397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nd Slide 1 Contact 2">
    <p:spTree>
      <p:nvGrpSpPr>
        <p:cNvPr id="1" name=""/>
        <p:cNvGrpSpPr/>
        <p:nvPr/>
      </p:nvGrpSpPr>
      <p:grpSpPr>
        <a:xfrm>
          <a:off x="0" y="0"/>
          <a:ext cx="0" cy="0"/>
          <a:chOff x="0" y="0"/>
          <a:chExt cx="0" cy="0"/>
        </a:xfrm>
      </p:grpSpPr>
      <p:sp>
        <p:nvSpPr>
          <p:cNvPr id="25" name="Rechteck 24">
            <a:extLst>
              <a:ext uri="{FF2B5EF4-FFF2-40B4-BE49-F238E27FC236}">
                <a16:creationId xmlns:a16="http://schemas.microsoft.com/office/drawing/2014/main" id="{300EF051-4C15-8A45-8AAC-321835CE982D}"/>
              </a:ext>
            </a:extLst>
          </p:cNvPr>
          <p:cNvSpPr/>
          <p:nvPr userDrawn="1"/>
        </p:nvSpPr>
        <p:spPr>
          <a:xfrm>
            <a:off x="0" y="4860770"/>
            <a:ext cx="12192000" cy="199723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7" name="Textfeld 26">
            <a:extLst>
              <a:ext uri="{FF2B5EF4-FFF2-40B4-BE49-F238E27FC236}">
                <a16:creationId xmlns:a16="http://schemas.microsoft.com/office/drawing/2014/main" id="{64CDEA72-9DD1-A0C6-8E4A-DC4C278C8B18}"/>
              </a:ext>
            </a:extLst>
          </p:cNvPr>
          <p:cNvSpPr txBox="1"/>
          <p:nvPr userDrawn="1"/>
        </p:nvSpPr>
        <p:spPr>
          <a:xfrm>
            <a:off x="4556408" y="5194121"/>
            <a:ext cx="3031900" cy="1269578"/>
          </a:xfrm>
          <a:prstGeom prst="rect">
            <a:avLst/>
          </a:prstGeom>
          <a:noFill/>
        </p:spPr>
        <p:txBody>
          <a:bodyPr wrap="square">
            <a:spAutoFit/>
          </a:bodyPr>
          <a:lstStyle/>
          <a:p>
            <a:pPr algn="l" fontAlgn="base"/>
            <a:r>
              <a:rPr lang="de-DE" sz="1050" b="0" i="1" dirty="0">
                <a:solidFill>
                  <a:schemeClr val="bg1"/>
                </a:solidFill>
                <a:effectLst/>
                <a:latin typeface="+mj-lt"/>
              </a:rPr>
              <a:t>Europe, Middle East, </a:t>
            </a:r>
            <a:r>
              <a:rPr lang="de-DE" sz="1050" b="0" i="1" dirty="0" err="1">
                <a:solidFill>
                  <a:schemeClr val="bg1"/>
                </a:solidFill>
                <a:effectLst/>
                <a:latin typeface="+mj-lt"/>
              </a:rPr>
              <a:t>Africa</a:t>
            </a:r>
            <a:br>
              <a:rPr lang="de-DE" sz="1050" b="0" i="1" dirty="0">
                <a:solidFill>
                  <a:schemeClr val="bg1"/>
                </a:solidFill>
                <a:effectLst/>
                <a:latin typeface="+mj-lt"/>
              </a:rPr>
            </a:br>
            <a:endParaRPr lang="de-DE" sz="1050" b="0" i="1" dirty="0">
              <a:solidFill>
                <a:schemeClr val="bg1"/>
              </a:solidFill>
              <a:effectLst/>
              <a:latin typeface="+mj-lt"/>
            </a:endParaRPr>
          </a:p>
          <a:p>
            <a:pPr algn="l" fontAlgn="base"/>
            <a:r>
              <a:rPr lang="de-DE" sz="1050" b="1" i="0" dirty="0">
                <a:solidFill>
                  <a:schemeClr val="bg1"/>
                </a:solidFill>
                <a:effectLst/>
              </a:rPr>
              <a:t>SEAL Systems AG</a:t>
            </a:r>
            <a:br>
              <a:rPr lang="de-DE" sz="1050" b="0" i="0" dirty="0">
                <a:solidFill>
                  <a:schemeClr val="bg1"/>
                </a:solidFill>
                <a:effectLst/>
              </a:rPr>
            </a:br>
            <a:r>
              <a:rPr lang="de-DE" sz="900" b="0" i="0" dirty="0">
                <a:solidFill>
                  <a:schemeClr val="bg1"/>
                </a:solidFill>
                <a:effectLst/>
              </a:rPr>
              <a:t>Lohmühlweg 4</a:t>
            </a:r>
            <a:br>
              <a:rPr lang="de-DE" sz="900" b="0" i="0" dirty="0">
                <a:solidFill>
                  <a:schemeClr val="bg1"/>
                </a:solidFill>
                <a:effectLst/>
              </a:rPr>
            </a:br>
            <a:r>
              <a:rPr lang="de-DE" sz="900" b="0" i="0" dirty="0">
                <a:solidFill>
                  <a:schemeClr val="bg1"/>
                </a:solidFill>
                <a:effectLst/>
              </a:rPr>
              <a:t>91341 Röttenbach</a:t>
            </a:r>
            <a:br>
              <a:rPr lang="de-DE" sz="900" b="0" i="0" dirty="0">
                <a:solidFill>
                  <a:schemeClr val="bg1"/>
                </a:solidFill>
                <a:effectLst/>
              </a:rPr>
            </a:br>
            <a:r>
              <a:rPr lang="de-DE" sz="900" b="0" i="0" dirty="0">
                <a:solidFill>
                  <a:schemeClr val="bg1"/>
                </a:solidFill>
                <a:effectLst/>
              </a:rPr>
              <a:t>GERMANY</a:t>
            </a:r>
          </a:p>
          <a:p>
            <a:pPr algn="l" fontAlgn="base"/>
            <a:r>
              <a:rPr lang="de-DE" sz="900" b="0" i="0" dirty="0">
                <a:solidFill>
                  <a:schemeClr val="bg1"/>
                </a:solidFill>
                <a:effectLst/>
              </a:rPr>
              <a:t>Tel.: +49 9195 926 0</a:t>
            </a:r>
            <a:br>
              <a:rPr lang="de-DE" sz="900" b="0" i="0" dirty="0">
                <a:solidFill>
                  <a:schemeClr val="bg1"/>
                </a:solidFill>
                <a:effectLst/>
              </a:rPr>
            </a:br>
            <a:r>
              <a:rPr lang="de-DE" sz="900" b="0" i="0" dirty="0">
                <a:solidFill>
                  <a:schemeClr val="bg1"/>
                </a:solidFill>
                <a:effectLst/>
              </a:rPr>
              <a:t>Email: </a:t>
            </a:r>
            <a:r>
              <a:rPr lang="de-DE" sz="900" b="0" i="0" u="none" strike="noStrike" dirty="0">
                <a:solidFill>
                  <a:schemeClr val="bg1"/>
                </a:solidFill>
                <a:effectLst/>
                <a:hlinkClick r:id="rId2">
                  <a:extLst>
                    <a:ext uri="{A12FA001-AC4F-418D-AE19-62706E023703}">
                      <ahyp:hlinkClr xmlns:ahyp="http://schemas.microsoft.com/office/drawing/2018/hyperlinkcolor" val="tx"/>
                    </a:ext>
                  </a:extLst>
                </a:hlinkClick>
              </a:rPr>
              <a:t>info@sealsystems.de</a:t>
            </a:r>
            <a:r>
              <a:rPr lang="de-DE" sz="900" b="0" i="0" u="none" strike="noStrike" dirty="0">
                <a:solidFill>
                  <a:schemeClr val="bg1"/>
                </a:solidFill>
                <a:effectLst/>
              </a:rPr>
              <a:t> // </a:t>
            </a:r>
            <a:r>
              <a:rPr lang="de-DE" sz="900" b="0" i="0" dirty="0">
                <a:solidFill>
                  <a:schemeClr val="bg1"/>
                </a:solidFill>
                <a:effectLst/>
              </a:rPr>
              <a:t>Web: </a:t>
            </a:r>
            <a:r>
              <a:rPr lang="de-DE" sz="900" b="0" i="0" u="none" strike="noStrike" dirty="0">
                <a:solidFill>
                  <a:schemeClr val="bg1"/>
                </a:solidFill>
                <a:effectLst/>
                <a:hlinkClick r:id="rId3">
                  <a:extLst>
                    <a:ext uri="{A12FA001-AC4F-418D-AE19-62706E023703}">
                      <ahyp:hlinkClr xmlns:ahyp="http://schemas.microsoft.com/office/drawing/2018/hyperlinkcolor" val="tx"/>
                    </a:ext>
                  </a:extLst>
                </a:hlinkClick>
              </a:rPr>
              <a:t>www.sealsystems.de</a:t>
            </a:r>
            <a:endParaRPr lang="de-DE" sz="900" b="0" i="0" dirty="0">
              <a:solidFill>
                <a:schemeClr val="bg1"/>
              </a:solidFill>
              <a:effectLst/>
            </a:endParaRPr>
          </a:p>
        </p:txBody>
      </p:sp>
      <p:sp>
        <p:nvSpPr>
          <p:cNvPr id="28" name="Textfeld 27">
            <a:extLst>
              <a:ext uri="{FF2B5EF4-FFF2-40B4-BE49-F238E27FC236}">
                <a16:creationId xmlns:a16="http://schemas.microsoft.com/office/drawing/2014/main" id="{C6FBCE37-7D4E-C654-1159-068C314F7977}"/>
              </a:ext>
            </a:extLst>
          </p:cNvPr>
          <p:cNvSpPr txBox="1"/>
          <p:nvPr userDrawn="1"/>
        </p:nvSpPr>
        <p:spPr>
          <a:xfrm>
            <a:off x="8433363" y="5190405"/>
            <a:ext cx="2962801" cy="1269578"/>
          </a:xfrm>
          <a:prstGeom prst="rect">
            <a:avLst/>
          </a:prstGeom>
          <a:noFill/>
        </p:spPr>
        <p:txBody>
          <a:bodyPr wrap="square">
            <a:spAutoFit/>
          </a:bodyPr>
          <a:lstStyle/>
          <a:p>
            <a:pPr marL="0" algn="l" defTabSz="914400" rtl="0" eaLnBrk="1" fontAlgn="base" latinLnBrk="0" hangingPunct="1"/>
            <a:r>
              <a:rPr lang="de-DE" sz="1050" b="0" i="1" kern="1200" dirty="0">
                <a:solidFill>
                  <a:schemeClr val="bg1"/>
                </a:solidFill>
                <a:effectLst/>
                <a:latin typeface="+mj-lt"/>
                <a:ea typeface="+mn-ea"/>
                <a:cs typeface="+mn-cs"/>
              </a:rPr>
              <a:t>France</a:t>
            </a:r>
            <a:br>
              <a:rPr lang="de-DE" sz="1050" b="0" i="1" kern="1200" dirty="0">
                <a:solidFill>
                  <a:schemeClr val="bg1"/>
                </a:solidFill>
                <a:effectLst/>
                <a:latin typeface="+mj-lt"/>
                <a:ea typeface="+mn-ea"/>
                <a:cs typeface="+mn-cs"/>
              </a:rPr>
            </a:br>
            <a:endParaRPr lang="de-DE" sz="1050" b="0" i="1" kern="1200" dirty="0">
              <a:solidFill>
                <a:schemeClr val="bg1"/>
              </a:solidFill>
              <a:effectLst/>
              <a:latin typeface="+mj-lt"/>
              <a:ea typeface="+mn-ea"/>
              <a:cs typeface="+mn-cs"/>
            </a:endParaRPr>
          </a:p>
          <a:p>
            <a:pPr algn="l" fontAlgn="base"/>
            <a:r>
              <a:rPr lang="de-DE" sz="1050" b="1" i="0" kern="1200" dirty="0">
                <a:solidFill>
                  <a:schemeClr val="bg1"/>
                </a:solidFill>
                <a:effectLst/>
              </a:rPr>
              <a:t>SEAL Systems SARL</a:t>
            </a:r>
            <a:br>
              <a:rPr lang="de-DE" sz="1800" b="0" i="0" dirty="0">
                <a:solidFill>
                  <a:schemeClr val="bg1"/>
                </a:solidFill>
                <a:effectLst/>
              </a:rPr>
            </a:br>
            <a:r>
              <a:rPr lang="de-DE" sz="900" b="0" i="0" dirty="0">
                <a:solidFill>
                  <a:schemeClr val="bg1"/>
                </a:solidFill>
                <a:effectLst/>
              </a:rPr>
              <a:t>30, </a:t>
            </a:r>
            <a:r>
              <a:rPr lang="de-DE" sz="900" b="0" i="0" dirty="0" err="1">
                <a:solidFill>
                  <a:schemeClr val="bg1"/>
                </a:solidFill>
                <a:effectLst/>
              </a:rPr>
              <a:t>rue</a:t>
            </a:r>
            <a:r>
              <a:rPr lang="de-DE" sz="900" b="0" i="0" dirty="0">
                <a:solidFill>
                  <a:schemeClr val="bg1"/>
                </a:solidFill>
                <a:effectLst/>
              </a:rPr>
              <a:t> de la </a:t>
            </a:r>
            <a:r>
              <a:rPr lang="de-DE" sz="900" b="0" i="0" dirty="0" err="1">
                <a:solidFill>
                  <a:schemeClr val="bg1"/>
                </a:solidFill>
                <a:effectLst/>
              </a:rPr>
              <a:t>Varenne</a:t>
            </a:r>
            <a:br>
              <a:rPr lang="de-DE" sz="900" b="0" i="0" dirty="0">
                <a:solidFill>
                  <a:schemeClr val="bg1"/>
                </a:solidFill>
                <a:effectLst/>
              </a:rPr>
            </a:br>
            <a:r>
              <a:rPr lang="de-DE" sz="900" b="0" i="0" dirty="0">
                <a:solidFill>
                  <a:schemeClr val="bg1"/>
                </a:solidFill>
                <a:effectLst/>
              </a:rPr>
              <a:t>94100 Saint Maur des </a:t>
            </a:r>
            <a:r>
              <a:rPr lang="de-DE" sz="900" b="0" i="0" dirty="0" err="1">
                <a:solidFill>
                  <a:schemeClr val="bg1"/>
                </a:solidFill>
                <a:effectLst/>
              </a:rPr>
              <a:t>Fosses</a:t>
            </a:r>
            <a:br>
              <a:rPr lang="de-DE" sz="900" b="0" i="0" dirty="0">
                <a:solidFill>
                  <a:schemeClr val="bg1"/>
                </a:solidFill>
                <a:effectLst/>
              </a:rPr>
            </a:br>
            <a:r>
              <a:rPr lang="de-DE" sz="900" b="0" i="0" dirty="0">
                <a:solidFill>
                  <a:schemeClr val="bg1"/>
                </a:solidFill>
                <a:effectLst/>
              </a:rPr>
              <a:t>FRANCE</a:t>
            </a:r>
          </a:p>
          <a:p>
            <a:pPr algn="l" fontAlgn="base"/>
            <a:r>
              <a:rPr lang="de-DE" sz="900" b="0" i="0" dirty="0">
                <a:solidFill>
                  <a:schemeClr val="bg1"/>
                </a:solidFill>
                <a:effectLst/>
              </a:rPr>
              <a:t>Tel.: +33 1 43 97 69 66</a:t>
            </a:r>
            <a:br>
              <a:rPr lang="de-DE" sz="900" b="0" i="0" dirty="0">
                <a:solidFill>
                  <a:schemeClr val="bg1"/>
                </a:solidFill>
                <a:effectLst/>
              </a:rPr>
            </a:br>
            <a:r>
              <a:rPr lang="de-DE" sz="900" b="0" i="0" dirty="0">
                <a:solidFill>
                  <a:schemeClr val="bg1"/>
                </a:solidFill>
                <a:effectLst/>
              </a:rPr>
              <a:t>Email: </a:t>
            </a:r>
            <a:r>
              <a:rPr lang="de-DE" sz="900" b="0" i="0" u="none" strike="noStrike" dirty="0">
                <a:solidFill>
                  <a:schemeClr val="bg1"/>
                </a:solidFill>
                <a:effectLst/>
                <a:hlinkClick r:id="rId4">
                  <a:extLst>
                    <a:ext uri="{A12FA001-AC4F-418D-AE19-62706E023703}">
                      <ahyp:hlinkClr xmlns:ahyp="http://schemas.microsoft.com/office/drawing/2018/hyperlinkcolor" val="tx"/>
                    </a:ext>
                  </a:extLst>
                </a:hlinkClick>
              </a:rPr>
              <a:t>info@sealsystems.fr</a:t>
            </a:r>
            <a:r>
              <a:rPr lang="de-DE" sz="900" b="0" i="0" u="none" strike="noStrike" dirty="0">
                <a:solidFill>
                  <a:schemeClr val="bg1"/>
                </a:solidFill>
                <a:effectLst/>
              </a:rPr>
              <a:t> // </a:t>
            </a:r>
            <a:r>
              <a:rPr lang="de-DE" sz="900" b="0" i="0" dirty="0">
                <a:solidFill>
                  <a:schemeClr val="bg1"/>
                </a:solidFill>
                <a:effectLst/>
              </a:rPr>
              <a:t>Web: </a:t>
            </a:r>
            <a:r>
              <a:rPr lang="de-DE" sz="900" b="0" i="0" u="none" strike="noStrike" dirty="0">
                <a:solidFill>
                  <a:schemeClr val="bg1"/>
                </a:solidFill>
                <a:effectLst/>
                <a:hlinkClick r:id="rId5">
                  <a:extLst>
                    <a:ext uri="{A12FA001-AC4F-418D-AE19-62706E023703}">
                      <ahyp:hlinkClr xmlns:ahyp="http://schemas.microsoft.com/office/drawing/2018/hyperlinkcolor" val="tx"/>
                    </a:ext>
                  </a:extLst>
                </a:hlinkClick>
              </a:rPr>
              <a:t>www.sealsystems.fr</a:t>
            </a:r>
            <a:endParaRPr lang="de-DE" sz="900" b="0" i="0" dirty="0">
              <a:solidFill>
                <a:schemeClr val="bg1"/>
              </a:solidFill>
              <a:effectLst/>
            </a:endParaRPr>
          </a:p>
        </p:txBody>
      </p:sp>
      <p:sp>
        <p:nvSpPr>
          <p:cNvPr id="26" name="Textfeld 25">
            <a:extLst>
              <a:ext uri="{FF2B5EF4-FFF2-40B4-BE49-F238E27FC236}">
                <a16:creationId xmlns:a16="http://schemas.microsoft.com/office/drawing/2014/main" id="{A8721157-A3EC-F1F9-C019-D9F4205D93AE}"/>
              </a:ext>
            </a:extLst>
          </p:cNvPr>
          <p:cNvSpPr txBox="1"/>
          <p:nvPr userDrawn="1"/>
        </p:nvSpPr>
        <p:spPr>
          <a:xfrm>
            <a:off x="521711" y="5190405"/>
            <a:ext cx="3189641" cy="1269578"/>
          </a:xfrm>
          <a:prstGeom prst="rect">
            <a:avLst/>
          </a:prstGeom>
          <a:noFill/>
        </p:spPr>
        <p:txBody>
          <a:bodyPr wrap="square" rtlCol="0">
            <a:spAutoFit/>
          </a:bodyPr>
          <a:lstStyle/>
          <a:p>
            <a:pPr algn="l" fontAlgn="base"/>
            <a:r>
              <a:rPr lang="de-DE" sz="1050" b="0" i="1" kern="1200" dirty="0" err="1">
                <a:solidFill>
                  <a:schemeClr val="bg1"/>
                </a:solidFill>
                <a:effectLst/>
                <a:latin typeface="+mj-lt"/>
                <a:ea typeface="+mn-ea"/>
                <a:cs typeface="+mn-cs"/>
              </a:rPr>
              <a:t>Americas</a:t>
            </a:r>
            <a:br>
              <a:rPr lang="de-DE" sz="1050" b="0" i="1" kern="1200" dirty="0">
                <a:solidFill>
                  <a:schemeClr val="bg1"/>
                </a:solidFill>
                <a:effectLst/>
                <a:latin typeface="+mj-lt"/>
                <a:ea typeface="+mn-ea"/>
                <a:cs typeface="+mn-cs"/>
              </a:rPr>
            </a:br>
            <a:endParaRPr lang="de-DE" sz="1050" b="0" i="1" kern="1200" dirty="0">
              <a:solidFill>
                <a:schemeClr val="bg1"/>
              </a:solidFill>
              <a:effectLst/>
              <a:latin typeface="+mj-lt"/>
              <a:ea typeface="+mn-ea"/>
              <a:cs typeface="+mn-cs"/>
            </a:endParaRPr>
          </a:p>
          <a:p>
            <a:pPr algn="l" fontAlgn="base"/>
            <a:r>
              <a:rPr lang="de-DE" sz="1050" b="1" i="0" kern="1200" dirty="0">
                <a:solidFill>
                  <a:schemeClr val="bg1"/>
                </a:solidFill>
                <a:effectLst/>
              </a:rPr>
              <a:t>SEAL Systems Inc.</a:t>
            </a:r>
            <a:br>
              <a:rPr lang="de-DE" sz="1050" b="1" i="0" kern="1200" dirty="0">
                <a:solidFill>
                  <a:schemeClr val="bg1"/>
                </a:solidFill>
                <a:effectLst/>
              </a:rPr>
            </a:br>
            <a:r>
              <a:rPr lang="de-DE" sz="900" b="0" i="0" dirty="0">
                <a:solidFill>
                  <a:schemeClr val="bg1"/>
                </a:solidFill>
                <a:effectLst/>
              </a:rPr>
              <a:t>7665 Town Square Lane, Suite 2058</a:t>
            </a:r>
            <a:br>
              <a:rPr lang="de-DE" sz="900" b="0" i="0">
                <a:solidFill>
                  <a:schemeClr val="bg1"/>
                </a:solidFill>
                <a:effectLst/>
              </a:rPr>
            </a:br>
            <a:r>
              <a:rPr lang="de-DE" sz="900" b="0" i="0">
                <a:solidFill>
                  <a:schemeClr val="bg1"/>
                </a:solidFill>
                <a:effectLst/>
              </a:rPr>
              <a:t>Reno, NV 89523</a:t>
            </a:r>
            <a:br>
              <a:rPr lang="de-DE" sz="900" b="0" i="0" dirty="0">
                <a:solidFill>
                  <a:schemeClr val="bg1"/>
                </a:solidFill>
                <a:effectLst/>
              </a:rPr>
            </a:br>
            <a:r>
              <a:rPr lang="de-DE" sz="900" b="0" i="0" dirty="0">
                <a:solidFill>
                  <a:schemeClr val="bg1"/>
                </a:solidFill>
                <a:effectLst/>
              </a:rPr>
              <a:t>USA</a:t>
            </a:r>
          </a:p>
          <a:p>
            <a:pPr algn="l" fontAlgn="base"/>
            <a:r>
              <a:rPr lang="de-DE" sz="900" b="0" i="0" dirty="0">
                <a:solidFill>
                  <a:schemeClr val="bg1"/>
                </a:solidFill>
                <a:effectLst/>
              </a:rPr>
              <a:t>Tel.: +1 602 324 9276</a:t>
            </a:r>
            <a:br>
              <a:rPr lang="de-DE" sz="900" b="0" i="0" dirty="0">
                <a:solidFill>
                  <a:schemeClr val="bg1"/>
                </a:solidFill>
                <a:effectLst/>
              </a:rPr>
            </a:br>
            <a:r>
              <a:rPr lang="de-DE" sz="900" b="0" i="0" dirty="0">
                <a:solidFill>
                  <a:schemeClr val="bg1"/>
                </a:solidFill>
                <a:effectLst/>
              </a:rPr>
              <a:t>Email: </a:t>
            </a:r>
            <a:r>
              <a:rPr lang="de-DE" sz="900" b="0" i="0" u="none" strike="noStrike" dirty="0">
                <a:solidFill>
                  <a:schemeClr val="bg1"/>
                </a:solidFill>
                <a:effectLst/>
                <a:hlinkClick r:id="rId6">
                  <a:extLst>
                    <a:ext uri="{A12FA001-AC4F-418D-AE19-62706E023703}">
                      <ahyp:hlinkClr xmlns:ahyp="http://schemas.microsoft.com/office/drawing/2018/hyperlinkcolor" val="tx"/>
                    </a:ext>
                  </a:extLst>
                </a:hlinkClick>
              </a:rPr>
              <a:t>info@sealsystems.com</a:t>
            </a:r>
            <a:r>
              <a:rPr lang="de-DE" sz="900" b="0" i="0" u="none" strike="noStrike" dirty="0">
                <a:solidFill>
                  <a:schemeClr val="bg1"/>
                </a:solidFill>
                <a:effectLst/>
              </a:rPr>
              <a:t> // </a:t>
            </a:r>
            <a:r>
              <a:rPr lang="de-DE" sz="900" b="0" i="0" dirty="0">
                <a:solidFill>
                  <a:schemeClr val="bg1"/>
                </a:solidFill>
                <a:effectLst/>
              </a:rPr>
              <a:t>Web: </a:t>
            </a:r>
            <a:r>
              <a:rPr lang="de-DE" sz="900" b="0" i="0" u="none" strike="noStrike" dirty="0">
                <a:solidFill>
                  <a:schemeClr val="bg1"/>
                </a:solidFill>
                <a:effectLst/>
                <a:hlinkClick r:id="rId7">
                  <a:extLst>
                    <a:ext uri="{A12FA001-AC4F-418D-AE19-62706E023703}">
                      <ahyp:hlinkClr xmlns:ahyp="http://schemas.microsoft.com/office/drawing/2018/hyperlinkcolor" val="tx"/>
                    </a:ext>
                  </a:extLst>
                </a:hlinkClick>
              </a:rPr>
              <a:t>www.sealsystems.com</a:t>
            </a:r>
            <a:endParaRPr lang="de-DE" sz="900" b="0" i="0" dirty="0">
              <a:solidFill>
                <a:schemeClr val="bg1"/>
              </a:solidFill>
              <a:effectLst/>
            </a:endParaRPr>
          </a:p>
        </p:txBody>
      </p:sp>
      <p:pic>
        <p:nvPicPr>
          <p:cNvPr id="8" name="Grafik 7">
            <a:extLst>
              <a:ext uri="{FF2B5EF4-FFF2-40B4-BE49-F238E27FC236}">
                <a16:creationId xmlns:a16="http://schemas.microsoft.com/office/drawing/2014/main" id="{D1979333-677B-6246-170F-F0FD35143DF3}"/>
              </a:ext>
            </a:extLst>
          </p:cNvPr>
          <p:cNvPicPr>
            <a:picLocks noChangeAspect="1"/>
          </p:cNvPicPr>
          <p:nvPr userDrawn="1"/>
        </p:nvPicPr>
        <p:blipFill rotWithShape="1">
          <a:blip r:embed="rId8">
            <a:extLst>
              <a:ext uri="{28A0092B-C50C-407E-A947-70E740481C1C}">
                <a14:useLocalDpi xmlns:a14="http://schemas.microsoft.com/office/drawing/2010/main"/>
              </a:ext>
            </a:extLst>
          </a:blip>
          <a:srcRect t="19868" b="41707"/>
          <a:stretch/>
        </p:blipFill>
        <p:spPr>
          <a:xfrm>
            <a:off x="1" y="1347216"/>
            <a:ext cx="12191999" cy="3513554"/>
          </a:xfrm>
          <a:prstGeom prst="rect">
            <a:avLst/>
          </a:prstGeom>
        </p:spPr>
      </p:pic>
      <p:sp>
        <p:nvSpPr>
          <p:cNvPr id="10" name="Datumsplatzhalter 9">
            <a:extLst>
              <a:ext uri="{FF2B5EF4-FFF2-40B4-BE49-F238E27FC236}">
                <a16:creationId xmlns:a16="http://schemas.microsoft.com/office/drawing/2014/main" id="{296DC585-8B54-7413-F447-9C409EA0F782}"/>
              </a:ext>
            </a:extLst>
          </p:cNvPr>
          <p:cNvSpPr>
            <a:spLocks noGrp="1"/>
          </p:cNvSpPr>
          <p:nvPr>
            <p:ph type="dt" sz="half" idx="10"/>
          </p:nvPr>
        </p:nvSpPr>
        <p:spPr>
          <a:xfrm>
            <a:off x="838200" y="6965950"/>
            <a:ext cx="2743200" cy="365125"/>
          </a:xfrm>
        </p:spPr>
        <p:txBody>
          <a:bodyPr/>
          <a:lstStyle/>
          <a:p>
            <a:fld id="{E3F32AD5-AF6F-4F77-B7E7-77267A3FB43B}" type="datetime1">
              <a:rPr lang="de-DE" smtClean="0"/>
              <a:t>23.05.2025</a:t>
            </a:fld>
            <a:endParaRPr lang="de-DE" dirty="0"/>
          </a:p>
        </p:txBody>
      </p:sp>
      <p:sp>
        <p:nvSpPr>
          <p:cNvPr id="11" name="Fußzeilenplatzhalter 10">
            <a:extLst>
              <a:ext uri="{FF2B5EF4-FFF2-40B4-BE49-F238E27FC236}">
                <a16:creationId xmlns:a16="http://schemas.microsoft.com/office/drawing/2014/main" id="{DFEBA96E-ACD2-F7AC-72FD-9C8D98D0B300}"/>
              </a:ext>
            </a:extLst>
          </p:cNvPr>
          <p:cNvSpPr>
            <a:spLocks noGrp="1"/>
          </p:cNvSpPr>
          <p:nvPr>
            <p:ph type="ftr" sz="quarter" idx="11"/>
          </p:nvPr>
        </p:nvSpPr>
        <p:spPr>
          <a:xfrm>
            <a:off x="4038600" y="6965950"/>
            <a:ext cx="4114800" cy="365125"/>
          </a:xfrm>
        </p:spPr>
        <p:txBody>
          <a:bodyPr/>
          <a:lstStyle/>
          <a:p>
            <a:r>
              <a:rPr lang="de-DE"/>
              <a:t>Test</a:t>
            </a:r>
          </a:p>
        </p:txBody>
      </p:sp>
      <p:sp>
        <p:nvSpPr>
          <p:cNvPr id="2" name="Foliennummernplatzhalter 5">
            <a:extLst>
              <a:ext uri="{FF2B5EF4-FFF2-40B4-BE49-F238E27FC236}">
                <a16:creationId xmlns:a16="http://schemas.microsoft.com/office/drawing/2014/main" id="{CB0799A2-FD69-C065-B48A-923E0C2B945B}"/>
              </a:ext>
            </a:extLst>
          </p:cNvPr>
          <p:cNvSpPr>
            <a:spLocks noGrp="1"/>
          </p:cNvSpPr>
          <p:nvPr>
            <p:ph type="sldNum" sz="quarter" idx="12"/>
          </p:nvPr>
        </p:nvSpPr>
        <p:spPr>
          <a:xfrm>
            <a:off x="12252511" y="6427694"/>
            <a:ext cx="461684" cy="365125"/>
          </a:xfrm>
        </p:spPr>
        <p:txBody>
          <a:bodyPr/>
          <a:lstStyle/>
          <a:p>
            <a:fld id="{D21C33D4-00A5-43D5-B722-D2F2FA4CCA11}" type="slidenum">
              <a:rPr lang="de-DE" smtClean="0"/>
              <a:t>‹Nr.›</a:t>
            </a:fld>
            <a:endParaRPr lang="de-DE"/>
          </a:p>
        </p:txBody>
      </p:sp>
      <p:pic>
        <p:nvPicPr>
          <p:cNvPr id="3" name="Grafik 2" descr="Ein Bild, das Text, ClipArt enthält.&#10;&#10;Automatisch generierte Beschreibung">
            <a:extLst>
              <a:ext uri="{FF2B5EF4-FFF2-40B4-BE49-F238E27FC236}">
                <a16:creationId xmlns:a16="http://schemas.microsoft.com/office/drawing/2014/main" id="{B2AC634B-9DA1-0321-6E4A-4A6381BA5FD1}"/>
              </a:ext>
            </a:extLst>
          </p:cNvPr>
          <p:cNvPicPr>
            <a:picLocks noChangeAspect="1"/>
          </p:cNvPicPr>
          <p:nvPr userDrawn="1"/>
        </p:nvPicPr>
        <p:blipFill>
          <a:blip r:embed="rId9" cstate="screen">
            <a:extLst>
              <a:ext uri="{28A0092B-C50C-407E-A947-70E740481C1C}">
                <a14:useLocalDpi xmlns:a14="http://schemas.microsoft.com/office/drawing/2010/main"/>
              </a:ext>
            </a:extLst>
          </a:blip>
          <a:stretch>
            <a:fillRect/>
          </a:stretch>
        </p:blipFill>
        <p:spPr>
          <a:xfrm>
            <a:off x="231598" y="283917"/>
            <a:ext cx="4030598" cy="725508"/>
          </a:xfrm>
          <a:prstGeom prst="rect">
            <a:avLst/>
          </a:prstGeom>
        </p:spPr>
      </p:pic>
      <p:sp>
        <p:nvSpPr>
          <p:cNvPr id="17" name="Textplatzhalter 16">
            <a:extLst>
              <a:ext uri="{FF2B5EF4-FFF2-40B4-BE49-F238E27FC236}">
                <a16:creationId xmlns:a16="http://schemas.microsoft.com/office/drawing/2014/main" id="{03AF7B40-E295-91DD-F01A-F9836F2D5B13}"/>
              </a:ext>
            </a:extLst>
          </p:cNvPr>
          <p:cNvSpPr>
            <a:spLocks noGrp="1"/>
          </p:cNvSpPr>
          <p:nvPr>
            <p:ph type="body" sz="quarter" idx="13" hasCustomPrompt="1"/>
          </p:nvPr>
        </p:nvSpPr>
        <p:spPr>
          <a:xfrm>
            <a:off x="451005" y="1933181"/>
            <a:ext cx="3394635" cy="654050"/>
          </a:xfrm>
        </p:spPr>
        <p:txBody>
          <a:bodyPr>
            <a:noAutofit/>
          </a:bodyPr>
          <a:lstStyle>
            <a:lvl1pPr marL="0" indent="0">
              <a:buNone/>
              <a:defRPr sz="3600">
                <a:solidFill>
                  <a:schemeClr val="bg1"/>
                </a:solidFill>
                <a:latin typeface="+mj-lt"/>
              </a:defRPr>
            </a:lvl1pPr>
            <a:lvl2pPr>
              <a:defRPr sz="4000">
                <a:solidFill>
                  <a:schemeClr val="bg1"/>
                </a:solidFill>
                <a:latin typeface="+mj-lt"/>
              </a:defRPr>
            </a:lvl2pPr>
            <a:lvl3pPr>
              <a:defRPr sz="4000">
                <a:solidFill>
                  <a:schemeClr val="bg1"/>
                </a:solidFill>
                <a:latin typeface="+mj-lt"/>
              </a:defRPr>
            </a:lvl3pPr>
            <a:lvl4pPr>
              <a:defRPr sz="4000">
                <a:solidFill>
                  <a:schemeClr val="bg1"/>
                </a:solidFill>
                <a:latin typeface="+mj-lt"/>
              </a:defRPr>
            </a:lvl4pPr>
            <a:lvl5pPr>
              <a:defRPr sz="4000">
                <a:solidFill>
                  <a:schemeClr val="bg1"/>
                </a:solidFill>
                <a:latin typeface="+mj-lt"/>
              </a:defRPr>
            </a:lvl5pPr>
          </a:lstStyle>
          <a:p>
            <a:pPr lvl="0"/>
            <a:r>
              <a:rPr lang="de-DE" dirty="0" err="1"/>
              <a:t>Thank</a:t>
            </a:r>
            <a:r>
              <a:rPr lang="de-DE" dirty="0"/>
              <a:t> </a:t>
            </a:r>
            <a:r>
              <a:rPr lang="de-DE" dirty="0" err="1"/>
              <a:t>you</a:t>
            </a:r>
            <a:r>
              <a:rPr lang="de-DE" dirty="0"/>
              <a:t>!</a:t>
            </a:r>
          </a:p>
        </p:txBody>
      </p:sp>
      <p:sp>
        <p:nvSpPr>
          <p:cNvPr id="19" name="Textplatzhalter 18">
            <a:extLst>
              <a:ext uri="{FF2B5EF4-FFF2-40B4-BE49-F238E27FC236}">
                <a16:creationId xmlns:a16="http://schemas.microsoft.com/office/drawing/2014/main" id="{E3C7A25F-3CE5-2DD2-F29C-70610FA6A2A6}"/>
              </a:ext>
            </a:extLst>
          </p:cNvPr>
          <p:cNvSpPr>
            <a:spLocks noGrp="1"/>
          </p:cNvSpPr>
          <p:nvPr>
            <p:ph type="body" sz="quarter" idx="14" hasCustomPrompt="1"/>
          </p:nvPr>
        </p:nvSpPr>
        <p:spPr>
          <a:xfrm>
            <a:off x="2060076" y="3276427"/>
            <a:ext cx="3594411" cy="300492"/>
          </a:xfrm>
        </p:spPr>
        <p:txBody>
          <a:bodyPr>
            <a:noAutofit/>
          </a:bodyPr>
          <a:lstStyle>
            <a:lvl1pPr marL="0" indent="0">
              <a:buNone/>
              <a:defRPr sz="1800">
                <a:solidFill>
                  <a:schemeClr val="bg1"/>
                </a:solidFill>
                <a:latin typeface="+mj-lt"/>
              </a:defRPr>
            </a:lvl1pPr>
            <a:lvl2pPr>
              <a:defRPr>
                <a:solidFill>
                  <a:schemeClr val="bg1"/>
                </a:solidFill>
                <a:latin typeface="+mj-lt"/>
              </a:defRPr>
            </a:lvl2pPr>
            <a:lvl3pPr>
              <a:defRPr>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de-DE" dirty="0"/>
              <a:t>Name</a:t>
            </a:r>
          </a:p>
        </p:txBody>
      </p:sp>
      <p:sp>
        <p:nvSpPr>
          <p:cNvPr id="20" name="Textplatzhalter 18">
            <a:extLst>
              <a:ext uri="{FF2B5EF4-FFF2-40B4-BE49-F238E27FC236}">
                <a16:creationId xmlns:a16="http://schemas.microsoft.com/office/drawing/2014/main" id="{A7FF9336-4F9B-3C02-8D7F-C8B34F338335}"/>
              </a:ext>
            </a:extLst>
          </p:cNvPr>
          <p:cNvSpPr>
            <a:spLocks noGrp="1"/>
          </p:cNvSpPr>
          <p:nvPr>
            <p:ph type="body" sz="quarter" idx="15" hasCustomPrompt="1"/>
          </p:nvPr>
        </p:nvSpPr>
        <p:spPr>
          <a:xfrm>
            <a:off x="2063821" y="3540389"/>
            <a:ext cx="3594411" cy="572203"/>
          </a:xfrm>
        </p:spPr>
        <p:txBody>
          <a:bodyPr>
            <a:noAutofit/>
          </a:bodyPr>
          <a:lstStyle>
            <a:lvl1pPr marL="0" indent="0">
              <a:buNone/>
              <a:defRPr sz="1400">
                <a:solidFill>
                  <a:schemeClr val="bg1"/>
                </a:solidFill>
                <a:latin typeface="+mn-lt"/>
              </a:defRPr>
            </a:lvl1pPr>
            <a:lvl2pPr>
              <a:defRPr>
                <a:solidFill>
                  <a:schemeClr val="bg1"/>
                </a:solidFill>
                <a:latin typeface="+mj-lt"/>
              </a:defRPr>
            </a:lvl2pPr>
            <a:lvl3pPr>
              <a:defRPr>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de-DE" dirty="0"/>
              <a:t>Phone</a:t>
            </a:r>
            <a:br>
              <a:rPr lang="de-DE" dirty="0"/>
            </a:br>
            <a:r>
              <a:rPr lang="de-DE" dirty="0"/>
              <a:t>Email</a:t>
            </a:r>
          </a:p>
        </p:txBody>
      </p:sp>
      <p:pic>
        <p:nvPicPr>
          <p:cNvPr id="5" name="Grafik 4">
            <a:extLst>
              <a:ext uri="{FF2B5EF4-FFF2-40B4-BE49-F238E27FC236}">
                <a16:creationId xmlns:a16="http://schemas.microsoft.com/office/drawing/2014/main" id="{CB915990-926B-036D-0EBB-F5F87658F54F}"/>
              </a:ext>
            </a:extLst>
          </p:cNvPr>
          <p:cNvPicPr>
            <a:picLocks noChangeAspect="1"/>
          </p:cNvPicPr>
          <p:nvPr userDrawn="1"/>
        </p:nvPicPr>
        <p:blipFill>
          <a:blip r:embed="rId10" cstate="screen">
            <a:extLst>
              <a:ext uri="{28A0092B-C50C-407E-A947-70E740481C1C}">
                <a14:useLocalDpi xmlns:a14="http://schemas.microsoft.com/office/drawing/2010/main"/>
              </a:ext>
            </a:extLst>
          </a:blip>
          <a:srcRect/>
          <a:stretch/>
        </p:blipFill>
        <p:spPr>
          <a:xfrm>
            <a:off x="573081" y="3010846"/>
            <a:ext cx="1260000" cy="1260000"/>
          </a:xfrm>
          <a:prstGeom prst="rect">
            <a:avLst/>
          </a:prstGeom>
        </p:spPr>
      </p:pic>
      <p:sp>
        <p:nvSpPr>
          <p:cNvPr id="9" name="Bildplatzhalter 23">
            <a:extLst>
              <a:ext uri="{FF2B5EF4-FFF2-40B4-BE49-F238E27FC236}">
                <a16:creationId xmlns:a16="http://schemas.microsoft.com/office/drawing/2014/main" id="{0B3F4B8A-5730-9DDC-92A6-68F02297D918}"/>
              </a:ext>
            </a:extLst>
          </p:cNvPr>
          <p:cNvSpPr>
            <a:spLocks noGrp="1"/>
          </p:cNvSpPr>
          <p:nvPr>
            <p:ph type="pic" sz="quarter" idx="18" hasCustomPrompt="1"/>
          </p:nvPr>
        </p:nvSpPr>
        <p:spPr>
          <a:xfrm>
            <a:off x="569336" y="3010846"/>
            <a:ext cx="1260000" cy="1260000"/>
          </a:xfrm>
        </p:spPr>
        <p:txBody>
          <a:bodyPr>
            <a:normAutofit/>
          </a:bodyPr>
          <a:lstStyle>
            <a:lvl1pPr marL="0" indent="0" algn="ctr">
              <a:buNone/>
              <a:defRPr sz="1800">
                <a:solidFill>
                  <a:schemeClr val="accent2"/>
                </a:solidFill>
              </a:defRPr>
            </a:lvl1pPr>
          </a:lstStyle>
          <a:p>
            <a:r>
              <a:rPr lang="de-DE" dirty="0"/>
              <a:t>Place Image</a:t>
            </a:r>
          </a:p>
        </p:txBody>
      </p:sp>
      <p:pic>
        <p:nvPicPr>
          <p:cNvPr id="18" name="Grafik 17" descr="Ein Bild, das Text enthält.&#10;&#10;Automatisch generierte Beschreibung">
            <a:extLst>
              <a:ext uri="{FF2B5EF4-FFF2-40B4-BE49-F238E27FC236}">
                <a16:creationId xmlns:a16="http://schemas.microsoft.com/office/drawing/2014/main" id="{37B11D2F-CBFC-8907-513A-690F7E1DAD53}"/>
              </a:ext>
            </a:extLst>
          </p:cNvPr>
          <p:cNvPicPr>
            <a:picLocks noChangeAspect="1"/>
          </p:cNvPicPr>
          <p:nvPr userDrawn="1"/>
        </p:nvPicPr>
        <p:blipFill>
          <a:blip r:embed="rId11" cstate="screen">
            <a:extLst>
              <a:ext uri="{28A0092B-C50C-407E-A947-70E740481C1C}">
                <a14:useLocalDpi xmlns:a14="http://schemas.microsoft.com/office/drawing/2010/main"/>
              </a:ext>
            </a:extLst>
          </a:blip>
          <a:stretch>
            <a:fillRect/>
          </a:stretch>
        </p:blipFill>
        <p:spPr>
          <a:xfrm>
            <a:off x="6809833" y="1942838"/>
            <a:ext cx="2422229" cy="479709"/>
          </a:xfrm>
          <a:prstGeom prst="rect">
            <a:avLst/>
          </a:prstGeom>
        </p:spPr>
      </p:pic>
      <p:pic>
        <p:nvPicPr>
          <p:cNvPr id="23" name="Grafik 22" descr="Ein Bild, das Text enthält.&#10;&#10;Automatisch generierte Beschreibung">
            <a:extLst>
              <a:ext uri="{FF2B5EF4-FFF2-40B4-BE49-F238E27FC236}">
                <a16:creationId xmlns:a16="http://schemas.microsoft.com/office/drawing/2014/main" id="{4B4406F8-FFF1-909B-72CD-DCC541EAB428}"/>
              </a:ext>
            </a:extLst>
          </p:cNvPr>
          <p:cNvPicPr>
            <a:picLocks noChangeAspect="1"/>
          </p:cNvPicPr>
          <p:nvPr userDrawn="1"/>
        </p:nvPicPr>
        <p:blipFill>
          <a:blip r:embed="rId12" cstate="screen">
            <a:extLst>
              <a:ext uri="{28A0092B-C50C-407E-A947-70E740481C1C}">
                <a14:useLocalDpi xmlns:a14="http://schemas.microsoft.com/office/drawing/2010/main"/>
              </a:ext>
            </a:extLst>
          </a:blip>
          <a:stretch>
            <a:fillRect/>
          </a:stretch>
        </p:blipFill>
        <p:spPr>
          <a:xfrm>
            <a:off x="9496758" y="1933181"/>
            <a:ext cx="784227" cy="460516"/>
          </a:xfrm>
          <a:prstGeom prst="rect">
            <a:avLst/>
          </a:prstGeom>
        </p:spPr>
      </p:pic>
      <p:pic>
        <p:nvPicPr>
          <p:cNvPr id="24" name="Grafik 23" descr="Ein Bild, das Text enthält.&#10;&#10;Automatisch generierte Beschreibung">
            <a:extLst>
              <a:ext uri="{FF2B5EF4-FFF2-40B4-BE49-F238E27FC236}">
                <a16:creationId xmlns:a16="http://schemas.microsoft.com/office/drawing/2014/main" id="{EAD51607-D086-A657-B0BA-943B8F2B3CF3}"/>
              </a:ext>
            </a:extLst>
          </p:cNvPr>
          <p:cNvPicPr>
            <a:picLocks noChangeAspect="1"/>
          </p:cNvPicPr>
          <p:nvPr userDrawn="1"/>
        </p:nvPicPr>
        <p:blipFill rotWithShape="1">
          <a:blip r:embed="rId13" cstate="screen">
            <a:extLst>
              <a:ext uri="{28A0092B-C50C-407E-A947-70E740481C1C}">
                <a14:useLocalDpi xmlns:a14="http://schemas.microsoft.com/office/drawing/2010/main"/>
              </a:ext>
            </a:extLst>
          </a:blip>
          <a:srcRect l="2270" r="33757"/>
          <a:stretch/>
        </p:blipFill>
        <p:spPr>
          <a:xfrm>
            <a:off x="10527632" y="1868279"/>
            <a:ext cx="1034718" cy="588155"/>
          </a:xfrm>
          <a:prstGeom prst="rect">
            <a:avLst/>
          </a:prstGeom>
        </p:spPr>
      </p:pic>
      <p:sp>
        <p:nvSpPr>
          <p:cNvPr id="4" name="Rechteck 3">
            <a:extLst>
              <a:ext uri="{FF2B5EF4-FFF2-40B4-BE49-F238E27FC236}">
                <a16:creationId xmlns:a16="http://schemas.microsoft.com/office/drawing/2014/main" id="{EE44FDA4-9A32-1ACF-E0E9-4CA93343ECEF}"/>
              </a:ext>
            </a:extLst>
          </p:cNvPr>
          <p:cNvSpPr/>
          <p:nvPr userDrawn="1"/>
        </p:nvSpPr>
        <p:spPr>
          <a:xfrm>
            <a:off x="10466832" y="0"/>
            <a:ext cx="1725166" cy="12110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Abgerundetes Rechteck 5">
            <a:extLst>
              <a:ext uri="{FF2B5EF4-FFF2-40B4-BE49-F238E27FC236}">
                <a16:creationId xmlns:a16="http://schemas.microsoft.com/office/drawing/2014/main" id="{111466E4-9C2F-0725-567A-AEAA502F35AE}"/>
              </a:ext>
            </a:extLst>
          </p:cNvPr>
          <p:cNvSpPr/>
          <p:nvPr userDrawn="1"/>
        </p:nvSpPr>
        <p:spPr>
          <a:xfrm>
            <a:off x="10974852" y="4724563"/>
            <a:ext cx="1434673" cy="281916"/>
          </a:xfrm>
          <a:prstGeom prst="round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7" name="Fußzeilenplatzhalter 4">
            <a:extLst>
              <a:ext uri="{FF2B5EF4-FFF2-40B4-BE49-F238E27FC236}">
                <a16:creationId xmlns:a16="http://schemas.microsoft.com/office/drawing/2014/main" id="{0AC79A3C-8279-B42B-53DE-AEADCF033F50}"/>
              </a:ext>
            </a:extLst>
          </p:cNvPr>
          <p:cNvSpPr txBox="1">
            <a:spLocks/>
          </p:cNvSpPr>
          <p:nvPr userDrawn="1"/>
        </p:nvSpPr>
        <p:spPr>
          <a:xfrm>
            <a:off x="10959905" y="4723898"/>
            <a:ext cx="1171367" cy="270705"/>
          </a:xfrm>
          <a:prstGeom prst="rect">
            <a:avLst/>
          </a:prstGeom>
        </p:spPr>
        <p:txBody>
          <a:bodyPr vert="horz" lIns="91440" tIns="45720" rIns="91440" bIns="45720" rtlCol="0" anchor="ctr"/>
          <a:lstStyle>
            <a:defPPr>
              <a:defRPr lang="de-DE"/>
            </a:defPPr>
            <a:lvl1pPr marL="0" algn="ct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sz="900" dirty="0" err="1"/>
              <a:t>strictly</a:t>
            </a:r>
            <a:r>
              <a:rPr lang="de-DE" sz="900" dirty="0"/>
              <a:t> </a:t>
            </a:r>
            <a:r>
              <a:rPr lang="de-DE" sz="900" dirty="0" err="1"/>
              <a:t>confidential</a:t>
            </a:r>
            <a:endParaRPr lang="de-DE" sz="900" dirty="0"/>
          </a:p>
        </p:txBody>
      </p:sp>
    </p:spTree>
    <p:extLst>
      <p:ext uri="{BB962C8B-B14F-4D97-AF65-F5344CB8AC3E}">
        <p14:creationId xmlns:p14="http://schemas.microsoft.com/office/powerpoint/2010/main" val="390271561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nd Slide 2 Contacts 2">
    <p:spTree>
      <p:nvGrpSpPr>
        <p:cNvPr id="1" name=""/>
        <p:cNvGrpSpPr/>
        <p:nvPr/>
      </p:nvGrpSpPr>
      <p:grpSpPr>
        <a:xfrm>
          <a:off x="0" y="0"/>
          <a:ext cx="0" cy="0"/>
          <a:chOff x="0" y="0"/>
          <a:chExt cx="0" cy="0"/>
        </a:xfrm>
      </p:grpSpPr>
      <p:sp>
        <p:nvSpPr>
          <p:cNvPr id="25" name="Rechteck 24">
            <a:extLst>
              <a:ext uri="{FF2B5EF4-FFF2-40B4-BE49-F238E27FC236}">
                <a16:creationId xmlns:a16="http://schemas.microsoft.com/office/drawing/2014/main" id="{300EF051-4C15-8A45-8AAC-321835CE982D}"/>
              </a:ext>
            </a:extLst>
          </p:cNvPr>
          <p:cNvSpPr/>
          <p:nvPr userDrawn="1"/>
        </p:nvSpPr>
        <p:spPr>
          <a:xfrm>
            <a:off x="0" y="4860770"/>
            <a:ext cx="12192000" cy="199723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7" name="Textfeld 26">
            <a:extLst>
              <a:ext uri="{FF2B5EF4-FFF2-40B4-BE49-F238E27FC236}">
                <a16:creationId xmlns:a16="http://schemas.microsoft.com/office/drawing/2014/main" id="{64CDEA72-9DD1-A0C6-8E4A-DC4C278C8B18}"/>
              </a:ext>
            </a:extLst>
          </p:cNvPr>
          <p:cNvSpPr txBox="1"/>
          <p:nvPr userDrawn="1"/>
        </p:nvSpPr>
        <p:spPr>
          <a:xfrm>
            <a:off x="4556408" y="5194121"/>
            <a:ext cx="3031900" cy="1269578"/>
          </a:xfrm>
          <a:prstGeom prst="rect">
            <a:avLst/>
          </a:prstGeom>
          <a:noFill/>
        </p:spPr>
        <p:txBody>
          <a:bodyPr wrap="square">
            <a:spAutoFit/>
          </a:bodyPr>
          <a:lstStyle/>
          <a:p>
            <a:pPr algn="l" fontAlgn="base"/>
            <a:r>
              <a:rPr lang="de-DE" sz="1050" b="0" i="1" dirty="0">
                <a:solidFill>
                  <a:schemeClr val="bg1"/>
                </a:solidFill>
                <a:effectLst/>
                <a:latin typeface="+mj-lt"/>
              </a:rPr>
              <a:t>Europe, Middle East, </a:t>
            </a:r>
            <a:r>
              <a:rPr lang="de-DE" sz="1050" b="0" i="1" dirty="0" err="1">
                <a:solidFill>
                  <a:schemeClr val="bg1"/>
                </a:solidFill>
                <a:effectLst/>
                <a:latin typeface="+mj-lt"/>
              </a:rPr>
              <a:t>Africa</a:t>
            </a:r>
            <a:br>
              <a:rPr lang="de-DE" sz="1050" b="0" i="1" dirty="0">
                <a:solidFill>
                  <a:schemeClr val="bg1"/>
                </a:solidFill>
                <a:effectLst/>
                <a:latin typeface="+mj-lt"/>
              </a:rPr>
            </a:br>
            <a:endParaRPr lang="de-DE" sz="1050" b="0" i="1" dirty="0">
              <a:solidFill>
                <a:schemeClr val="bg1"/>
              </a:solidFill>
              <a:effectLst/>
              <a:latin typeface="+mj-lt"/>
            </a:endParaRPr>
          </a:p>
          <a:p>
            <a:pPr algn="l" fontAlgn="base"/>
            <a:r>
              <a:rPr lang="de-DE" sz="1050" b="1" i="0" dirty="0">
                <a:solidFill>
                  <a:schemeClr val="bg1"/>
                </a:solidFill>
                <a:effectLst/>
              </a:rPr>
              <a:t>SEAL Systems AG</a:t>
            </a:r>
            <a:br>
              <a:rPr lang="de-DE" sz="1050" b="0" i="0" dirty="0">
                <a:solidFill>
                  <a:schemeClr val="bg1"/>
                </a:solidFill>
                <a:effectLst/>
              </a:rPr>
            </a:br>
            <a:r>
              <a:rPr lang="de-DE" sz="900" b="0" i="0" dirty="0">
                <a:solidFill>
                  <a:schemeClr val="bg1"/>
                </a:solidFill>
                <a:effectLst/>
              </a:rPr>
              <a:t>Lohmühlweg 4</a:t>
            </a:r>
            <a:br>
              <a:rPr lang="de-DE" sz="900" b="0" i="0" dirty="0">
                <a:solidFill>
                  <a:schemeClr val="bg1"/>
                </a:solidFill>
                <a:effectLst/>
              </a:rPr>
            </a:br>
            <a:r>
              <a:rPr lang="de-DE" sz="900" b="0" i="0" dirty="0">
                <a:solidFill>
                  <a:schemeClr val="bg1"/>
                </a:solidFill>
                <a:effectLst/>
              </a:rPr>
              <a:t>91341 Röttenbach</a:t>
            </a:r>
            <a:br>
              <a:rPr lang="de-DE" sz="900" b="0" i="0" dirty="0">
                <a:solidFill>
                  <a:schemeClr val="bg1"/>
                </a:solidFill>
                <a:effectLst/>
              </a:rPr>
            </a:br>
            <a:r>
              <a:rPr lang="de-DE" sz="900" b="0" i="0" dirty="0">
                <a:solidFill>
                  <a:schemeClr val="bg1"/>
                </a:solidFill>
                <a:effectLst/>
              </a:rPr>
              <a:t>GERMANY</a:t>
            </a:r>
          </a:p>
          <a:p>
            <a:pPr algn="l" fontAlgn="base"/>
            <a:r>
              <a:rPr lang="de-DE" sz="900" b="0" i="0" dirty="0">
                <a:solidFill>
                  <a:schemeClr val="bg1"/>
                </a:solidFill>
                <a:effectLst/>
              </a:rPr>
              <a:t>Tel.: +49 9195 926 0</a:t>
            </a:r>
            <a:br>
              <a:rPr lang="de-DE" sz="900" b="0" i="0" dirty="0">
                <a:solidFill>
                  <a:schemeClr val="bg1"/>
                </a:solidFill>
                <a:effectLst/>
              </a:rPr>
            </a:br>
            <a:r>
              <a:rPr lang="de-DE" sz="900" b="0" i="0" dirty="0">
                <a:solidFill>
                  <a:schemeClr val="bg1"/>
                </a:solidFill>
                <a:effectLst/>
              </a:rPr>
              <a:t>Email: </a:t>
            </a:r>
            <a:r>
              <a:rPr lang="de-DE" sz="900" b="0" i="0" u="none" strike="noStrike" dirty="0">
                <a:solidFill>
                  <a:schemeClr val="bg1"/>
                </a:solidFill>
                <a:effectLst/>
                <a:hlinkClick r:id="rId2">
                  <a:extLst>
                    <a:ext uri="{A12FA001-AC4F-418D-AE19-62706E023703}">
                      <ahyp:hlinkClr xmlns:ahyp="http://schemas.microsoft.com/office/drawing/2018/hyperlinkcolor" val="tx"/>
                    </a:ext>
                  </a:extLst>
                </a:hlinkClick>
              </a:rPr>
              <a:t>info@sealsystems.de</a:t>
            </a:r>
            <a:r>
              <a:rPr lang="de-DE" sz="900" b="0" i="0" u="none" strike="noStrike" dirty="0">
                <a:solidFill>
                  <a:schemeClr val="bg1"/>
                </a:solidFill>
                <a:effectLst/>
              </a:rPr>
              <a:t> // </a:t>
            </a:r>
            <a:r>
              <a:rPr lang="de-DE" sz="900" b="0" i="0" dirty="0">
                <a:solidFill>
                  <a:schemeClr val="bg1"/>
                </a:solidFill>
                <a:effectLst/>
              </a:rPr>
              <a:t>Web: </a:t>
            </a:r>
            <a:r>
              <a:rPr lang="de-DE" sz="900" b="0" i="0" u="none" strike="noStrike" dirty="0">
                <a:solidFill>
                  <a:schemeClr val="bg1"/>
                </a:solidFill>
                <a:effectLst/>
                <a:hlinkClick r:id="rId3">
                  <a:extLst>
                    <a:ext uri="{A12FA001-AC4F-418D-AE19-62706E023703}">
                      <ahyp:hlinkClr xmlns:ahyp="http://schemas.microsoft.com/office/drawing/2018/hyperlinkcolor" val="tx"/>
                    </a:ext>
                  </a:extLst>
                </a:hlinkClick>
              </a:rPr>
              <a:t>www.sealsystems.de</a:t>
            </a:r>
            <a:endParaRPr lang="de-DE" sz="900" b="0" i="0" dirty="0">
              <a:solidFill>
                <a:schemeClr val="bg1"/>
              </a:solidFill>
              <a:effectLst/>
            </a:endParaRPr>
          </a:p>
        </p:txBody>
      </p:sp>
      <p:sp>
        <p:nvSpPr>
          <p:cNvPr id="28" name="Textfeld 27">
            <a:extLst>
              <a:ext uri="{FF2B5EF4-FFF2-40B4-BE49-F238E27FC236}">
                <a16:creationId xmlns:a16="http://schemas.microsoft.com/office/drawing/2014/main" id="{C6FBCE37-7D4E-C654-1159-068C314F7977}"/>
              </a:ext>
            </a:extLst>
          </p:cNvPr>
          <p:cNvSpPr txBox="1"/>
          <p:nvPr userDrawn="1"/>
        </p:nvSpPr>
        <p:spPr>
          <a:xfrm>
            <a:off x="8433363" y="5190405"/>
            <a:ext cx="2962801" cy="1269578"/>
          </a:xfrm>
          <a:prstGeom prst="rect">
            <a:avLst/>
          </a:prstGeom>
          <a:noFill/>
        </p:spPr>
        <p:txBody>
          <a:bodyPr wrap="square">
            <a:spAutoFit/>
          </a:bodyPr>
          <a:lstStyle/>
          <a:p>
            <a:pPr marL="0" algn="l" defTabSz="914400" rtl="0" eaLnBrk="1" fontAlgn="base" latinLnBrk="0" hangingPunct="1"/>
            <a:r>
              <a:rPr lang="de-DE" sz="1050" b="0" i="1" kern="1200" dirty="0">
                <a:solidFill>
                  <a:schemeClr val="bg1"/>
                </a:solidFill>
                <a:effectLst/>
                <a:latin typeface="+mj-lt"/>
                <a:ea typeface="+mn-ea"/>
                <a:cs typeface="+mn-cs"/>
              </a:rPr>
              <a:t>France</a:t>
            </a:r>
            <a:br>
              <a:rPr lang="de-DE" sz="1050" b="0" i="1" kern="1200" dirty="0">
                <a:solidFill>
                  <a:schemeClr val="bg1"/>
                </a:solidFill>
                <a:effectLst/>
                <a:latin typeface="+mj-lt"/>
                <a:ea typeface="+mn-ea"/>
                <a:cs typeface="+mn-cs"/>
              </a:rPr>
            </a:br>
            <a:endParaRPr lang="de-DE" sz="1050" b="0" i="1" kern="1200" dirty="0">
              <a:solidFill>
                <a:schemeClr val="bg1"/>
              </a:solidFill>
              <a:effectLst/>
              <a:latin typeface="+mj-lt"/>
              <a:ea typeface="+mn-ea"/>
              <a:cs typeface="+mn-cs"/>
            </a:endParaRPr>
          </a:p>
          <a:p>
            <a:pPr algn="l" fontAlgn="base"/>
            <a:r>
              <a:rPr lang="de-DE" sz="1050" b="1" i="0" kern="1200" dirty="0">
                <a:solidFill>
                  <a:schemeClr val="bg1"/>
                </a:solidFill>
                <a:effectLst/>
              </a:rPr>
              <a:t>SEAL Systems SARL</a:t>
            </a:r>
            <a:br>
              <a:rPr lang="de-DE" sz="1800" b="0" i="0" dirty="0">
                <a:solidFill>
                  <a:schemeClr val="bg1"/>
                </a:solidFill>
                <a:effectLst/>
              </a:rPr>
            </a:br>
            <a:r>
              <a:rPr lang="de-DE" sz="900" b="0" i="0" dirty="0">
                <a:solidFill>
                  <a:schemeClr val="bg1"/>
                </a:solidFill>
                <a:effectLst/>
              </a:rPr>
              <a:t>30, </a:t>
            </a:r>
            <a:r>
              <a:rPr lang="de-DE" sz="900" b="0" i="0" dirty="0" err="1">
                <a:solidFill>
                  <a:schemeClr val="bg1"/>
                </a:solidFill>
                <a:effectLst/>
              </a:rPr>
              <a:t>rue</a:t>
            </a:r>
            <a:r>
              <a:rPr lang="de-DE" sz="900" b="0" i="0" dirty="0">
                <a:solidFill>
                  <a:schemeClr val="bg1"/>
                </a:solidFill>
                <a:effectLst/>
              </a:rPr>
              <a:t> de la </a:t>
            </a:r>
            <a:r>
              <a:rPr lang="de-DE" sz="900" b="0" i="0" dirty="0" err="1">
                <a:solidFill>
                  <a:schemeClr val="bg1"/>
                </a:solidFill>
                <a:effectLst/>
              </a:rPr>
              <a:t>Varenne</a:t>
            </a:r>
            <a:br>
              <a:rPr lang="de-DE" sz="900" b="0" i="0" dirty="0">
                <a:solidFill>
                  <a:schemeClr val="bg1"/>
                </a:solidFill>
                <a:effectLst/>
              </a:rPr>
            </a:br>
            <a:r>
              <a:rPr lang="de-DE" sz="900" b="0" i="0" dirty="0">
                <a:solidFill>
                  <a:schemeClr val="bg1"/>
                </a:solidFill>
                <a:effectLst/>
              </a:rPr>
              <a:t>94100 Saint Maur des </a:t>
            </a:r>
            <a:r>
              <a:rPr lang="de-DE" sz="900" b="0" i="0" dirty="0" err="1">
                <a:solidFill>
                  <a:schemeClr val="bg1"/>
                </a:solidFill>
                <a:effectLst/>
              </a:rPr>
              <a:t>Fosses</a:t>
            </a:r>
            <a:br>
              <a:rPr lang="de-DE" sz="900" b="0" i="0" dirty="0">
                <a:solidFill>
                  <a:schemeClr val="bg1"/>
                </a:solidFill>
                <a:effectLst/>
              </a:rPr>
            </a:br>
            <a:r>
              <a:rPr lang="de-DE" sz="900" b="0" i="0" dirty="0">
                <a:solidFill>
                  <a:schemeClr val="bg1"/>
                </a:solidFill>
                <a:effectLst/>
              </a:rPr>
              <a:t>FRANCE</a:t>
            </a:r>
          </a:p>
          <a:p>
            <a:pPr algn="l" fontAlgn="base"/>
            <a:r>
              <a:rPr lang="de-DE" sz="900" b="0" i="0" dirty="0">
                <a:solidFill>
                  <a:schemeClr val="bg1"/>
                </a:solidFill>
                <a:effectLst/>
              </a:rPr>
              <a:t>Tel.: +33 1 43 97 69 66</a:t>
            </a:r>
            <a:br>
              <a:rPr lang="de-DE" sz="900" b="0" i="0" dirty="0">
                <a:solidFill>
                  <a:schemeClr val="bg1"/>
                </a:solidFill>
                <a:effectLst/>
              </a:rPr>
            </a:br>
            <a:r>
              <a:rPr lang="de-DE" sz="900" b="0" i="0" dirty="0">
                <a:solidFill>
                  <a:schemeClr val="bg1"/>
                </a:solidFill>
                <a:effectLst/>
              </a:rPr>
              <a:t>Email: </a:t>
            </a:r>
            <a:r>
              <a:rPr lang="de-DE" sz="900" b="0" i="0" u="none" strike="noStrike" dirty="0">
                <a:solidFill>
                  <a:schemeClr val="bg1"/>
                </a:solidFill>
                <a:effectLst/>
                <a:hlinkClick r:id="rId4">
                  <a:extLst>
                    <a:ext uri="{A12FA001-AC4F-418D-AE19-62706E023703}">
                      <ahyp:hlinkClr xmlns:ahyp="http://schemas.microsoft.com/office/drawing/2018/hyperlinkcolor" val="tx"/>
                    </a:ext>
                  </a:extLst>
                </a:hlinkClick>
              </a:rPr>
              <a:t>info@sealsystems.fr</a:t>
            </a:r>
            <a:r>
              <a:rPr lang="de-DE" sz="900" b="0" i="0" u="none" strike="noStrike" dirty="0">
                <a:solidFill>
                  <a:schemeClr val="bg1"/>
                </a:solidFill>
                <a:effectLst/>
              </a:rPr>
              <a:t> // </a:t>
            </a:r>
            <a:r>
              <a:rPr lang="de-DE" sz="900" b="0" i="0" dirty="0">
                <a:solidFill>
                  <a:schemeClr val="bg1"/>
                </a:solidFill>
                <a:effectLst/>
              </a:rPr>
              <a:t>Web: </a:t>
            </a:r>
            <a:r>
              <a:rPr lang="de-DE" sz="900" b="0" i="0" u="none" strike="noStrike" dirty="0">
                <a:solidFill>
                  <a:schemeClr val="bg1"/>
                </a:solidFill>
                <a:effectLst/>
                <a:hlinkClick r:id="rId5">
                  <a:extLst>
                    <a:ext uri="{A12FA001-AC4F-418D-AE19-62706E023703}">
                      <ahyp:hlinkClr xmlns:ahyp="http://schemas.microsoft.com/office/drawing/2018/hyperlinkcolor" val="tx"/>
                    </a:ext>
                  </a:extLst>
                </a:hlinkClick>
              </a:rPr>
              <a:t>www.sealsystems.fr</a:t>
            </a:r>
            <a:endParaRPr lang="de-DE" sz="900" b="0" i="0" dirty="0">
              <a:solidFill>
                <a:schemeClr val="bg1"/>
              </a:solidFill>
              <a:effectLst/>
            </a:endParaRPr>
          </a:p>
        </p:txBody>
      </p:sp>
      <p:sp>
        <p:nvSpPr>
          <p:cNvPr id="26" name="Textfeld 25">
            <a:extLst>
              <a:ext uri="{FF2B5EF4-FFF2-40B4-BE49-F238E27FC236}">
                <a16:creationId xmlns:a16="http://schemas.microsoft.com/office/drawing/2014/main" id="{A8721157-A3EC-F1F9-C019-D9F4205D93AE}"/>
              </a:ext>
            </a:extLst>
          </p:cNvPr>
          <p:cNvSpPr txBox="1"/>
          <p:nvPr userDrawn="1"/>
        </p:nvSpPr>
        <p:spPr>
          <a:xfrm>
            <a:off x="521711" y="5190405"/>
            <a:ext cx="3189641" cy="1269578"/>
          </a:xfrm>
          <a:prstGeom prst="rect">
            <a:avLst/>
          </a:prstGeom>
          <a:noFill/>
        </p:spPr>
        <p:txBody>
          <a:bodyPr wrap="square" rtlCol="0">
            <a:spAutoFit/>
          </a:bodyPr>
          <a:lstStyle/>
          <a:p>
            <a:pPr algn="l" fontAlgn="base"/>
            <a:r>
              <a:rPr lang="de-DE" sz="1050" b="0" i="1" kern="1200" dirty="0" err="1">
                <a:solidFill>
                  <a:schemeClr val="bg1"/>
                </a:solidFill>
                <a:effectLst/>
                <a:latin typeface="+mj-lt"/>
                <a:ea typeface="+mn-ea"/>
                <a:cs typeface="+mn-cs"/>
              </a:rPr>
              <a:t>Americas</a:t>
            </a:r>
            <a:br>
              <a:rPr lang="de-DE" sz="1050" b="0" i="1" kern="1200" dirty="0">
                <a:solidFill>
                  <a:schemeClr val="bg1"/>
                </a:solidFill>
                <a:effectLst/>
                <a:latin typeface="+mj-lt"/>
                <a:ea typeface="+mn-ea"/>
                <a:cs typeface="+mn-cs"/>
              </a:rPr>
            </a:br>
            <a:endParaRPr lang="de-DE" sz="1050" b="0" i="1" kern="1200" dirty="0">
              <a:solidFill>
                <a:schemeClr val="bg1"/>
              </a:solidFill>
              <a:effectLst/>
              <a:latin typeface="+mj-lt"/>
              <a:ea typeface="+mn-ea"/>
              <a:cs typeface="+mn-cs"/>
            </a:endParaRPr>
          </a:p>
          <a:p>
            <a:pPr algn="l" fontAlgn="base"/>
            <a:r>
              <a:rPr lang="de-DE" sz="1050" b="1" i="0" kern="1200" dirty="0">
                <a:solidFill>
                  <a:schemeClr val="bg1"/>
                </a:solidFill>
                <a:effectLst/>
              </a:rPr>
              <a:t>SEAL Systems Inc.</a:t>
            </a:r>
            <a:br>
              <a:rPr lang="de-DE" sz="1050" b="1" i="0" kern="1200" dirty="0">
                <a:solidFill>
                  <a:schemeClr val="bg1"/>
                </a:solidFill>
                <a:effectLst/>
              </a:rPr>
            </a:br>
            <a:r>
              <a:rPr lang="de-DE" sz="900" b="0" i="0" dirty="0">
                <a:solidFill>
                  <a:schemeClr val="bg1"/>
                </a:solidFill>
                <a:effectLst/>
              </a:rPr>
              <a:t>7665 Town Square Lane, Suite 2058</a:t>
            </a:r>
            <a:br>
              <a:rPr lang="de-DE" sz="900" b="0" i="0" dirty="0">
                <a:solidFill>
                  <a:schemeClr val="bg1"/>
                </a:solidFill>
                <a:effectLst/>
              </a:rPr>
            </a:br>
            <a:r>
              <a:rPr lang="de-DE" sz="900" b="0" i="0" dirty="0">
                <a:solidFill>
                  <a:schemeClr val="bg1"/>
                </a:solidFill>
                <a:effectLst/>
              </a:rPr>
              <a:t>Reno, NV 89523</a:t>
            </a:r>
            <a:br>
              <a:rPr lang="de-DE" sz="900" b="0" i="0" dirty="0">
                <a:solidFill>
                  <a:schemeClr val="bg1"/>
                </a:solidFill>
                <a:effectLst/>
              </a:rPr>
            </a:br>
            <a:r>
              <a:rPr lang="de-DE" sz="900" b="0" i="0" dirty="0">
                <a:solidFill>
                  <a:schemeClr val="bg1"/>
                </a:solidFill>
                <a:effectLst/>
              </a:rPr>
              <a:t>USA</a:t>
            </a:r>
          </a:p>
          <a:p>
            <a:pPr algn="l" fontAlgn="base"/>
            <a:r>
              <a:rPr lang="de-DE" sz="900" b="0" i="0" dirty="0">
                <a:solidFill>
                  <a:schemeClr val="bg1"/>
                </a:solidFill>
                <a:effectLst/>
              </a:rPr>
              <a:t>Tel.: +1 602 324 9276</a:t>
            </a:r>
            <a:br>
              <a:rPr lang="de-DE" sz="900" b="0" i="0" dirty="0">
                <a:solidFill>
                  <a:schemeClr val="bg1"/>
                </a:solidFill>
                <a:effectLst/>
              </a:rPr>
            </a:br>
            <a:r>
              <a:rPr lang="de-DE" sz="900" b="0" i="0" dirty="0">
                <a:solidFill>
                  <a:schemeClr val="bg1"/>
                </a:solidFill>
                <a:effectLst/>
              </a:rPr>
              <a:t>Email: </a:t>
            </a:r>
            <a:r>
              <a:rPr lang="de-DE" sz="900" b="0" i="0" u="none" strike="noStrike" dirty="0">
                <a:solidFill>
                  <a:schemeClr val="bg1"/>
                </a:solidFill>
                <a:effectLst/>
                <a:hlinkClick r:id="rId6">
                  <a:extLst>
                    <a:ext uri="{A12FA001-AC4F-418D-AE19-62706E023703}">
                      <ahyp:hlinkClr xmlns:ahyp="http://schemas.microsoft.com/office/drawing/2018/hyperlinkcolor" val="tx"/>
                    </a:ext>
                  </a:extLst>
                </a:hlinkClick>
              </a:rPr>
              <a:t>info@sealsystems.com</a:t>
            </a:r>
            <a:r>
              <a:rPr lang="de-DE" sz="900" b="0" i="0" u="none" strike="noStrike" dirty="0">
                <a:solidFill>
                  <a:schemeClr val="bg1"/>
                </a:solidFill>
                <a:effectLst/>
              </a:rPr>
              <a:t> // </a:t>
            </a:r>
            <a:r>
              <a:rPr lang="de-DE" sz="900" b="0" i="0" dirty="0">
                <a:solidFill>
                  <a:schemeClr val="bg1"/>
                </a:solidFill>
                <a:effectLst/>
              </a:rPr>
              <a:t>Web: </a:t>
            </a:r>
            <a:r>
              <a:rPr lang="de-DE" sz="900" b="0" i="0" u="none" strike="noStrike" dirty="0">
                <a:solidFill>
                  <a:schemeClr val="bg1"/>
                </a:solidFill>
                <a:effectLst/>
                <a:hlinkClick r:id="rId7">
                  <a:extLst>
                    <a:ext uri="{A12FA001-AC4F-418D-AE19-62706E023703}">
                      <ahyp:hlinkClr xmlns:ahyp="http://schemas.microsoft.com/office/drawing/2018/hyperlinkcolor" val="tx"/>
                    </a:ext>
                  </a:extLst>
                </a:hlinkClick>
              </a:rPr>
              <a:t>www.sealsystems.com</a:t>
            </a:r>
            <a:endParaRPr lang="de-DE" sz="900" b="0" i="0" dirty="0">
              <a:solidFill>
                <a:schemeClr val="bg1"/>
              </a:solidFill>
              <a:effectLst/>
            </a:endParaRPr>
          </a:p>
        </p:txBody>
      </p:sp>
      <p:pic>
        <p:nvPicPr>
          <p:cNvPr id="8" name="Grafik 7">
            <a:extLst>
              <a:ext uri="{FF2B5EF4-FFF2-40B4-BE49-F238E27FC236}">
                <a16:creationId xmlns:a16="http://schemas.microsoft.com/office/drawing/2014/main" id="{D1979333-677B-6246-170F-F0FD35143DF3}"/>
              </a:ext>
            </a:extLst>
          </p:cNvPr>
          <p:cNvPicPr>
            <a:picLocks noChangeAspect="1"/>
          </p:cNvPicPr>
          <p:nvPr userDrawn="1"/>
        </p:nvPicPr>
        <p:blipFill rotWithShape="1">
          <a:blip r:embed="rId8">
            <a:extLst>
              <a:ext uri="{28A0092B-C50C-407E-A947-70E740481C1C}">
                <a14:useLocalDpi xmlns:a14="http://schemas.microsoft.com/office/drawing/2010/main"/>
              </a:ext>
            </a:extLst>
          </a:blip>
          <a:srcRect t="19868" b="41707"/>
          <a:stretch/>
        </p:blipFill>
        <p:spPr>
          <a:xfrm>
            <a:off x="1" y="1347216"/>
            <a:ext cx="12191999" cy="3513554"/>
          </a:xfrm>
          <a:prstGeom prst="rect">
            <a:avLst/>
          </a:prstGeom>
        </p:spPr>
      </p:pic>
      <p:sp>
        <p:nvSpPr>
          <p:cNvPr id="10" name="Datumsplatzhalter 9">
            <a:extLst>
              <a:ext uri="{FF2B5EF4-FFF2-40B4-BE49-F238E27FC236}">
                <a16:creationId xmlns:a16="http://schemas.microsoft.com/office/drawing/2014/main" id="{296DC585-8B54-7413-F447-9C409EA0F782}"/>
              </a:ext>
            </a:extLst>
          </p:cNvPr>
          <p:cNvSpPr>
            <a:spLocks noGrp="1"/>
          </p:cNvSpPr>
          <p:nvPr>
            <p:ph type="dt" sz="half" idx="10"/>
          </p:nvPr>
        </p:nvSpPr>
        <p:spPr>
          <a:xfrm>
            <a:off x="838200" y="6965950"/>
            <a:ext cx="2743200" cy="365125"/>
          </a:xfrm>
        </p:spPr>
        <p:txBody>
          <a:bodyPr/>
          <a:lstStyle/>
          <a:p>
            <a:fld id="{E3F32AD5-AF6F-4F77-B7E7-77267A3FB43B}" type="datetime1">
              <a:rPr lang="de-DE" smtClean="0"/>
              <a:t>23.05.2025</a:t>
            </a:fld>
            <a:endParaRPr lang="de-DE" dirty="0"/>
          </a:p>
        </p:txBody>
      </p:sp>
      <p:sp>
        <p:nvSpPr>
          <p:cNvPr id="11" name="Fußzeilenplatzhalter 10">
            <a:extLst>
              <a:ext uri="{FF2B5EF4-FFF2-40B4-BE49-F238E27FC236}">
                <a16:creationId xmlns:a16="http://schemas.microsoft.com/office/drawing/2014/main" id="{DFEBA96E-ACD2-F7AC-72FD-9C8D98D0B300}"/>
              </a:ext>
            </a:extLst>
          </p:cNvPr>
          <p:cNvSpPr>
            <a:spLocks noGrp="1"/>
          </p:cNvSpPr>
          <p:nvPr>
            <p:ph type="ftr" sz="quarter" idx="11"/>
          </p:nvPr>
        </p:nvSpPr>
        <p:spPr>
          <a:xfrm>
            <a:off x="4038600" y="6965950"/>
            <a:ext cx="4114800" cy="365125"/>
          </a:xfrm>
        </p:spPr>
        <p:txBody>
          <a:bodyPr/>
          <a:lstStyle/>
          <a:p>
            <a:r>
              <a:rPr lang="de-DE"/>
              <a:t>Test</a:t>
            </a:r>
          </a:p>
        </p:txBody>
      </p:sp>
      <p:sp>
        <p:nvSpPr>
          <p:cNvPr id="2" name="Foliennummernplatzhalter 5">
            <a:extLst>
              <a:ext uri="{FF2B5EF4-FFF2-40B4-BE49-F238E27FC236}">
                <a16:creationId xmlns:a16="http://schemas.microsoft.com/office/drawing/2014/main" id="{CB0799A2-FD69-C065-B48A-923E0C2B945B}"/>
              </a:ext>
            </a:extLst>
          </p:cNvPr>
          <p:cNvSpPr>
            <a:spLocks noGrp="1"/>
          </p:cNvSpPr>
          <p:nvPr>
            <p:ph type="sldNum" sz="quarter" idx="12"/>
          </p:nvPr>
        </p:nvSpPr>
        <p:spPr>
          <a:xfrm>
            <a:off x="12252511" y="6427694"/>
            <a:ext cx="461684" cy="365125"/>
          </a:xfrm>
        </p:spPr>
        <p:txBody>
          <a:bodyPr/>
          <a:lstStyle/>
          <a:p>
            <a:fld id="{D21C33D4-00A5-43D5-B722-D2F2FA4CCA11}" type="slidenum">
              <a:rPr lang="de-DE" smtClean="0"/>
              <a:t>‹Nr.›</a:t>
            </a:fld>
            <a:endParaRPr lang="de-DE"/>
          </a:p>
        </p:txBody>
      </p:sp>
      <p:pic>
        <p:nvPicPr>
          <p:cNvPr id="3" name="Grafik 2" descr="Ein Bild, das Text, ClipArt enthält.&#10;&#10;Automatisch generierte Beschreibung">
            <a:extLst>
              <a:ext uri="{FF2B5EF4-FFF2-40B4-BE49-F238E27FC236}">
                <a16:creationId xmlns:a16="http://schemas.microsoft.com/office/drawing/2014/main" id="{B2AC634B-9DA1-0321-6E4A-4A6381BA5FD1}"/>
              </a:ext>
            </a:extLst>
          </p:cNvPr>
          <p:cNvPicPr>
            <a:picLocks noChangeAspect="1"/>
          </p:cNvPicPr>
          <p:nvPr userDrawn="1"/>
        </p:nvPicPr>
        <p:blipFill>
          <a:blip r:embed="rId9" cstate="screen">
            <a:extLst>
              <a:ext uri="{28A0092B-C50C-407E-A947-70E740481C1C}">
                <a14:useLocalDpi xmlns:a14="http://schemas.microsoft.com/office/drawing/2010/main"/>
              </a:ext>
            </a:extLst>
          </a:blip>
          <a:stretch>
            <a:fillRect/>
          </a:stretch>
        </p:blipFill>
        <p:spPr>
          <a:xfrm>
            <a:off x="231598" y="283917"/>
            <a:ext cx="4030598" cy="725508"/>
          </a:xfrm>
          <a:prstGeom prst="rect">
            <a:avLst/>
          </a:prstGeom>
        </p:spPr>
      </p:pic>
      <p:sp>
        <p:nvSpPr>
          <p:cNvPr id="17" name="Textplatzhalter 16">
            <a:extLst>
              <a:ext uri="{FF2B5EF4-FFF2-40B4-BE49-F238E27FC236}">
                <a16:creationId xmlns:a16="http://schemas.microsoft.com/office/drawing/2014/main" id="{03AF7B40-E295-91DD-F01A-F9836F2D5B13}"/>
              </a:ext>
            </a:extLst>
          </p:cNvPr>
          <p:cNvSpPr>
            <a:spLocks noGrp="1"/>
          </p:cNvSpPr>
          <p:nvPr>
            <p:ph type="body" sz="quarter" idx="13" hasCustomPrompt="1"/>
          </p:nvPr>
        </p:nvSpPr>
        <p:spPr>
          <a:xfrm>
            <a:off x="451005" y="1933181"/>
            <a:ext cx="3394635" cy="654050"/>
          </a:xfrm>
        </p:spPr>
        <p:txBody>
          <a:bodyPr>
            <a:noAutofit/>
          </a:bodyPr>
          <a:lstStyle>
            <a:lvl1pPr marL="0" indent="0">
              <a:buNone/>
              <a:defRPr sz="3600">
                <a:solidFill>
                  <a:schemeClr val="bg1"/>
                </a:solidFill>
                <a:latin typeface="+mj-lt"/>
              </a:defRPr>
            </a:lvl1pPr>
            <a:lvl2pPr>
              <a:defRPr sz="4000">
                <a:solidFill>
                  <a:schemeClr val="bg1"/>
                </a:solidFill>
                <a:latin typeface="+mj-lt"/>
              </a:defRPr>
            </a:lvl2pPr>
            <a:lvl3pPr>
              <a:defRPr sz="4000">
                <a:solidFill>
                  <a:schemeClr val="bg1"/>
                </a:solidFill>
                <a:latin typeface="+mj-lt"/>
              </a:defRPr>
            </a:lvl3pPr>
            <a:lvl4pPr>
              <a:defRPr sz="4000">
                <a:solidFill>
                  <a:schemeClr val="bg1"/>
                </a:solidFill>
                <a:latin typeface="+mj-lt"/>
              </a:defRPr>
            </a:lvl4pPr>
            <a:lvl5pPr>
              <a:defRPr sz="4000">
                <a:solidFill>
                  <a:schemeClr val="bg1"/>
                </a:solidFill>
                <a:latin typeface="+mj-lt"/>
              </a:defRPr>
            </a:lvl5pPr>
          </a:lstStyle>
          <a:p>
            <a:pPr lvl="0"/>
            <a:r>
              <a:rPr lang="de-DE" dirty="0" err="1"/>
              <a:t>Thank</a:t>
            </a:r>
            <a:r>
              <a:rPr lang="de-DE" dirty="0"/>
              <a:t> </a:t>
            </a:r>
            <a:r>
              <a:rPr lang="de-DE" dirty="0" err="1"/>
              <a:t>you</a:t>
            </a:r>
            <a:r>
              <a:rPr lang="de-DE" dirty="0"/>
              <a:t>!</a:t>
            </a:r>
          </a:p>
        </p:txBody>
      </p:sp>
      <p:sp>
        <p:nvSpPr>
          <p:cNvPr id="19" name="Textplatzhalter 18">
            <a:extLst>
              <a:ext uri="{FF2B5EF4-FFF2-40B4-BE49-F238E27FC236}">
                <a16:creationId xmlns:a16="http://schemas.microsoft.com/office/drawing/2014/main" id="{E3C7A25F-3CE5-2DD2-F29C-70610FA6A2A6}"/>
              </a:ext>
            </a:extLst>
          </p:cNvPr>
          <p:cNvSpPr>
            <a:spLocks noGrp="1"/>
          </p:cNvSpPr>
          <p:nvPr>
            <p:ph type="body" sz="quarter" idx="14" hasCustomPrompt="1"/>
          </p:nvPr>
        </p:nvSpPr>
        <p:spPr>
          <a:xfrm>
            <a:off x="2060076" y="3276427"/>
            <a:ext cx="3594411" cy="300492"/>
          </a:xfrm>
        </p:spPr>
        <p:txBody>
          <a:bodyPr>
            <a:noAutofit/>
          </a:bodyPr>
          <a:lstStyle>
            <a:lvl1pPr marL="0" indent="0">
              <a:buNone/>
              <a:defRPr sz="1800">
                <a:solidFill>
                  <a:schemeClr val="bg1"/>
                </a:solidFill>
                <a:latin typeface="+mj-lt"/>
              </a:defRPr>
            </a:lvl1pPr>
            <a:lvl2pPr>
              <a:defRPr>
                <a:solidFill>
                  <a:schemeClr val="bg1"/>
                </a:solidFill>
                <a:latin typeface="+mj-lt"/>
              </a:defRPr>
            </a:lvl2pPr>
            <a:lvl3pPr>
              <a:defRPr>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de-DE" dirty="0"/>
              <a:t>Name</a:t>
            </a:r>
          </a:p>
        </p:txBody>
      </p:sp>
      <p:sp>
        <p:nvSpPr>
          <p:cNvPr id="20" name="Textplatzhalter 18">
            <a:extLst>
              <a:ext uri="{FF2B5EF4-FFF2-40B4-BE49-F238E27FC236}">
                <a16:creationId xmlns:a16="http://schemas.microsoft.com/office/drawing/2014/main" id="{A7FF9336-4F9B-3C02-8D7F-C8B34F338335}"/>
              </a:ext>
            </a:extLst>
          </p:cNvPr>
          <p:cNvSpPr>
            <a:spLocks noGrp="1"/>
          </p:cNvSpPr>
          <p:nvPr>
            <p:ph type="body" sz="quarter" idx="15" hasCustomPrompt="1"/>
          </p:nvPr>
        </p:nvSpPr>
        <p:spPr>
          <a:xfrm>
            <a:off x="2063821" y="3540389"/>
            <a:ext cx="3594411" cy="572203"/>
          </a:xfrm>
        </p:spPr>
        <p:txBody>
          <a:bodyPr>
            <a:noAutofit/>
          </a:bodyPr>
          <a:lstStyle>
            <a:lvl1pPr marL="0" indent="0">
              <a:buNone/>
              <a:defRPr sz="1400">
                <a:solidFill>
                  <a:schemeClr val="bg1"/>
                </a:solidFill>
                <a:latin typeface="+mn-lt"/>
              </a:defRPr>
            </a:lvl1pPr>
            <a:lvl2pPr>
              <a:defRPr>
                <a:solidFill>
                  <a:schemeClr val="bg1"/>
                </a:solidFill>
                <a:latin typeface="+mj-lt"/>
              </a:defRPr>
            </a:lvl2pPr>
            <a:lvl3pPr>
              <a:defRPr>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de-DE" dirty="0"/>
              <a:t>Phone</a:t>
            </a:r>
            <a:br>
              <a:rPr lang="de-DE" dirty="0"/>
            </a:br>
            <a:r>
              <a:rPr lang="de-DE" dirty="0"/>
              <a:t>Email</a:t>
            </a:r>
          </a:p>
        </p:txBody>
      </p:sp>
      <p:sp>
        <p:nvSpPr>
          <p:cNvPr id="21" name="Textplatzhalter 18">
            <a:extLst>
              <a:ext uri="{FF2B5EF4-FFF2-40B4-BE49-F238E27FC236}">
                <a16:creationId xmlns:a16="http://schemas.microsoft.com/office/drawing/2014/main" id="{E650A0BF-7EBC-8E10-6765-A0DB762860EC}"/>
              </a:ext>
            </a:extLst>
          </p:cNvPr>
          <p:cNvSpPr>
            <a:spLocks noGrp="1"/>
          </p:cNvSpPr>
          <p:nvPr>
            <p:ph type="body" sz="quarter" idx="16" hasCustomPrompt="1"/>
          </p:nvPr>
        </p:nvSpPr>
        <p:spPr>
          <a:xfrm>
            <a:off x="7867261" y="3267293"/>
            <a:ext cx="3594411" cy="300492"/>
          </a:xfrm>
        </p:spPr>
        <p:txBody>
          <a:bodyPr>
            <a:noAutofit/>
          </a:bodyPr>
          <a:lstStyle>
            <a:lvl1pPr marL="0" indent="0">
              <a:buNone/>
              <a:defRPr sz="1800">
                <a:solidFill>
                  <a:schemeClr val="bg1"/>
                </a:solidFill>
                <a:latin typeface="+mj-lt"/>
              </a:defRPr>
            </a:lvl1pPr>
            <a:lvl2pPr>
              <a:defRPr>
                <a:solidFill>
                  <a:schemeClr val="bg1"/>
                </a:solidFill>
                <a:latin typeface="+mj-lt"/>
              </a:defRPr>
            </a:lvl2pPr>
            <a:lvl3pPr>
              <a:defRPr>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de-DE" dirty="0"/>
              <a:t>Name</a:t>
            </a:r>
          </a:p>
        </p:txBody>
      </p:sp>
      <p:sp>
        <p:nvSpPr>
          <p:cNvPr id="22" name="Textplatzhalter 18">
            <a:extLst>
              <a:ext uri="{FF2B5EF4-FFF2-40B4-BE49-F238E27FC236}">
                <a16:creationId xmlns:a16="http://schemas.microsoft.com/office/drawing/2014/main" id="{9EE934CE-C81F-FD9A-67C1-3F174A4C3730}"/>
              </a:ext>
            </a:extLst>
          </p:cNvPr>
          <p:cNvSpPr>
            <a:spLocks noGrp="1"/>
          </p:cNvSpPr>
          <p:nvPr>
            <p:ph type="body" sz="quarter" idx="17" hasCustomPrompt="1"/>
          </p:nvPr>
        </p:nvSpPr>
        <p:spPr>
          <a:xfrm>
            <a:off x="7870387" y="3537498"/>
            <a:ext cx="3594411" cy="572203"/>
          </a:xfrm>
        </p:spPr>
        <p:txBody>
          <a:bodyPr>
            <a:noAutofit/>
          </a:bodyPr>
          <a:lstStyle>
            <a:lvl1pPr marL="0" indent="0">
              <a:buNone/>
              <a:defRPr sz="1400">
                <a:solidFill>
                  <a:schemeClr val="bg1"/>
                </a:solidFill>
                <a:latin typeface="+mn-lt"/>
              </a:defRPr>
            </a:lvl1pPr>
            <a:lvl2pPr>
              <a:defRPr>
                <a:solidFill>
                  <a:schemeClr val="bg1"/>
                </a:solidFill>
                <a:latin typeface="+mj-lt"/>
              </a:defRPr>
            </a:lvl2pPr>
            <a:lvl3pPr>
              <a:defRPr>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de-DE" dirty="0"/>
              <a:t>Phone</a:t>
            </a:r>
            <a:br>
              <a:rPr lang="de-DE" dirty="0"/>
            </a:br>
            <a:r>
              <a:rPr lang="de-DE" dirty="0"/>
              <a:t>Email</a:t>
            </a:r>
          </a:p>
        </p:txBody>
      </p:sp>
      <p:pic>
        <p:nvPicPr>
          <p:cNvPr id="5" name="Grafik 4">
            <a:extLst>
              <a:ext uri="{FF2B5EF4-FFF2-40B4-BE49-F238E27FC236}">
                <a16:creationId xmlns:a16="http://schemas.microsoft.com/office/drawing/2014/main" id="{CB915990-926B-036D-0EBB-F5F87658F54F}"/>
              </a:ext>
            </a:extLst>
          </p:cNvPr>
          <p:cNvPicPr>
            <a:picLocks noChangeAspect="1"/>
          </p:cNvPicPr>
          <p:nvPr userDrawn="1"/>
        </p:nvPicPr>
        <p:blipFill>
          <a:blip r:embed="rId10" cstate="screen">
            <a:extLst>
              <a:ext uri="{28A0092B-C50C-407E-A947-70E740481C1C}">
                <a14:useLocalDpi xmlns:a14="http://schemas.microsoft.com/office/drawing/2010/main"/>
              </a:ext>
            </a:extLst>
          </a:blip>
          <a:srcRect/>
          <a:stretch/>
        </p:blipFill>
        <p:spPr>
          <a:xfrm>
            <a:off x="573081" y="3010846"/>
            <a:ext cx="1260000" cy="1260000"/>
          </a:xfrm>
          <a:prstGeom prst="rect">
            <a:avLst/>
          </a:prstGeom>
        </p:spPr>
      </p:pic>
      <p:pic>
        <p:nvPicPr>
          <p:cNvPr id="7" name="Picture 2">
            <a:extLst>
              <a:ext uri="{FF2B5EF4-FFF2-40B4-BE49-F238E27FC236}">
                <a16:creationId xmlns:a16="http://schemas.microsoft.com/office/drawing/2014/main" id="{EDF558F9-FC1F-A737-3460-E2B03621B0E5}"/>
              </a:ext>
            </a:extLst>
          </p:cNvPr>
          <p:cNvPicPr>
            <a:picLocks noChangeAspect="1" noChangeArrowheads="1"/>
          </p:cNvPicPr>
          <p:nvPr userDrawn="1"/>
        </p:nvPicPr>
        <p:blipFill>
          <a:blip r:embed="rId10" cstate="screen">
            <a:extLst>
              <a:ext uri="{28A0092B-C50C-407E-A947-70E740481C1C}">
                <a14:useLocalDpi xmlns:a14="http://schemas.microsoft.com/office/drawing/2010/main"/>
              </a:ext>
            </a:extLst>
          </a:blip>
          <a:srcRect/>
          <a:stretch/>
        </p:blipFill>
        <p:spPr bwMode="auto">
          <a:xfrm>
            <a:off x="6385184" y="3010846"/>
            <a:ext cx="1260000" cy="1260000"/>
          </a:xfrm>
          <a:prstGeom prst="rect">
            <a:avLst/>
          </a:prstGeom>
          <a:ln>
            <a:noFill/>
          </a:ln>
          <a:effectLst/>
          <a:extLst>
            <a:ext uri="{909E8E84-426E-40DD-AFC4-6F175D3DCCD1}">
              <a14:hiddenFill xmlns:a14="http://schemas.microsoft.com/office/drawing/2010/main">
                <a:solidFill>
                  <a:srgbClr val="FFFFFF"/>
                </a:solidFill>
              </a14:hiddenFill>
            </a:ext>
          </a:extLst>
        </p:spPr>
      </p:pic>
      <p:sp>
        <p:nvSpPr>
          <p:cNvPr id="9" name="Bildplatzhalter 23">
            <a:extLst>
              <a:ext uri="{FF2B5EF4-FFF2-40B4-BE49-F238E27FC236}">
                <a16:creationId xmlns:a16="http://schemas.microsoft.com/office/drawing/2014/main" id="{0B3F4B8A-5730-9DDC-92A6-68F02297D918}"/>
              </a:ext>
            </a:extLst>
          </p:cNvPr>
          <p:cNvSpPr>
            <a:spLocks noGrp="1"/>
          </p:cNvSpPr>
          <p:nvPr>
            <p:ph type="pic" sz="quarter" idx="18" hasCustomPrompt="1"/>
          </p:nvPr>
        </p:nvSpPr>
        <p:spPr>
          <a:xfrm>
            <a:off x="569336" y="3010846"/>
            <a:ext cx="1260000" cy="1260000"/>
          </a:xfrm>
        </p:spPr>
        <p:txBody>
          <a:bodyPr>
            <a:normAutofit/>
          </a:bodyPr>
          <a:lstStyle>
            <a:lvl1pPr marL="0" indent="0" algn="ctr">
              <a:buNone/>
              <a:defRPr sz="1800">
                <a:solidFill>
                  <a:schemeClr val="accent2"/>
                </a:solidFill>
              </a:defRPr>
            </a:lvl1pPr>
          </a:lstStyle>
          <a:p>
            <a:r>
              <a:rPr lang="de-DE" dirty="0"/>
              <a:t>Place Image</a:t>
            </a:r>
          </a:p>
        </p:txBody>
      </p:sp>
      <p:sp>
        <p:nvSpPr>
          <p:cNvPr id="16" name="Bildplatzhalter 23">
            <a:extLst>
              <a:ext uri="{FF2B5EF4-FFF2-40B4-BE49-F238E27FC236}">
                <a16:creationId xmlns:a16="http://schemas.microsoft.com/office/drawing/2014/main" id="{86AE1873-F2DE-A367-8E36-668C09B840B3}"/>
              </a:ext>
            </a:extLst>
          </p:cNvPr>
          <p:cNvSpPr>
            <a:spLocks noGrp="1"/>
          </p:cNvSpPr>
          <p:nvPr>
            <p:ph type="pic" sz="quarter" idx="19" hasCustomPrompt="1"/>
          </p:nvPr>
        </p:nvSpPr>
        <p:spPr>
          <a:xfrm>
            <a:off x="6377944" y="3010846"/>
            <a:ext cx="1260000" cy="1260000"/>
          </a:xfrm>
        </p:spPr>
        <p:txBody>
          <a:bodyPr>
            <a:normAutofit/>
          </a:bodyPr>
          <a:lstStyle>
            <a:lvl1pPr marL="0" indent="0" algn="ctr">
              <a:buNone/>
              <a:defRPr sz="1800">
                <a:solidFill>
                  <a:schemeClr val="accent2"/>
                </a:solidFill>
              </a:defRPr>
            </a:lvl1pPr>
          </a:lstStyle>
          <a:p>
            <a:r>
              <a:rPr lang="de-DE" dirty="0"/>
              <a:t>Place Image</a:t>
            </a:r>
          </a:p>
        </p:txBody>
      </p:sp>
      <p:pic>
        <p:nvPicPr>
          <p:cNvPr id="18" name="Grafik 17" descr="Ein Bild, das Text enthält.&#10;&#10;Automatisch generierte Beschreibung">
            <a:extLst>
              <a:ext uri="{FF2B5EF4-FFF2-40B4-BE49-F238E27FC236}">
                <a16:creationId xmlns:a16="http://schemas.microsoft.com/office/drawing/2014/main" id="{37B11D2F-CBFC-8907-513A-690F7E1DAD53}"/>
              </a:ext>
            </a:extLst>
          </p:cNvPr>
          <p:cNvPicPr>
            <a:picLocks noChangeAspect="1"/>
          </p:cNvPicPr>
          <p:nvPr userDrawn="1"/>
        </p:nvPicPr>
        <p:blipFill>
          <a:blip r:embed="rId11" cstate="screen">
            <a:extLst>
              <a:ext uri="{28A0092B-C50C-407E-A947-70E740481C1C}">
                <a14:useLocalDpi xmlns:a14="http://schemas.microsoft.com/office/drawing/2010/main"/>
              </a:ext>
            </a:extLst>
          </a:blip>
          <a:stretch>
            <a:fillRect/>
          </a:stretch>
        </p:blipFill>
        <p:spPr>
          <a:xfrm>
            <a:off x="6809833" y="1942838"/>
            <a:ext cx="2422229" cy="479709"/>
          </a:xfrm>
          <a:prstGeom prst="rect">
            <a:avLst/>
          </a:prstGeom>
        </p:spPr>
      </p:pic>
      <p:pic>
        <p:nvPicPr>
          <p:cNvPr id="23" name="Grafik 22" descr="Ein Bild, das Text enthält.&#10;&#10;Automatisch generierte Beschreibung">
            <a:extLst>
              <a:ext uri="{FF2B5EF4-FFF2-40B4-BE49-F238E27FC236}">
                <a16:creationId xmlns:a16="http://schemas.microsoft.com/office/drawing/2014/main" id="{4B4406F8-FFF1-909B-72CD-DCC541EAB428}"/>
              </a:ext>
            </a:extLst>
          </p:cNvPr>
          <p:cNvPicPr>
            <a:picLocks noChangeAspect="1"/>
          </p:cNvPicPr>
          <p:nvPr userDrawn="1"/>
        </p:nvPicPr>
        <p:blipFill>
          <a:blip r:embed="rId12" cstate="screen">
            <a:extLst>
              <a:ext uri="{28A0092B-C50C-407E-A947-70E740481C1C}">
                <a14:useLocalDpi xmlns:a14="http://schemas.microsoft.com/office/drawing/2010/main"/>
              </a:ext>
            </a:extLst>
          </a:blip>
          <a:stretch>
            <a:fillRect/>
          </a:stretch>
        </p:blipFill>
        <p:spPr>
          <a:xfrm>
            <a:off x="9496758" y="1933181"/>
            <a:ext cx="784227" cy="460516"/>
          </a:xfrm>
          <a:prstGeom prst="rect">
            <a:avLst/>
          </a:prstGeom>
        </p:spPr>
      </p:pic>
      <p:pic>
        <p:nvPicPr>
          <p:cNvPr id="24" name="Grafik 23" descr="Ein Bild, das Text enthält.&#10;&#10;Automatisch generierte Beschreibung">
            <a:extLst>
              <a:ext uri="{FF2B5EF4-FFF2-40B4-BE49-F238E27FC236}">
                <a16:creationId xmlns:a16="http://schemas.microsoft.com/office/drawing/2014/main" id="{EAD51607-D086-A657-B0BA-943B8F2B3CF3}"/>
              </a:ext>
            </a:extLst>
          </p:cNvPr>
          <p:cNvPicPr>
            <a:picLocks noChangeAspect="1"/>
          </p:cNvPicPr>
          <p:nvPr userDrawn="1"/>
        </p:nvPicPr>
        <p:blipFill rotWithShape="1">
          <a:blip r:embed="rId13" cstate="screen">
            <a:extLst>
              <a:ext uri="{28A0092B-C50C-407E-A947-70E740481C1C}">
                <a14:useLocalDpi xmlns:a14="http://schemas.microsoft.com/office/drawing/2010/main"/>
              </a:ext>
            </a:extLst>
          </a:blip>
          <a:srcRect l="2270" r="33757"/>
          <a:stretch/>
        </p:blipFill>
        <p:spPr>
          <a:xfrm>
            <a:off x="10527632" y="1868279"/>
            <a:ext cx="1034718" cy="588155"/>
          </a:xfrm>
          <a:prstGeom prst="rect">
            <a:avLst/>
          </a:prstGeom>
        </p:spPr>
      </p:pic>
      <p:sp>
        <p:nvSpPr>
          <p:cNvPr id="4" name="Rechteck 3">
            <a:extLst>
              <a:ext uri="{FF2B5EF4-FFF2-40B4-BE49-F238E27FC236}">
                <a16:creationId xmlns:a16="http://schemas.microsoft.com/office/drawing/2014/main" id="{EE44FDA4-9A32-1ACF-E0E9-4CA93343ECEF}"/>
              </a:ext>
            </a:extLst>
          </p:cNvPr>
          <p:cNvSpPr/>
          <p:nvPr userDrawn="1"/>
        </p:nvSpPr>
        <p:spPr>
          <a:xfrm>
            <a:off x="10466832" y="0"/>
            <a:ext cx="1725166" cy="12110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Abgerundetes Rechteck 5">
            <a:extLst>
              <a:ext uri="{FF2B5EF4-FFF2-40B4-BE49-F238E27FC236}">
                <a16:creationId xmlns:a16="http://schemas.microsoft.com/office/drawing/2014/main" id="{97E33549-86CB-1B6C-B41D-41356B27BE5C}"/>
              </a:ext>
            </a:extLst>
          </p:cNvPr>
          <p:cNvSpPr/>
          <p:nvPr userDrawn="1"/>
        </p:nvSpPr>
        <p:spPr>
          <a:xfrm>
            <a:off x="10974852" y="4724563"/>
            <a:ext cx="1434673" cy="281916"/>
          </a:xfrm>
          <a:prstGeom prst="round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2" name="Fußzeilenplatzhalter 4">
            <a:extLst>
              <a:ext uri="{FF2B5EF4-FFF2-40B4-BE49-F238E27FC236}">
                <a16:creationId xmlns:a16="http://schemas.microsoft.com/office/drawing/2014/main" id="{2A125B0E-19DD-6A69-B7F8-5A6EC5639EA4}"/>
              </a:ext>
            </a:extLst>
          </p:cNvPr>
          <p:cNvSpPr txBox="1">
            <a:spLocks/>
          </p:cNvSpPr>
          <p:nvPr userDrawn="1"/>
        </p:nvSpPr>
        <p:spPr>
          <a:xfrm>
            <a:off x="10959905" y="4723898"/>
            <a:ext cx="1171367" cy="270705"/>
          </a:xfrm>
          <a:prstGeom prst="rect">
            <a:avLst/>
          </a:prstGeom>
        </p:spPr>
        <p:txBody>
          <a:bodyPr vert="horz" lIns="91440" tIns="45720" rIns="91440" bIns="45720" rtlCol="0" anchor="ctr"/>
          <a:lstStyle>
            <a:defPPr>
              <a:defRPr lang="de-DE"/>
            </a:defPPr>
            <a:lvl1pPr marL="0" algn="ct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sz="900" dirty="0" err="1"/>
              <a:t>strictly</a:t>
            </a:r>
            <a:r>
              <a:rPr lang="de-DE" sz="900" dirty="0"/>
              <a:t> </a:t>
            </a:r>
            <a:r>
              <a:rPr lang="de-DE" sz="900" dirty="0" err="1"/>
              <a:t>confidential</a:t>
            </a:r>
            <a:endParaRPr lang="de-DE" sz="900" dirty="0"/>
          </a:p>
        </p:txBody>
      </p:sp>
    </p:spTree>
    <p:extLst>
      <p:ext uri="{BB962C8B-B14F-4D97-AF65-F5344CB8AC3E}">
        <p14:creationId xmlns:p14="http://schemas.microsoft.com/office/powerpoint/2010/main" val="385287929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nd Slide brigh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0EA38596-11A9-1D9D-5A75-1F53D19825B2}"/>
              </a:ext>
            </a:extLst>
          </p:cNvPr>
          <p:cNvSpPr>
            <a:spLocks noGrp="1"/>
          </p:cNvSpPr>
          <p:nvPr>
            <p:ph type="dt" sz="half" idx="10"/>
          </p:nvPr>
        </p:nvSpPr>
        <p:spPr>
          <a:xfrm>
            <a:off x="838200" y="6965950"/>
            <a:ext cx="2743200" cy="365125"/>
          </a:xfrm>
        </p:spPr>
        <p:txBody>
          <a:bodyPr/>
          <a:lstStyle/>
          <a:p>
            <a:fld id="{44E9D8D4-7999-42F2-839D-2DCFD0A9570F}" type="datetime1">
              <a:rPr lang="de-DE" smtClean="0"/>
              <a:t>23.05.2025</a:t>
            </a:fld>
            <a:endParaRPr lang="de-DE" dirty="0"/>
          </a:p>
        </p:txBody>
      </p:sp>
      <p:sp>
        <p:nvSpPr>
          <p:cNvPr id="4" name="Fußzeilenplatzhalter 3">
            <a:extLst>
              <a:ext uri="{FF2B5EF4-FFF2-40B4-BE49-F238E27FC236}">
                <a16:creationId xmlns:a16="http://schemas.microsoft.com/office/drawing/2014/main" id="{7CD204E2-C91D-8B4B-8CBB-6948D96BC094}"/>
              </a:ext>
            </a:extLst>
          </p:cNvPr>
          <p:cNvSpPr>
            <a:spLocks noGrp="1"/>
          </p:cNvSpPr>
          <p:nvPr>
            <p:ph type="ftr" sz="quarter" idx="11"/>
          </p:nvPr>
        </p:nvSpPr>
        <p:spPr>
          <a:xfrm>
            <a:off x="4038600" y="6965950"/>
            <a:ext cx="4114800" cy="365125"/>
          </a:xfrm>
        </p:spPr>
        <p:txBody>
          <a:bodyPr/>
          <a:lstStyle/>
          <a:p>
            <a:r>
              <a:rPr lang="de-DE"/>
              <a:t>Test</a:t>
            </a:r>
          </a:p>
        </p:txBody>
      </p:sp>
      <p:pic>
        <p:nvPicPr>
          <p:cNvPr id="8" name="Grafik 7">
            <a:extLst>
              <a:ext uri="{FF2B5EF4-FFF2-40B4-BE49-F238E27FC236}">
                <a16:creationId xmlns:a16="http://schemas.microsoft.com/office/drawing/2014/main" id="{D1979333-677B-6246-170F-F0FD35143DF3}"/>
              </a:ext>
            </a:extLst>
          </p:cNvPr>
          <p:cNvPicPr>
            <a:picLocks noChangeAspect="1"/>
          </p:cNvPicPr>
          <p:nvPr userDrawn="1"/>
        </p:nvPicPr>
        <p:blipFill>
          <a:blip r:embed="rId2">
            <a:extLst>
              <a:ext uri="{28A0092B-C50C-407E-A947-70E740481C1C}">
                <a14:useLocalDpi xmlns:a14="http://schemas.microsoft.com/office/drawing/2010/main"/>
              </a:ext>
            </a:extLst>
          </a:blip>
          <a:srcRect t="19889" b="19889"/>
          <a:stretch/>
        </p:blipFill>
        <p:spPr>
          <a:xfrm>
            <a:off x="1" y="1347216"/>
            <a:ext cx="12191999" cy="5510466"/>
          </a:xfrm>
          <a:prstGeom prst="rect">
            <a:avLst/>
          </a:prstGeom>
        </p:spPr>
      </p:pic>
      <p:sp>
        <p:nvSpPr>
          <p:cNvPr id="2" name="Foliennummernplatzhalter 5">
            <a:extLst>
              <a:ext uri="{FF2B5EF4-FFF2-40B4-BE49-F238E27FC236}">
                <a16:creationId xmlns:a16="http://schemas.microsoft.com/office/drawing/2014/main" id="{53A27D83-4F2C-120D-AB69-A6B08B5330A6}"/>
              </a:ext>
            </a:extLst>
          </p:cNvPr>
          <p:cNvSpPr>
            <a:spLocks noGrp="1"/>
          </p:cNvSpPr>
          <p:nvPr>
            <p:ph type="sldNum" sz="quarter" idx="12"/>
          </p:nvPr>
        </p:nvSpPr>
        <p:spPr>
          <a:xfrm>
            <a:off x="12252511" y="6427694"/>
            <a:ext cx="461684" cy="365125"/>
          </a:xfrm>
        </p:spPr>
        <p:txBody>
          <a:bodyPr/>
          <a:lstStyle/>
          <a:p>
            <a:fld id="{D21C33D4-00A5-43D5-B722-D2F2FA4CCA11}" type="slidenum">
              <a:rPr lang="de-DE" smtClean="0"/>
              <a:t>‹Nr.›</a:t>
            </a:fld>
            <a:endParaRPr lang="de-DE"/>
          </a:p>
        </p:txBody>
      </p:sp>
      <p:pic>
        <p:nvPicPr>
          <p:cNvPr id="5" name="Grafik 4" descr="Ein Bild, das Text, ClipArt enthält.&#10;&#10;Automatisch generierte Beschreibung">
            <a:extLst>
              <a:ext uri="{FF2B5EF4-FFF2-40B4-BE49-F238E27FC236}">
                <a16:creationId xmlns:a16="http://schemas.microsoft.com/office/drawing/2014/main" id="{62664D0B-6EC8-6716-2444-3BD8C9405D3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31598" y="283917"/>
            <a:ext cx="4030598" cy="725508"/>
          </a:xfrm>
          <a:prstGeom prst="rect">
            <a:avLst/>
          </a:prstGeom>
        </p:spPr>
      </p:pic>
      <p:sp>
        <p:nvSpPr>
          <p:cNvPr id="6" name="Rechteck 5">
            <a:extLst>
              <a:ext uri="{FF2B5EF4-FFF2-40B4-BE49-F238E27FC236}">
                <a16:creationId xmlns:a16="http://schemas.microsoft.com/office/drawing/2014/main" id="{E0B303C6-8EF1-D1D1-E3E5-6410FDAFB7AF}"/>
              </a:ext>
            </a:extLst>
          </p:cNvPr>
          <p:cNvSpPr/>
          <p:nvPr userDrawn="1"/>
        </p:nvSpPr>
        <p:spPr>
          <a:xfrm>
            <a:off x="10466832" y="0"/>
            <a:ext cx="1725166" cy="12110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Abgerundetes Rechteck 6">
            <a:extLst>
              <a:ext uri="{FF2B5EF4-FFF2-40B4-BE49-F238E27FC236}">
                <a16:creationId xmlns:a16="http://schemas.microsoft.com/office/drawing/2014/main" id="{68F5CCCA-8D41-1D9A-9359-93F54BB835E2}"/>
              </a:ext>
            </a:extLst>
          </p:cNvPr>
          <p:cNvSpPr/>
          <p:nvPr userDrawn="1"/>
        </p:nvSpPr>
        <p:spPr>
          <a:xfrm>
            <a:off x="1769422" y="6632736"/>
            <a:ext cx="944090" cy="449253"/>
          </a:xfrm>
          <a:prstGeom prst="round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9" name="Fußzeilenplatzhalter 4">
            <a:extLst>
              <a:ext uri="{FF2B5EF4-FFF2-40B4-BE49-F238E27FC236}">
                <a16:creationId xmlns:a16="http://schemas.microsoft.com/office/drawing/2014/main" id="{C9656093-BA11-98A0-BF3A-C6492C24CBD6}"/>
              </a:ext>
            </a:extLst>
          </p:cNvPr>
          <p:cNvSpPr txBox="1">
            <a:spLocks/>
          </p:cNvSpPr>
          <p:nvPr userDrawn="1"/>
        </p:nvSpPr>
        <p:spPr>
          <a:xfrm>
            <a:off x="1733796" y="6597895"/>
            <a:ext cx="1015342" cy="270705"/>
          </a:xfrm>
          <a:prstGeom prst="rect">
            <a:avLst/>
          </a:prstGeom>
        </p:spPr>
        <p:txBody>
          <a:bodyPr vert="horz" lIns="91440" tIns="45720" rIns="91440" bIns="45720" rtlCol="0" anchor="ctr"/>
          <a:lstStyle>
            <a:defPPr>
              <a:defRPr lang="de-DE"/>
            </a:defPPr>
            <a:lvl1pPr marL="0" algn="ct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sz="700" dirty="0" err="1"/>
              <a:t>strictly</a:t>
            </a:r>
            <a:r>
              <a:rPr lang="de-DE" sz="700" dirty="0"/>
              <a:t> </a:t>
            </a:r>
            <a:r>
              <a:rPr lang="de-DE" sz="700" dirty="0" err="1"/>
              <a:t>confidential</a:t>
            </a:r>
            <a:endParaRPr lang="de-DE" sz="700" dirty="0"/>
          </a:p>
        </p:txBody>
      </p:sp>
    </p:spTree>
    <p:extLst>
      <p:ext uri="{BB962C8B-B14F-4D97-AF65-F5344CB8AC3E}">
        <p14:creationId xmlns:p14="http://schemas.microsoft.com/office/powerpoint/2010/main" val="25875325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End Slide dark">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D1979333-677B-6246-170F-F0FD35143DF3}"/>
              </a:ext>
            </a:extLst>
          </p:cNvPr>
          <p:cNvPicPr>
            <a:picLocks noChangeAspect="1"/>
          </p:cNvPicPr>
          <p:nvPr userDrawn="1"/>
        </p:nvPicPr>
        <p:blipFill>
          <a:blip r:embed="rId2">
            <a:extLst>
              <a:ext uri="{28A0092B-C50C-407E-A947-70E740481C1C}">
                <a14:useLocalDpi xmlns:a14="http://schemas.microsoft.com/office/drawing/2010/main"/>
              </a:ext>
            </a:extLst>
          </a:blip>
          <a:srcRect t="19868" b="19868"/>
          <a:stretch/>
        </p:blipFill>
        <p:spPr>
          <a:xfrm>
            <a:off x="1" y="1347216"/>
            <a:ext cx="12191999" cy="5510466"/>
          </a:xfrm>
          <a:prstGeom prst="rect">
            <a:avLst/>
          </a:prstGeom>
        </p:spPr>
      </p:pic>
      <p:sp>
        <p:nvSpPr>
          <p:cNvPr id="10" name="Datumsplatzhalter 9">
            <a:extLst>
              <a:ext uri="{FF2B5EF4-FFF2-40B4-BE49-F238E27FC236}">
                <a16:creationId xmlns:a16="http://schemas.microsoft.com/office/drawing/2014/main" id="{296DC585-8B54-7413-F447-9C409EA0F782}"/>
              </a:ext>
            </a:extLst>
          </p:cNvPr>
          <p:cNvSpPr>
            <a:spLocks noGrp="1"/>
          </p:cNvSpPr>
          <p:nvPr>
            <p:ph type="dt" sz="half" idx="10"/>
          </p:nvPr>
        </p:nvSpPr>
        <p:spPr>
          <a:xfrm>
            <a:off x="838200" y="6965950"/>
            <a:ext cx="2743200" cy="365125"/>
          </a:xfrm>
        </p:spPr>
        <p:txBody>
          <a:bodyPr/>
          <a:lstStyle/>
          <a:p>
            <a:fld id="{E3F32AD5-AF6F-4F77-B7E7-77267A3FB43B}" type="datetime1">
              <a:rPr lang="de-DE" smtClean="0"/>
              <a:t>23.05.2025</a:t>
            </a:fld>
            <a:endParaRPr lang="de-DE" dirty="0"/>
          </a:p>
        </p:txBody>
      </p:sp>
      <p:sp>
        <p:nvSpPr>
          <p:cNvPr id="11" name="Fußzeilenplatzhalter 10">
            <a:extLst>
              <a:ext uri="{FF2B5EF4-FFF2-40B4-BE49-F238E27FC236}">
                <a16:creationId xmlns:a16="http://schemas.microsoft.com/office/drawing/2014/main" id="{DFEBA96E-ACD2-F7AC-72FD-9C8D98D0B300}"/>
              </a:ext>
            </a:extLst>
          </p:cNvPr>
          <p:cNvSpPr>
            <a:spLocks noGrp="1"/>
          </p:cNvSpPr>
          <p:nvPr>
            <p:ph type="ftr" sz="quarter" idx="11"/>
          </p:nvPr>
        </p:nvSpPr>
        <p:spPr>
          <a:xfrm>
            <a:off x="4038600" y="6965950"/>
            <a:ext cx="4114800" cy="365125"/>
          </a:xfrm>
        </p:spPr>
        <p:txBody>
          <a:bodyPr/>
          <a:lstStyle/>
          <a:p>
            <a:r>
              <a:rPr lang="de-DE"/>
              <a:t>Test</a:t>
            </a:r>
          </a:p>
        </p:txBody>
      </p:sp>
      <p:sp>
        <p:nvSpPr>
          <p:cNvPr id="2" name="Foliennummernplatzhalter 5">
            <a:extLst>
              <a:ext uri="{FF2B5EF4-FFF2-40B4-BE49-F238E27FC236}">
                <a16:creationId xmlns:a16="http://schemas.microsoft.com/office/drawing/2014/main" id="{CB0799A2-FD69-C065-B48A-923E0C2B945B}"/>
              </a:ext>
            </a:extLst>
          </p:cNvPr>
          <p:cNvSpPr>
            <a:spLocks noGrp="1"/>
          </p:cNvSpPr>
          <p:nvPr>
            <p:ph type="sldNum" sz="quarter" idx="12"/>
          </p:nvPr>
        </p:nvSpPr>
        <p:spPr>
          <a:xfrm>
            <a:off x="12252511" y="6427694"/>
            <a:ext cx="461684" cy="365125"/>
          </a:xfrm>
        </p:spPr>
        <p:txBody>
          <a:bodyPr/>
          <a:lstStyle/>
          <a:p>
            <a:fld id="{D21C33D4-00A5-43D5-B722-D2F2FA4CCA11}" type="slidenum">
              <a:rPr lang="de-DE" smtClean="0"/>
              <a:t>‹Nr.›</a:t>
            </a:fld>
            <a:endParaRPr lang="de-DE"/>
          </a:p>
        </p:txBody>
      </p:sp>
      <p:pic>
        <p:nvPicPr>
          <p:cNvPr id="3" name="Grafik 2" descr="Ein Bild, das Text, ClipArt enthält.&#10;&#10;Automatisch generierte Beschreibung">
            <a:extLst>
              <a:ext uri="{FF2B5EF4-FFF2-40B4-BE49-F238E27FC236}">
                <a16:creationId xmlns:a16="http://schemas.microsoft.com/office/drawing/2014/main" id="{B2AC634B-9DA1-0321-6E4A-4A6381BA5FD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31598" y="283917"/>
            <a:ext cx="4030598" cy="725508"/>
          </a:xfrm>
          <a:prstGeom prst="rect">
            <a:avLst/>
          </a:prstGeom>
        </p:spPr>
      </p:pic>
      <p:sp>
        <p:nvSpPr>
          <p:cNvPr id="4" name="Rechteck 3">
            <a:extLst>
              <a:ext uri="{FF2B5EF4-FFF2-40B4-BE49-F238E27FC236}">
                <a16:creationId xmlns:a16="http://schemas.microsoft.com/office/drawing/2014/main" id="{5A65190B-A03F-1B6B-2012-AEF26CF850F9}"/>
              </a:ext>
            </a:extLst>
          </p:cNvPr>
          <p:cNvSpPr/>
          <p:nvPr userDrawn="1"/>
        </p:nvSpPr>
        <p:spPr>
          <a:xfrm>
            <a:off x="10466832" y="0"/>
            <a:ext cx="1725166" cy="12110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Abgerundetes Rechteck 4">
            <a:extLst>
              <a:ext uri="{FF2B5EF4-FFF2-40B4-BE49-F238E27FC236}">
                <a16:creationId xmlns:a16="http://schemas.microsoft.com/office/drawing/2014/main" id="{3D607687-04B9-3CD7-8C82-F2F6823C8115}"/>
              </a:ext>
            </a:extLst>
          </p:cNvPr>
          <p:cNvSpPr/>
          <p:nvPr userDrawn="1"/>
        </p:nvSpPr>
        <p:spPr>
          <a:xfrm>
            <a:off x="1769422" y="6632736"/>
            <a:ext cx="944090" cy="449253"/>
          </a:xfrm>
          <a:prstGeom prst="round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6" name="Fußzeilenplatzhalter 4">
            <a:extLst>
              <a:ext uri="{FF2B5EF4-FFF2-40B4-BE49-F238E27FC236}">
                <a16:creationId xmlns:a16="http://schemas.microsoft.com/office/drawing/2014/main" id="{4992FF03-FD3A-CA7C-B915-4C5F8670B549}"/>
              </a:ext>
            </a:extLst>
          </p:cNvPr>
          <p:cNvSpPr txBox="1">
            <a:spLocks/>
          </p:cNvSpPr>
          <p:nvPr userDrawn="1"/>
        </p:nvSpPr>
        <p:spPr>
          <a:xfrm>
            <a:off x="1733796" y="6597895"/>
            <a:ext cx="1015342" cy="270705"/>
          </a:xfrm>
          <a:prstGeom prst="rect">
            <a:avLst/>
          </a:prstGeom>
        </p:spPr>
        <p:txBody>
          <a:bodyPr vert="horz" lIns="91440" tIns="45720" rIns="91440" bIns="45720" rtlCol="0" anchor="ctr"/>
          <a:lstStyle>
            <a:defPPr>
              <a:defRPr lang="de-DE"/>
            </a:defPPr>
            <a:lvl1pPr marL="0" algn="ct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sz="700" dirty="0" err="1"/>
              <a:t>strictly</a:t>
            </a:r>
            <a:r>
              <a:rPr lang="de-DE" sz="700" dirty="0"/>
              <a:t> </a:t>
            </a:r>
            <a:r>
              <a:rPr lang="de-DE" sz="700" dirty="0" err="1"/>
              <a:t>confidential</a:t>
            </a:r>
            <a:endParaRPr lang="de-DE" sz="700" dirty="0"/>
          </a:p>
        </p:txBody>
      </p:sp>
    </p:spTree>
    <p:extLst>
      <p:ext uri="{BB962C8B-B14F-4D97-AF65-F5344CB8AC3E}">
        <p14:creationId xmlns:p14="http://schemas.microsoft.com/office/powerpoint/2010/main" val="32998674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F3220E2E-9BF6-4C7F-5AED-588A1889A9BE}"/>
              </a:ext>
            </a:extLst>
          </p:cNvPr>
          <p:cNvSpPr>
            <a:spLocks noGrp="1"/>
          </p:cNvSpPr>
          <p:nvPr>
            <p:ph type="title"/>
          </p:nvPr>
        </p:nvSpPr>
        <p:spPr>
          <a:xfrm>
            <a:off x="838200" y="1905"/>
            <a:ext cx="10515600" cy="1325563"/>
          </a:xfrm>
          <a:prstGeom prst="rect">
            <a:avLst/>
          </a:prstGeom>
        </p:spPr>
        <p:txBody>
          <a:bodyPr vert="horz" lIns="91440" tIns="45720" rIns="91440" bIns="45720" rtlCol="0" anchor="b">
            <a:normAutofit/>
          </a:bodyPr>
          <a:lstStyle/>
          <a:p>
            <a:r>
              <a:rPr lang="de-DE" dirty="0"/>
              <a:t>Insert Headline</a:t>
            </a:r>
          </a:p>
        </p:txBody>
      </p:sp>
      <p:sp>
        <p:nvSpPr>
          <p:cNvPr id="3" name="Textplatzhalter 2">
            <a:extLst>
              <a:ext uri="{FF2B5EF4-FFF2-40B4-BE49-F238E27FC236}">
                <a16:creationId xmlns:a16="http://schemas.microsoft.com/office/drawing/2014/main" id="{28FCFF89-A574-01F7-0E21-6C331265B9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dirty="0"/>
              <a:t>First Level</a:t>
            </a:r>
          </a:p>
          <a:p>
            <a:pPr lvl="1"/>
            <a:r>
              <a:rPr lang="de-DE" dirty="0"/>
              <a:t>Second Level</a:t>
            </a:r>
          </a:p>
          <a:p>
            <a:pPr lvl="2"/>
            <a:r>
              <a:rPr lang="de-DE" dirty="0"/>
              <a:t>Third Level</a:t>
            </a:r>
          </a:p>
          <a:p>
            <a:pPr lvl="3"/>
            <a:r>
              <a:rPr lang="de-DE" dirty="0" err="1"/>
              <a:t>Fourth</a:t>
            </a:r>
            <a:r>
              <a:rPr lang="de-DE" dirty="0"/>
              <a:t> Level</a:t>
            </a:r>
          </a:p>
          <a:p>
            <a:pPr lvl="4"/>
            <a:r>
              <a:rPr lang="de-DE" dirty="0" err="1"/>
              <a:t>Fifth</a:t>
            </a:r>
            <a:r>
              <a:rPr lang="de-DE" dirty="0"/>
              <a:t> Level</a:t>
            </a:r>
          </a:p>
        </p:txBody>
      </p:sp>
      <p:sp>
        <p:nvSpPr>
          <p:cNvPr id="4" name="Datumsplatzhalter 3">
            <a:extLst>
              <a:ext uri="{FF2B5EF4-FFF2-40B4-BE49-F238E27FC236}">
                <a16:creationId xmlns:a16="http://schemas.microsoft.com/office/drawing/2014/main" id="{ADEFE8A4-E9B0-E4D6-A34F-4E5A5704FCBE}"/>
              </a:ext>
            </a:extLst>
          </p:cNvPr>
          <p:cNvSpPr>
            <a:spLocks noGrp="1"/>
          </p:cNvSpPr>
          <p:nvPr>
            <p:ph type="dt" sz="half" idx="2"/>
          </p:nvPr>
        </p:nvSpPr>
        <p:spPr>
          <a:xfrm>
            <a:off x="838200" y="6942227"/>
            <a:ext cx="1008645" cy="270705"/>
          </a:xfrm>
          <a:prstGeom prst="rect">
            <a:avLst/>
          </a:prstGeom>
        </p:spPr>
        <p:txBody>
          <a:bodyPr vert="horz" lIns="91440" tIns="45720" rIns="91440" bIns="45720" rtlCol="0" anchor="ctr"/>
          <a:lstStyle>
            <a:lvl1pPr algn="l">
              <a:defRPr sz="1200">
                <a:solidFill>
                  <a:schemeClr val="tx1">
                    <a:tint val="75000"/>
                  </a:schemeClr>
                </a:solidFill>
              </a:defRPr>
            </a:lvl1pPr>
          </a:lstStyle>
          <a:p>
            <a:fld id="{41B738AA-C3CF-4E81-A987-F2E16AED2E07}" type="datetime1">
              <a:rPr lang="de-DE" smtClean="0"/>
              <a:t>23.05.2025</a:t>
            </a:fld>
            <a:endParaRPr lang="de-DE" dirty="0"/>
          </a:p>
        </p:txBody>
      </p:sp>
      <p:sp>
        <p:nvSpPr>
          <p:cNvPr id="5" name="Fußzeilenplatzhalter 4">
            <a:extLst>
              <a:ext uri="{FF2B5EF4-FFF2-40B4-BE49-F238E27FC236}">
                <a16:creationId xmlns:a16="http://schemas.microsoft.com/office/drawing/2014/main" id="{2D3328A0-E668-269C-282C-DC69A6FC05F6}"/>
              </a:ext>
            </a:extLst>
          </p:cNvPr>
          <p:cNvSpPr>
            <a:spLocks noGrp="1"/>
          </p:cNvSpPr>
          <p:nvPr>
            <p:ph type="ftr" sz="quarter" idx="3"/>
          </p:nvPr>
        </p:nvSpPr>
        <p:spPr>
          <a:xfrm>
            <a:off x="4038600" y="6942227"/>
            <a:ext cx="4114800" cy="27070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Test</a:t>
            </a:r>
            <a:endParaRPr lang="de-DE" dirty="0"/>
          </a:p>
        </p:txBody>
      </p:sp>
      <p:sp>
        <p:nvSpPr>
          <p:cNvPr id="6" name="Foliennummernplatzhalter 5">
            <a:extLst>
              <a:ext uri="{FF2B5EF4-FFF2-40B4-BE49-F238E27FC236}">
                <a16:creationId xmlns:a16="http://schemas.microsoft.com/office/drawing/2014/main" id="{DAB1FB2C-1523-2F70-3E15-3ED7504964D2}"/>
              </a:ext>
            </a:extLst>
          </p:cNvPr>
          <p:cNvSpPr>
            <a:spLocks noGrp="1"/>
          </p:cNvSpPr>
          <p:nvPr>
            <p:ph type="sldNum" sz="quarter" idx="4"/>
          </p:nvPr>
        </p:nvSpPr>
        <p:spPr>
          <a:xfrm>
            <a:off x="11628000" y="6470456"/>
            <a:ext cx="481263" cy="270705"/>
          </a:xfrm>
          <a:prstGeom prst="rect">
            <a:avLst/>
          </a:prstGeom>
        </p:spPr>
        <p:txBody>
          <a:bodyPr vert="horz" lIns="91440" tIns="45720" rIns="91440" bIns="45720" rtlCol="0" anchor="ctr"/>
          <a:lstStyle>
            <a:lvl1pPr algn="ctr">
              <a:defRPr sz="900" i="1">
                <a:solidFill>
                  <a:schemeClr val="tx1"/>
                </a:solidFill>
                <a:latin typeface="+mj-lt"/>
              </a:defRPr>
            </a:lvl1pPr>
          </a:lstStyle>
          <a:p>
            <a:fld id="{D21C33D4-00A5-43D5-B722-D2F2FA4CCA11}" type="slidenum">
              <a:rPr lang="de-DE" smtClean="0"/>
              <a:pPr/>
              <a:t>‹Nr.›</a:t>
            </a:fld>
            <a:r>
              <a:rPr lang="de-DE" dirty="0"/>
              <a:t> </a:t>
            </a:r>
          </a:p>
        </p:txBody>
      </p:sp>
      <p:sp>
        <p:nvSpPr>
          <p:cNvPr id="12" name="Ellipse 11">
            <a:extLst>
              <a:ext uri="{FF2B5EF4-FFF2-40B4-BE49-F238E27FC236}">
                <a16:creationId xmlns:a16="http://schemas.microsoft.com/office/drawing/2014/main" id="{4DC3D099-B450-EB31-1FD1-AFBF679E1E9B}"/>
              </a:ext>
            </a:extLst>
          </p:cNvPr>
          <p:cNvSpPr/>
          <p:nvPr userDrawn="1"/>
        </p:nvSpPr>
        <p:spPr>
          <a:xfrm>
            <a:off x="11721600" y="6462305"/>
            <a:ext cx="288000" cy="28800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618195065"/>
      </p:ext>
    </p:extLst>
  </p:cSld>
  <p:clrMap bg1="lt1" tx1="dk1" bg2="lt2" tx2="dk2" accent1="accent1" accent2="accent2" accent3="accent3" accent4="accent4" accent5="accent5" accent6="accent6" hlink="hlink" folHlink="folHlink"/>
  <p:sldLayoutIdLst>
    <p:sldLayoutId id="2147483673" r:id="rId1"/>
    <p:sldLayoutId id="2147483672" r:id="rId2"/>
    <p:sldLayoutId id="2147483680" r:id="rId3"/>
    <p:sldLayoutId id="2147483665" r:id="rId4"/>
    <p:sldLayoutId id="2147483662" r:id="rId5"/>
    <p:sldLayoutId id="2147483679" r:id="rId6"/>
    <p:sldLayoutId id="2147483691" r:id="rId7"/>
    <p:sldLayoutId id="2147483650" r:id="rId8"/>
    <p:sldLayoutId id="2147483687" r:id="rId9"/>
    <p:sldLayoutId id="2147483660" r:id="rId10"/>
    <p:sldLayoutId id="2147483668" r:id="rId11"/>
    <p:sldLayoutId id="2147483664" r:id="rId12"/>
    <p:sldLayoutId id="2147483667" r:id="rId13"/>
    <p:sldLayoutId id="2147483661" r:id="rId14"/>
    <p:sldLayoutId id="2147483678" r:id="rId15"/>
    <p:sldLayoutId id="2147483688" r:id="rId16"/>
    <p:sldLayoutId id="2147483676" r:id="rId17"/>
    <p:sldLayoutId id="2147483681" r:id="rId18"/>
    <p:sldLayoutId id="2147483682" r:id="rId19"/>
    <p:sldLayoutId id="2147483683" r:id="rId20"/>
    <p:sldLayoutId id="2147483684" r:id="rId21"/>
    <p:sldLayoutId id="2147483689" r:id="rId22"/>
    <p:sldLayoutId id="2147483685" r:id="rId23"/>
    <p:sldLayoutId id="2147483692" r:id="rId24"/>
    <p:sldLayoutId id="2147483693" r:id="rId25"/>
    <p:sldLayoutId id="2147483690" r:id="rId26"/>
    <p:sldLayoutId id="2147483686" r:id="rId27"/>
    <p:sldLayoutId id="2147483675" r:id="rId28"/>
    <p:sldLayoutId id="2147483671" r:id="rId29"/>
  </p:sldLayoutIdLst>
  <p:hf hdr="0" ftr="0" dt="0"/>
  <p:txStyles>
    <p:titleStyle>
      <a:lvl1pPr algn="l" defTabSz="914400" rtl="0" eaLnBrk="1" latinLnBrk="0" hangingPunct="1">
        <a:lnSpc>
          <a:spcPct val="90000"/>
        </a:lnSpc>
        <a:spcBef>
          <a:spcPct val="0"/>
        </a:spcBef>
        <a:buNone/>
        <a:defRPr sz="3600" i="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45" userDrawn="1">
          <p15:clr>
            <a:srgbClr val="F26B43"/>
          </p15:clr>
        </p15:guide>
        <p15:guide id="2" pos="3840" userDrawn="1">
          <p15:clr>
            <a:srgbClr val="F26B43"/>
          </p15:clr>
        </p15:guide>
        <p15:guide id="3" pos="529" userDrawn="1">
          <p15:clr>
            <a:srgbClr val="F26B43"/>
          </p15:clr>
        </p15:guide>
        <p15:guide id="4" orient="horz" pos="1139" userDrawn="1">
          <p15:clr>
            <a:srgbClr val="F26B43"/>
          </p15:clr>
        </p15:guide>
        <p15:guide id="5" orient="horz" pos="226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4.xml"/><Relationship Id="rId1" Type="http://schemas.openxmlformats.org/officeDocument/2006/relationships/slideLayout" Target="../slideLayouts/slideLayout8.xml"/><Relationship Id="rId6" Type="http://schemas.openxmlformats.org/officeDocument/2006/relationships/hyperlink" Target="mailto:marketing@sealsystems.de" TargetMode="External"/><Relationship Id="rId5" Type="http://schemas.openxmlformats.org/officeDocument/2006/relationships/hyperlink" Target="https://brandpad.io/seal-systems/" TargetMode="External"/><Relationship Id="rId4" Type="http://schemas.openxmlformats.org/officeDocument/2006/relationships/slide" Target="slide2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hyperlink" Target="file:///\\sealsystems.local\files\PUBLIC\Marketingunterlagen\Bilder-Fotos" TargetMode="External"/><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6" Type="http://schemas.openxmlformats.org/officeDocument/2006/relationships/image" Target="../media/image57.png"/><Relationship Id="rId21" Type="http://schemas.openxmlformats.org/officeDocument/2006/relationships/image" Target="../media/image52.svg"/><Relationship Id="rId42" Type="http://schemas.openxmlformats.org/officeDocument/2006/relationships/image" Target="../media/image73.png"/><Relationship Id="rId47" Type="http://schemas.openxmlformats.org/officeDocument/2006/relationships/image" Target="../media/image78.svg"/><Relationship Id="rId63" Type="http://schemas.openxmlformats.org/officeDocument/2006/relationships/image" Target="../media/image94.svg"/><Relationship Id="rId68" Type="http://schemas.openxmlformats.org/officeDocument/2006/relationships/image" Target="../media/image99.png"/><Relationship Id="rId2" Type="http://schemas.openxmlformats.org/officeDocument/2006/relationships/image" Target="../media/image33.png"/><Relationship Id="rId16" Type="http://schemas.openxmlformats.org/officeDocument/2006/relationships/image" Target="../media/image47.png"/><Relationship Id="rId29" Type="http://schemas.openxmlformats.org/officeDocument/2006/relationships/image" Target="../media/image60.svg"/><Relationship Id="rId11" Type="http://schemas.openxmlformats.org/officeDocument/2006/relationships/image" Target="../media/image42.svg"/><Relationship Id="rId24" Type="http://schemas.openxmlformats.org/officeDocument/2006/relationships/image" Target="../media/image55.png"/><Relationship Id="rId32" Type="http://schemas.openxmlformats.org/officeDocument/2006/relationships/image" Target="../media/image63.png"/><Relationship Id="rId37" Type="http://schemas.openxmlformats.org/officeDocument/2006/relationships/image" Target="../media/image68.svg"/><Relationship Id="rId40" Type="http://schemas.openxmlformats.org/officeDocument/2006/relationships/image" Target="../media/image71.png"/><Relationship Id="rId45" Type="http://schemas.openxmlformats.org/officeDocument/2006/relationships/image" Target="../media/image76.svg"/><Relationship Id="rId53" Type="http://schemas.openxmlformats.org/officeDocument/2006/relationships/image" Target="../media/image84.svg"/><Relationship Id="rId58" Type="http://schemas.openxmlformats.org/officeDocument/2006/relationships/image" Target="../media/image89.png"/><Relationship Id="rId66" Type="http://schemas.openxmlformats.org/officeDocument/2006/relationships/image" Target="../media/image97.png"/><Relationship Id="rId5" Type="http://schemas.openxmlformats.org/officeDocument/2006/relationships/image" Target="../media/image36.svg"/><Relationship Id="rId61" Type="http://schemas.openxmlformats.org/officeDocument/2006/relationships/image" Target="../media/image92.svg"/><Relationship Id="rId19" Type="http://schemas.openxmlformats.org/officeDocument/2006/relationships/image" Target="../media/image50.svg"/><Relationship Id="rId14" Type="http://schemas.openxmlformats.org/officeDocument/2006/relationships/image" Target="../media/image45.png"/><Relationship Id="rId22" Type="http://schemas.openxmlformats.org/officeDocument/2006/relationships/image" Target="../media/image53.png"/><Relationship Id="rId27" Type="http://schemas.openxmlformats.org/officeDocument/2006/relationships/image" Target="../media/image58.svg"/><Relationship Id="rId30" Type="http://schemas.openxmlformats.org/officeDocument/2006/relationships/image" Target="../media/image61.png"/><Relationship Id="rId35" Type="http://schemas.openxmlformats.org/officeDocument/2006/relationships/image" Target="../media/image66.svg"/><Relationship Id="rId43" Type="http://schemas.openxmlformats.org/officeDocument/2006/relationships/image" Target="../media/image74.svg"/><Relationship Id="rId48" Type="http://schemas.openxmlformats.org/officeDocument/2006/relationships/image" Target="../media/image79.png"/><Relationship Id="rId56" Type="http://schemas.openxmlformats.org/officeDocument/2006/relationships/image" Target="../media/image87.png"/><Relationship Id="rId64" Type="http://schemas.openxmlformats.org/officeDocument/2006/relationships/image" Target="../media/image95.png"/><Relationship Id="rId69" Type="http://schemas.openxmlformats.org/officeDocument/2006/relationships/image" Target="../media/image100.svg"/><Relationship Id="rId8" Type="http://schemas.openxmlformats.org/officeDocument/2006/relationships/image" Target="../media/image39.png"/><Relationship Id="rId51" Type="http://schemas.openxmlformats.org/officeDocument/2006/relationships/image" Target="../media/image82.svg"/><Relationship Id="rId72" Type="http://schemas.openxmlformats.org/officeDocument/2006/relationships/image" Target="../media/image103.png"/><Relationship Id="rId3" Type="http://schemas.openxmlformats.org/officeDocument/2006/relationships/image" Target="../media/image34.svg"/><Relationship Id="rId12" Type="http://schemas.openxmlformats.org/officeDocument/2006/relationships/image" Target="../media/image43.png"/><Relationship Id="rId17" Type="http://schemas.openxmlformats.org/officeDocument/2006/relationships/image" Target="../media/image48.svg"/><Relationship Id="rId25" Type="http://schemas.openxmlformats.org/officeDocument/2006/relationships/image" Target="../media/image56.svg"/><Relationship Id="rId33" Type="http://schemas.openxmlformats.org/officeDocument/2006/relationships/image" Target="../media/image64.svg"/><Relationship Id="rId38" Type="http://schemas.openxmlformats.org/officeDocument/2006/relationships/image" Target="../media/image69.png"/><Relationship Id="rId46" Type="http://schemas.openxmlformats.org/officeDocument/2006/relationships/image" Target="../media/image77.png"/><Relationship Id="rId59" Type="http://schemas.openxmlformats.org/officeDocument/2006/relationships/image" Target="../media/image90.svg"/><Relationship Id="rId67" Type="http://schemas.openxmlformats.org/officeDocument/2006/relationships/image" Target="../media/image98.svg"/><Relationship Id="rId20" Type="http://schemas.openxmlformats.org/officeDocument/2006/relationships/image" Target="../media/image51.png"/><Relationship Id="rId41" Type="http://schemas.openxmlformats.org/officeDocument/2006/relationships/image" Target="../media/image72.svg"/><Relationship Id="rId54" Type="http://schemas.openxmlformats.org/officeDocument/2006/relationships/image" Target="../media/image85.png"/><Relationship Id="rId62" Type="http://schemas.openxmlformats.org/officeDocument/2006/relationships/image" Target="../media/image93.png"/><Relationship Id="rId70" Type="http://schemas.openxmlformats.org/officeDocument/2006/relationships/image" Target="../media/image101.png"/><Relationship Id="rId1" Type="http://schemas.openxmlformats.org/officeDocument/2006/relationships/slideLayout" Target="../slideLayouts/slideLayout8.xml"/><Relationship Id="rId6" Type="http://schemas.openxmlformats.org/officeDocument/2006/relationships/image" Target="../media/image37.png"/><Relationship Id="rId15" Type="http://schemas.openxmlformats.org/officeDocument/2006/relationships/image" Target="../media/image46.svg"/><Relationship Id="rId23" Type="http://schemas.openxmlformats.org/officeDocument/2006/relationships/image" Target="../media/image54.svg"/><Relationship Id="rId28" Type="http://schemas.openxmlformats.org/officeDocument/2006/relationships/image" Target="../media/image59.png"/><Relationship Id="rId36" Type="http://schemas.openxmlformats.org/officeDocument/2006/relationships/image" Target="../media/image67.png"/><Relationship Id="rId49" Type="http://schemas.openxmlformats.org/officeDocument/2006/relationships/image" Target="../media/image80.svg"/><Relationship Id="rId57" Type="http://schemas.openxmlformats.org/officeDocument/2006/relationships/image" Target="../media/image88.svg"/><Relationship Id="rId10" Type="http://schemas.openxmlformats.org/officeDocument/2006/relationships/image" Target="../media/image41.png"/><Relationship Id="rId31" Type="http://schemas.openxmlformats.org/officeDocument/2006/relationships/image" Target="../media/image62.svg"/><Relationship Id="rId44" Type="http://schemas.openxmlformats.org/officeDocument/2006/relationships/image" Target="../media/image75.png"/><Relationship Id="rId52" Type="http://schemas.openxmlformats.org/officeDocument/2006/relationships/image" Target="../media/image83.png"/><Relationship Id="rId60" Type="http://schemas.openxmlformats.org/officeDocument/2006/relationships/image" Target="../media/image91.png"/><Relationship Id="rId65" Type="http://schemas.openxmlformats.org/officeDocument/2006/relationships/image" Target="../media/image96.svg"/><Relationship Id="rId73" Type="http://schemas.openxmlformats.org/officeDocument/2006/relationships/image" Target="../media/image104.svg"/><Relationship Id="rId4" Type="http://schemas.openxmlformats.org/officeDocument/2006/relationships/image" Target="../media/image35.png"/><Relationship Id="rId9" Type="http://schemas.openxmlformats.org/officeDocument/2006/relationships/image" Target="../media/image40.svg"/><Relationship Id="rId13" Type="http://schemas.openxmlformats.org/officeDocument/2006/relationships/image" Target="../media/image44.svg"/><Relationship Id="rId18" Type="http://schemas.openxmlformats.org/officeDocument/2006/relationships/image" Target="../media/image49.png"/><Relationship Id="rId39" Type="http://schemas.openxmlformats.org/officeDocument/2006/relationships/image" Target="../media/image70.svg"/><Relationship Id="rId34" Type="http://schemas.openxmlformats.org/officeDocument/2006/relationships/image" Target="../media/image65.png"/><Relationship Id="rId50" Type="http://schemas.openxmlformats.org/officeDocument/2006/relationships/image" Target="../media/image81.png"/><Relationship Id="rId55" Type="http://schemas.openxmlformats.org/officeDocument/2006/relationships/image" Target="../media/image86.svg"/><Relationship Id="rId7" Type="http://schemas.openxmlformats.org/officeDocument/2006/relationships/image" Target="../media/image38.svg"/><Relationship Id="rId71" Type="http://schemas.openxmlformats.org/officeDocument/2006/relationships/image" Target="../media/image102.svg"/></Relationships>
</file>

<file path=ppt/slides/_rels/slide12.xml.rels><?xml version="1.0" encoding="UTF-8" standalone="yes"?>
<Relationships xmlns="http://schemas.openxmlformats.org/package/2006/relationships"><Relationship Id="rId26" Type="http://schemas.openxmlformats.org/officeDocument/2006/relationships/image" Target="../media/image129.png"/><Relationship Id="rId21" Type="http://schemas.openxmlformats.org/officeDocument/2006/relationships/image" Target="../media/image124.svg"/><Relationship Id="rId42" Type="http://schemas.openxmlformats.org/officeDocument/2006/relationships/image" Target="../media/image145.png"/><Relationship Id="rId47" Type="http://schemas.openxmlformats.org/officeDocument/2006/relationships/image" Target="../media/image150.svg"/><Relationship Id="rId63" Type="http://schemas.openxmlformats.org/officeDocument/2006/relationships/image" Target="../media/image166.svg"/><Relationship Id="rId68" Type="http://schemas.openxmlformats.org/officeDocument/2006/relationships/image" Target="../media/image171.png"/><Relationship Id="rId2" Type="http://schemas.openxmlformats.org/officeDocument/2006/relationships/image" Target="../media/image105.png"/><Relationship Id="rId16" Type="http://schemas.openxmlformats.org/officeDocument/2006/relationships/image" Target="../media/image119.png"/><Relationship Id="rId29" Type="http://schemas.openxmlformats.org/officeDocument/2006/relationships/image" Target="../media/image132.svg"/><Relationship Id="rId11" Type="http://schemas.openxmlformats.org/officeDocument/2006/relationships/image" Target="../media/image114.svg"/><Relationship Id="rId24" Type="http://schemas.openxmlformats.org/officeDocument/2006/relationships/image" Target="../media/image127.png"/><Relationship Id="rId32" Type="http://schemas.openxmlformats.org/officeDocument/2006/relationships/image" Target="../media/image135.png"/><Relationship Id="rId37" Type="http://schemas.openxmlformats.org/officeDocument/2006/relationships/image" Target="../media/image140.svg"/><Relationship Id="rId40" Type="http://schemas.openxmlformats.org/officeDocument/2006/relationships/image" Target="../media/image143.png"/><Relationship Id="rId45" Type="http://schemas.openxmlformats.org/officeDocument/2006/relationships/image" Target="../media/image148.svg"/><Relationship Id="rId53" Type="http://schemas.openxmlformats.org/officeDocument/2006/relationships/image" Target="../media/image156.svg"/><Relationship Id="rId58" Type="http://schemas.openxmlformats.org/officeDocument/2006/relationships/image" Target="../media/image161.png"/><Relationship Id="rId66" Type="http://schemas.openxmlformats.org/officeDocument/2006/relationships/image" Target="../media/image169.png"/><Relationship Id="rId5" Type="http://schemas.openxmlformats.org/officeDocument/2006/relationships/image" Target="../media/image108.svg"/><Relationship Id="rId61" Type="http://schemas.openxmlformats.org/officeDocument/2006/relationships/image" Target="../media/image164.svg"/><Relationship Id="rId19" Type="http://schemas.openxmlformats.org/officeDocument/2006/relationships/image" Target="../media/image122.svg"/><Relationship Id="rId14" Type="http://schemas.openxmlformats.org/officeDocument/2006/relationships/image" Target="../media/image117.png"/><Relationship Id="rId22" Type="http://schemas.openxmlformats.org/officeDocument/2006/relationships/image" Target="../media/image125.png"/><Relationship Id="rId27" Type="http://schemas.openxmlformats.org/officeDocument/2006/relationships/image" Target="../media/image130.svg"/><Relationship Id="rId30" Type="http://schemas.openxmlformats.org/officeDocument/2006/relationships/image" Target="../media/image133.png"/><Relationship Id="rId35" Type="http://schemas.openxmlformats.org/officeDocument/2006/relationships/image" Target="../media/image138.svg"/><Relationship Id="rId43" Type="http://schemas.openxmlformats.org/officeDocument/2006/relationships/image" Target="../media/image146.svg"/><Relationship Id="rId48" Type="http://schemas.openxmlformats.org/officeDocument/2006/relationships/image" Target="../media/image151.png"/><Relationship Id="rId56" Type="http://schemas.openxmlformats.org/officeDocument/2006/relationships/image" Target="../media/image159.png"/><Relationship Id="rId64" Type="http://schemas.openxmlformats.org/officeDocument/2006/relationships/image" Target="../media/image167.png"/><Relationship Id="rId69" Type="http://schemas.openxmlformats.org/officeDocument/2006/relationships/image" Target="../media/image172.svg"/><Relationship Id="rId8" Type="http://schemas.openxmlformats.org/officeDocument/2006/relationships/image" Target="../media/image111.png"/><Relationship Id="rId51" Type="http://schemas.openxmlformats.org/officeDocument/2006/relationships/image" Target="../media/image154.svg"/><Relationship Id="rId72" Type="http://schemas.openxmlformats.org/officeDocument/2006/relationships/image" Target="../media/image175.png"/><Relationship Id="rId3" Type="http://schemas.openxmlformats.org/officeDocument/2006/relationships/image" Target="../media/image106.svg"/><Relationship Id="rId12" Type="http://schemas.openxmlformats.org/officeDocument/2006/relationships/image" Target="../media/image115.png"/><Relationship Id="rId17" Type="http://schemas.openxmlformats.org/officeDocument/2006/relationships/image" Target="../media/image120.svg"/><Relationship Id="rId25" Type="http://schemas.openxmlformats.org/officeDocument/2006/relationships/image" Target="../media/image128.svg"/><Relationship Id="rId33" Type="http://schemas.openxmlformats.org/officeDocument/2006/relationships/image" Target="../media/image136.svg"/><Relationship Id="rId38" Type="http://schemas.openxmlformats.org/officeDocument/2006/relationships/image" Target="../media/image141.png"/><Relationship Id="rId46" Type="http://schemas.openxmlformats.org/officeDocument/2006/relationships/image" Target="../media/image149.png"/><Relationship Id="rId59" Type="http://schemas.openxmlformats.org/officeDocument/2006/relationships/image" Target="../media/image162.svg"/><Relationship Id="rId67" Type="http://schemas.openxmlformats.org/officeDocument/2006/relationships/image" Target="../media/image170.svg"/><Relationship Id="rId20" Type="http://schemas.openxmlformats.org/officeDocument/2006/relationships/image" Target="../media/image123.png"/><Relationship Id="rId41" Type="http://schemas.openxmlformats.org/officeDocument/2006/relationships/image" Target="../media/image144.svg"/><Relationship Id="rId54" Type="http://schemas.openxmlformats.org/officeDocument/2006/relationships/image" Target="../media/image157.png"/><Relationship Id="rId62" Type="http://schemas.openxmlformats.org/officeDocument/2006/relationships/image" Target="../media/image165.png"/><Relationship Id="rId70" Type="http://schemas.openxmlformats.org/officeDocument/2006/relationships/image" Target="../media/image173.png"/><Relationship Id="rId1" Type="http://schemas.openxmlformats.org/officeDocument/2006/relationships/slideLayout" Target="../slideLayouts/slideLayout8.xml"/><Relationship Id="rId6" Type="http://schemas.openxmlformats.org/officeDocument/2006/relationships/image" Target="../media/image109.png"/><Relationship Id="rId15" Type="http://schemas.openxmlformats.org/officeDocument/2006/relationships/image" Target="../media/image118.svg"/><Relationship Id="rId23" Type="http://schemas.openxmlformats.org/officeDocument/2006/relationships/image" Target="../media/image126.svg"/><Relationship Id="rId28" Type="http://schemas.openxmlformats.org/officeDocument/2006/relationships/image" Target="../media/image131.png"/><Relationship Id="rId36" Type="http://schemas.openxmlformats.org/officeDocument/2006/relationships/image" Target="../media/image139.png"/><Relationship Id="rId49" Type="http://schemas.openxmlformats.org/officeDocument/2006/relationships/image" Target="../media/image152.svg"/><Relationship Id="rId57" Type="http://schemas.openxmlformats.org/officeDocument/2006/relationships/image" Target="../media/image160.svg"/><Relationship Id="rId10" Type="http://schemas.openxmlformats.org/officeDocument/2006/relationships/image" Target="../media/image113.png"/><Relationship Id="rId31" Type="http://schemas.openxmlformats.org/officeDocument/2006/relationships/image" Target="../media/image134.svg"/><Relationship Id="rId44" Type="http://schemas.openxmlformats.org/officeDocument/2006/relationships/image" Target="../media/image147.png"/><Relationship Id="rId52" Type="http://schemas.openxmlformats.org/officeDocument/2006/relationships/image" Target="../media/image155.png"/><Relationship Id="rId60" Type="http://schemas.openxmlformats.org/officeDocument/2006/relationships/image" Target="../media/image163.png"/><Relationship Id="rId65" Type="http://schemas.openxmlformats.org/officeDocument/2006/relationships/image" Target="../media/image168.svg"/><Relationship Id="rId73" Type="http://schemas.openxmlformats.org/officeDocument/2006/relationships/image" Target="../media/image176.svg"/><Relationship Id="rId4" Type="http://schemas.openxmlformats.org/officeDocument/2006/relationships/image" Target="../media/image107.png"/><Relationship Id="rId9" Type="http://schemas.openxmlformats.org/officeDocument/2006/relationships/image" Target="../media/image112.svg"/><Relationship Id="rId13" Type="http://schemas.openxmlformats.org/officeDocument/2006/relationships/image" Target="../media/image116.svg"/><Relationship Id="rId18" Type="http://schemas.openxmlformats.org/officeDocument/2006/relationships/image" Target="../media/image121.png"/><Relationship Id="rId39" Type="http://schemas.openxmlformats.org/officeDocument/2006/relationships/image" Target="../media/image142.svg"/><Relationship Id="rId34" Type="http://schemas.openxmlformats.org/officeDocument/2006/relationships/image" Target="../media/image137.png"/><Relationship Id="rId50" Type="http://schemas.openxmlformats.org/officeDocument/2006/relationships/image" Target="../media/image153.png"/><Relationship Id="rId55" Type="http://schemas.openxmlformats.org/officeDocument/2006/relationships/image" Target="../media/image158.svg"/><Relationship Id="rId7" Type="http://schemas.openxmlformats.org/officeDocument/2006/relationships/image" Target="../media/image110.svg"/><Relationship Id="rId71" Type="http://schemas.openxmlformats.org/officeDocument/2006/relationships/image" Target="../media/image174.svg"/></Relationships>
</file>

<file path=ppt/slides/_rels/slide13.xml.rels><?xml version="1.0" encoding="UTF-8" standalone="yes"?>
<Relationships xmlns="http://schemas.openxmlformats.org/package/2006/relationships"><Relationship Id="rId13" Type="http://schemas.openxmlformats.org/officeDocument/2006/relationships/image" Target="../media/image187.png"/><Relationship Id="rId18" Type="http://schemas.openxmlformats.org/officeDocument/2006/relationships/image" Target="../media/image192.svg"/><Relationship Id="rId26" Type="http://schemas.openxmlformats.org/officeDocument/2006/relationships/image" Target="../media/image200.svg"/><Relationship Id="rId39" Type="http://schemas.openxmlformats.org/officeDocument/2006/relationships/image" Target="../media/image213.png"/><Relationship Id="rId21" Type="http://schemas.openxmlformats.org/officeDocument/2006/relationships/image" Target="../media/image195.png"/><Relationship Id="rId34" Type="http://schemas.openxmlformats.org/officeDocument/2006/relationships/image" Target="../media/image208.svg"/><Relationship Id="rId42" Type="http://schemas.openxmlformats.org/officeDocument/2006/relationships/image" Target="../media/image216.svg"/><Relationship Id="rId47" Type="http://schemas.openxmlformats.org/officeDocument/2006/relationships/image" Target="../media/image221.png"/><Relationship Id="rId50" Type="http://schemas.openxmlformats.org/officeDocument/2006/relationships/image" Target="../media/image224.svg"/><Relationship Id="rId7" Type="http://schemas.openxmlformats.org/officeDocument/2006/relationships/image" Target="../media/image181.png"/><Relationship Id="rId2" Type="http://schemas.openxmlformats.org/officeDocument/2006/relationships/hyperlink" Target="https://sealspace.sealsystems.de/display/MAR/Icons" TargetMode="External"/><Relationship Id="rId16" Type="http://schemas.openxmlformats.org/officeDocument/2006/relationships/image" Target="../media/image190.svg"/><Relationship Id="rId29" Type="http://schemas.openxmlformats.org/officeDocument/2006/relationships/image" Target="../media/image203.png"/><Relationship Id="rId11" Type="http://schemas.openxmlformats.org/officeDocument/2006/relationships/image" Target="../media/image185.png"/><Relationship Id="rId24" Type="http://schemas.openxmlformats.org/officeDocument/2006/relationships/image" Target="../media/image198.svg"/><Relationship Id="rId32" Type="http://schemas.openxmlformats.org/officeDocument/2006/relationships/image" Target="../media/image206.svg"/><Relationship Id="rId37" Type="http://schemas.openxmlformats.org/officeDocument/2006/relationships/image" Target="../media/image211.png"/><Relationship Id="rId40" Type="http://schemas.openxmlformats.org/officeDocument/2006/relationships/image" Target="../media/image214.svg"/><Relationship Id="rId45" Type="http://schemas.openxmlformats.org/officeDocument/2006/relationships/image" Target="../media/image219.png"/><Relationship Id="rId5" Type="http://schemas.openxmlformats.org/officeDocument/2006/relationships/image" Target="../media/image179.png"/><Relationship Id="rId15" Type="http://schemas.openxmlformats.org/officeDocument/2006/relationships/image" Target="../media/image189.png"/><Relationship Id="rId23" Type="http://schemas.openxmlformats.org/officeDocument/2006/relationships/image" Target="../media/image197.png"/><Relationship Id="rId28" Type="http://schemas.openxmlformats.org/officeDocument/2006/relationships/image" Target="../media/image202.svg"/><Relationship Id="rId36" Type="http://schemas.openxmlformats.org/officeDocument/2006/relationships/image" Target="../media/image210.svg"/><Relationship Id="rId49" Type="http://schemas.openxmlformats.org/officeDocument/2006/relationships/image" Target="../media/image223.png"/><Relationship Id="rId10" Type="http://schemas.openxmlformats.org/officeDocument/2006/relationships/image" Target="../media/image184.svg"/><Relationship Id="rId19" Type="http://schemas.openxmlformats.org/officeDocument/2006/relationships/image" Target="../media/image193.png"/><Relationship Id="rId31" Type="http://schemas.openxmlformats.org/officeDocument/2006/relationships/image" Target="../media/image205.png"/><Relationship Id="rId44" Type="http://schemas.openxmlformats.org/officeDocument/2006/relationships/image" Target="../media/image218.svg"/><Relationship Id="rId52" Type="http://schemas.openxmlformats.org/officeDocument/2006/relationships/image" Target="../media/image226.svg"/><Relationship Id="rId4" Type="http://schemas.openxmlformats.org/officeDocument/2006/relationships/image" Target="../media/image178.svg"/><Relationship Id="rId9" Type="http://schemas.openxmlformats.org/officeDocument/2006/relationships/image" Target="../media/image183.png"/><Relationship Id="rId14" Type="http://schemas.openxmlformats.org/officeDocument/2006/relationships/image" Target="../media/image188.svg"/><Relationship Id="rId22" Type="http://schemas.openxmlformats.org/officeDocument/2006/relationships/image" Target="../media/image196.svg"/><Relationship Id="rId27" Type="http://schemas.openxmlformats.org/officeDocument/2006/relationships/image" Target="../media/image201.png"/><Relationship Id="rId30" Type="http://schemas.openxmlformats.org/officeDocument/2006/relationships/image" Target="../media/image204.svg"/><Relationship Id="rId35" Type="http://schemas.openxmlformats.org/officeDocument/2006/relationships/image" Target="../media/image209.png"/><Relationship Id="rId43" Type="http://schemas.openxmlformats.org/officeDocument/2006/relationships/image" Target="../media/image217.png"/><Relationship Id="rId48" Type="http://schemas.openxmlformats.org/officeDocument/2006/relationships/image" Target="../media/image222.svg"/><Relationship Id="rId8" Type="http://schemas.openxmlformats.org/officeDocument/2006/relationships/image" Target="../media/image182.svg"/><Relationship Id="rId51" Type="http://schemas.openxmlformats.org/officeDocument/2006/relationships/image" Target="../media/image225.png"/><Relationship Id="rId3" Type="http://schemas.openxmlformats.org/officeDocument/2006/relationships/image" Target="../media/image177.png"/><Relationship Id="rId12" Type="http://schemas.openxmlformats.org/officeDocument/2006/relationships/image" Target="../media/image186.svg"/><Relationship Id="rId17" Type="http://schemas.openxmlformats.org/officeDocument/2006/relationships/image" Target="../media/image191.png"/><Relationship Id="rId25" Type="http://schemas.openxmlformats.org/officeDocument/2006/relationships/image" Target="../media/image199.png"/><Relationship Id="rId33" Type="http://schemas.openxmlformats.org/officeDocument/2006/relationships/image" Target="../media/image207.png"/><Relationship Id="rId38" Type="http://schemas.openxmlformats.org/officeDocument/2006/relationships/image" Target="../media/image212.svg"/><Relationship Id="rId46" Type="http://schemas.openxmlformats.org/officeDocument/2006/relationships/image" Target="../media/image220.svg"/><Relationship Id="rId20" Type="http://schemas.openxmlformats.org/officeDocument/2006/relationships/image" Target="../media/image194.svg"/><Relationship Id="rId41" Type="http://schemas.openxmlformats.org/officeDocument/2006/relationships/image" Target="../media/image215.png"/><Relationship Id="rId1" Type="http://schemas.openxmlformats.org/officeDocument/2006/relationships/slideLayout" Target="../slideLayouts/slideLayout8.xml"/><Relationship Id="rId6" Type="http://schemas.openxmlformats.org/officeDocument/2006/relationships/image" Target="../media/image180.svg"/></Relationships>
</file>

<file path=ppt/slides/_rels/slide14.xml.rels><?xml version="1.0" encoding="UTF-8" standalone="yes"?>
<Relationships xmlns="http://schemas.openxmlformats.org/package/2006/relationships"><Relationship Id="rId3" Type="http://schemas.openxmlformats.org/officeDocument/2006/relationships/image" Target="../media/image228.svg"/><Relationship Id="rId2" Type="http://schemas.openxmlformats.org/officeDocument/2006/relationships/image" Target="../media/image227.png"/><Relationship Id="rId1" Type="http://schemas.openxmlformats.org/officeDocument/2006/relationships/slideLayout" Target="../slideLayouts/slideLayout8.xml"/><Relationship Id="rId5" Type="http://schemas.openxmlformats.org/officeDocument/2006/relationships/image" Target="../media/image230.svg"/><Relationship Id="rId4" Type="http://schemas.openxmlformats.org/officeDocument/2006/relationships/image" Target="../media/image229.png"/></Relationships>
</file>

<file path=ppt/slides/_rels/slide15.xml.rels><?xml version="1.0" encoding="UTF-8" standalone="yes"?>
<Relationships xmlns="http://schemas.openxmlformats.org/package/2006/relationships"><Relationship Id="rId2" Type="http://schemas.openxmlformats.org/officeDocument/2006/relationships/image" Target="../media/image231.pn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image" Target="../media/image232.png"/><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image" Target="../media/image233.png"/><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image" Target="../media/image234.png"/><Relationship Id="rId7" Type="http://schemas.openxmlformats.org/officeDocument/2006/relationships/image" Target="../media/image236.svg"/><Relationship Id="rId2" Type="http://schemas.openxmlformats.org/officeDocument/2006/relationships/image" Target="../media/image29.gif"/><Relationship Id="rId1" Type="http://schemas.openxmlformats.org/officeDocument/2006/relationships/slideLayout" Target="../slideLayouts/slideLayout8.xml"/><Relationship Id="rId6" Type="http://schemas.openxmlformats.org/officeDocument/2006/relationships/image" Target="../media/image235.png"/><Relationship Id="rId5" Type="http://schemas.openxmlformats.org/officeDocument/2006/relationships/image" Target="../media/image54.svg"/><Relationship Id="rId4" Type="http://schemas.openxmlformats.org/officeDocument/2006/relationships/image" Target="../media/image53.png"/><Relationship Id="rId9" Type="http://schemas.openxmlformats.org/officeDocument/2006/relationships/image" Target="../media/image116.svg"/></Relationships>
</file>

<file path=ppt/slides/_rels/slide22.xml.rels><?xml version="1.0" encoding="UTF-8" standalone="yes"?>
<Relationships xmlns="http://schemas.openxmlformats.org/package/2006/relationships"><Relationship Id="rId3" Type="http://schemas.openxmlformats.org/officeDocument/2006/relationships/image" Target="../media/image54.svg"/><Relationship Id="rId7" Type="http://schemas.openxmlformats.org/officeDocument/2006/relationships/image" Target="../media/image116.svg"/><Relationship Id="rId2" Type="http://schemas.openxmlformats.org/officeDocument/2006/relationships/image" Target="../media/image53.png"/><Relationship Id="rId1" Type="http://schemas.openxmlformats.org/officeDocument/2006/relationships/slideLayout" Target="../slideLayouts/slideLayout8.xml"/><Relationship Id="rId6" Type="http://schemas.openxmlformats.org/officeDocument/2006/relationships/image" Target="../media/image115.png"/><Relationship Id="rId5" Type="http://schemas.openxmlformats.org/officeDocument/2006/relationships/image" Target="../media/image236.svg"/><Relationship Id="rId4" Type="http://schemas.openxmlformats.org/officeDocument/2006/relationships/image" Target="../media/image235.png"/></Relationships>
</file>

<file path=ppt/slides/_rels/slide23.xml.rels><?xml version="1.0" encoding="UTF-8" standalone="yes"?>
<Relationships xmlns="http://schemas.openxmlformats.org/package/2006/relationships"><Relationship Id="rId8" Type="http://schemas.openxmlformats.org/officeDocument/2006/relationships/image" Target="../media/image243.png"/><Relationship Id="rId13" Type="http://schemas.openxmlformats.org/officeDocument/2006/relationships/image" Target="../media/image248.png"/><Relationship Id="rId18" Type="http://schemas.openxmlformats.org/officeDocument/2006/relationships/image" Target="../media/image253.png"/><Relationship Id="rId3" Type="http://schemas.openxmlformats.org/officeDocument/2006/relationships/image" Target="../media/image238.png"/><Relationship Id="rId21" Type="http://schemas.openxmlformats.org/officeDocument/2006/relationships/image" Target="../media/image256.png"/><Relationship Id="rId7" Type="http://schemas.openxmlformats.org/officeDocument/2006/relationships/image" Target="../media/image242.png"/><Relationship Id="rId12" Type="http://schemas.openxmlformats.org/officeDocument/2006/relationships/image" Target="../media/image247.png"/><Relationship Id="rId17" Type="http://schemas.openxmlformats.org/officeDocument/2006/relationships/image" Target="../media/image252.png"/><Relationship Id="rId2" Type="http://schemas.openxmlformats.org/officeDocument/2006/relationships/image" Target="../media/image237.png"/><Relationship Id="rId16" Type="http://schemas.openxmlformats.org/officeDocument/2006/relationships/image" Target="../media/image251.png"/><Relationship Id="rId20" Type="http://schemas.openxmlformats.org/officeDocument/2006/relationships/image" Target="../media/image255.png"/><Relationship Id="rId1" Type="http://schemas.openxmlformats.org/officeDocument/2006/relationships/slideLayout" Target="../slideLayouts/slideLayout8.xml"/><Relationship Id="rId6" Type="http://schemas.openxmlformats.org/officeDocument/2006/relationships/image" Target="../media/image241.png"/><Relationship Id="rId11" Type="http://schemas.openxmlformats.org/officeDocument/2006/relationships/image" Target="../media/image246.png"/><Relationship Id="rId5" Type="http://schemas.openxmlformats.org/officeDocument/2006/relationships/image" Target="../media/image240.png"/><Relationship Id="rId15" Type="http://schemas.openxmlformats.org/officeDocument/2006/relationships/image" Target="../media/image250.png"/><Relationship Id="rId10" Type="http://schemas.openxmlformats.org/officeDocument/2006/relationships/image" Target="../media/image245.png"/><Relationship Id="rId19" Type="http://schemas.openxmlformats.org/officeDocument/2006/relationships/image" Target="../media/image254.png"/><Relationship Id="rId4" Type="http://schemas.openxmlformats.org/officeDocument/2006/relationships/image" Target="../media/image239.png"/><Relationship Id="rId9" Type="http://schemas.openxmlformats.org/officeDocument/2006/relationships/image" Target="../media/image244.png"/><Relationship Id="rId14" Type="http://schemas.openxmlformats.org/officeDocument/2006/relationships/image" Target="../media/image24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8" Type="http://schemas.openxmlformats.org/officeDocument/2006/relationships/image" Target="../media/image195.png"/><Relationship Id="rId13" Type="http://schemas.openxmlformats.org/officeDocument/2006/relationships/image" Target="../media/image116.svg"/><Relationship Id="rId3" Type="http://schemas.openxmlformats.org/officeDocument/2006/relationships/image" Target="../media/image102.svg"/><Relationship Id="rId7" Type="http://schemas.openxmlformats.org/officeDocument/2006/relationships/image" Target="../media/image164.svg"/><Relationship Id="rId12" Type="http://schemas.openxmlformats.org/officeDocument/2006/relationships/image" Target="../media/image115.png"/><Relationship Id="rId17" Type="http://schemas.openxmlformats.org/officeDocument/2006/relationships/image" Target="../media/image42.svg"/><Relationship Id="rId2" Type="http://schemas.openxmlformats.org/officeDocument/2006/relationships/image" Target="../media/image101.png"/><Relationship Id="rId16" Type="http://schemas.openxmlformats.org/officeDocument/2006/relationships/image" Target="../media/image41.png"/><Relationship Id="rId1" Type="http://schemas.openxmlformats.org/officeDocument/2006/relationships/slideLayout" Target="../slideLayouts/slideLayout8.xml"/><Relationship Id="rId6" Type="http://schemas.openxmlformats.org/officeDocument/2006/relationships/image" Target="../media/image163.png"/><Relationship Id="rId11" Type="http://schemas.openxmlformats.org/officeDocument/2006/relationships/image" Target="../media/image90.svg"/><Relationship Id="rId5" Type="http://schemas.openxmlformats.org/officeDocument/2006/relationships/image" Target="../media/image96.svg"/><Relationship Id="rId15" Type="http://schemas.openxmlformats.org/officeDocument/2006/relationships/image" Target="../media/image122.svg"/><Relationship Id="rId10" Type="http://schemas.openxmlformats.org/officeDocument/2006/relationships/image" Target="../media/image89.png"/><Relationship Id="rId4" Type="http://schemas.openxmlformats.org/officeDocument/2006/relationships/image" Target="../media/image95.png"/><Relationship Id="rId9" Type="http://schemas.openxmlformats.org/officeDocument/2006/relationships/image" Target="../media/image196.svg"/><Relationship Id="rId14" Type="http://schemas.openxmlformats.org/officeDocument/2006/relationships/image" Target="../media/image121.png"/></Relationships>
</file>

<file path=ppt/slides/_rels/slide26.xml.rels><?xml version="1.0" encoding="UTF-8" standalone="yes"?>
<Relationships xmlns="http://schemas.openxmlformats.org/package/2006/relationships"><Relationship Id="rId8" Type="http://schemas.openxmlformats.org/officeDocument/2006/relationships/image" Target="../media/image195.png"/><Relationship Id="rId13" Type="http://schemas.openxmlformats.org/officeDocument/2006/relationships/image" Target="../media/image116.svg"/><Relationship Id="rId3" Type="http://schemas.openxmlformats.org/officeDocument/2006/relationships/image" Target="../media/image102.svg"/><Relationship Id="rId7" Type="http://schemas.openxmlformats.org/officeDocument/2006/relationships/image" Target="../media/image164.svg"/><Relationship Id="rId12" Type="http://schemas.openxmlformats.org/officeDocument/2006/relationships/image" Target="../media/image115.png"/><Relationship Id="rId17" Type="http://schemas.openxmlformats.org/officeDocument/2006/relationships/image" Target="../media/image42.svg"/><Relationship Id="rId2" Type="http://schemas.openxmlformats.org/officeDocument/2006/relationships/image" Target="../media/image101.png"/><Relationship Id="rId16" Type="http://schemas.openxmlformats.org/officeDocument/2006/relationships/image" Target="../media/image41.png"/><Relationship Id="rId1" Type="http://schemas.openxmlformats.org/officeDocument/2006/relationships/slideLayout" Target="../slideLayouts/slideLayout8.xml"/><Relationship Id="rId6" Type="http://schemas.openxmlformats.org/officeDocument/2006/relationships/image" Target="../media/image163.png"/><Relationship Id="rId11" Type="http://schemas.openxmlformats.org/officeDocument/2006/relationships/image" Target="../media/image90.svg"/><Relationship Id="rId5" Type="http://schemas.openxmlformats.org/officeDocument/2006/relationships/image" Target="../media/image96.svg"/><Relationship Id="rId15" Type="http://schemas.openxmlformats.org/officeDocument/2006/relationships/image" Target="../media/image122.svg"/><Relationship Id="rId10" Type="http://schemas.openxmlformats.org/officeDocument/2006/relationships/image" Target="../media/image89.png"/><Relationship Id="rId4" Type="http://schemas.openxmlformats.org/officeDocument/2006/relationships/image" Target="../media/image95.png"/><Relationship Id="rId9" Type="http://schemas.openxmlformats.org/officeDocument/2006/relationships/image" Target="../media/image196.svg"/><Relationship Id="rId14" Type="http://schemas.openxmlformats.org/officeDocument/2006/relationships/image" Target="../media/image121.png"/></Relationships>
</file>

<file path=ppt/slides/_rels/slide27.xml.rels><?xml version="1.0" encoding="UTF-8" standalone="yes"?>
<Relationships xmlns="http://schemas.openxmlformats.org/package/2006/relationships"><Relationship Id="rId8" Type="http://schemas.openxmlformats.org/officeDocument/2006/relationships/image" Target="../media/image259.png"/><Relationship Id="rId3" Type="http://schemas.openxmlformats.org/officeDocument/2006/relationships/image" Target="../media/image182.svg"/><Relationship Id="rId7" Type="http://schemas.openxmlformats.org/officeDocument/2006/relationships/image" Target="../media/image66.svg"/><Relationship Id="rId2" Type="http://schemas.openxmlformats.org/officeDocument/2006/relationships/image" Target="../media/image181.png"/><Relationship Id="rId1" Type="http://schemas.openxmlformats.org/officeDocument/2006/relationships/slideLayout" Target="../slideLayouts/slideLayout8.xml"/><Relationship Id="rId6" Type="http://schemas.openxmlformats.org/officeDocument/2006/relationships/image" Target="../media/image65.png"/><Relationship Id="rId11" Type="http://schemas.openxmlformats.org/officeDocument/2006/relationships/image" Target="../media/image262.svg"/><Relationship Id="rId5" Type="http://schemas.openxmlformats.org/officeDocument/2006/relationships/image" Target="../media/image258.svg"/><Relationship Id="rId10" Type="http://schemas.openxmlformats.org/officeDocument/2006/relationships/image" Target="../media/image261.png"/><Relationship Id="rId4" Type="http://schemas.openxmlformats.org/officeDocument/2006/relationships/image" Target="../media/image257.png"/><Relationship Id="rId9" Type="http://schemas.openxmlformats.org/officeDocument/2006/relationships/image" Target="../media/image260.svg"/></Relationships>
</file>

<file path=ppt/slides/_rels/slide28.xml.rels><?xml version="1.0" encoding="UTF-8" standalone="yes"?>
<Relationships xmlns="http://schemas.openxmlformats.org/package/2006/relationships"><Relationship Id="rId3" Type="http://schemas.openxmlformats.org/officeDocument/2006/relationships/image" Target="../media/image112.svg"/><Relationship Id="rId2" Type="http://schemas.openxmlformats.org/officeDocument/2006/relationships/image" Target="../media/image111.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112.svg"/><Relationship Id="rId2" Type="http://schemas.openxmlformats.org/officeDocument/2006/relationships/image" Target="../media/image111.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264.svg"/><Relationship Id="rId2" Type="http://schemas.openxmlformats.org/officeDocument/2006/relationships/image" Target="../media/image263.png"/><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image" Target="../media/image266.svg"/><Relationship Id="rId2" Type="http://schemas.openxmlformats.org/officeDocument/2006/relationships/image" Target="../media/image265.png"/><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268.svg"/><Relationship Id="rId2" Type="http://schemas.openxmlformats.org/officeDocument/2006/relationships/image" Target="../media/image267.png"/><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image" Target="../media/image269.png"/><Relationship Id="rId1" Type="http://schemas.openxmlformats.org/officeDocument/2006/relationships/slideLayout" Target="../slideLayouts/slideLayout28.xml"/></Relationships>
</file>

<file path=ppt/slides/_rels/slide34.xml.rels><?xml version="1.0" encoding="UTF-8" standalone="yes"?>
<Relationships xmlns="http://schemas.openxmlformats.org/package/2006/relationships"><Relationship Id="rId8" Type="http://schemas.openxmlformats.org/officeDocument/2006/relationships/image" Target="../media/image274.png"/><Relationship Id="rId3" Type="http://schemas.openxmlformats.org/officeDocument/2006/relationships/hyperlink" Target="https://www.sealsystems.de/" TargetMode="External"/><Relationship Id="rId7" Type="http://schemas.openxmlformats.org/officeDocument/2006/relationships/image" Target="../media/image273.jpg"/><Relationship Id="rId2" Type="http://schemas.openxmlformats.org/officeDocument/2006/relationships/hyperlink" Target="mailto:info@sealsystems.de" TargetMode="External"/><Relationship Id="rId1" Type="http://schemas.openxmlformats.org/officeDocument/2006/relationships/slideLayout" Target="../slideLayouts/slideLayout29.xml"/><Relationship Id="rId6" Type="http://schemas.openxmlformats.org/officeDocument/2006/relationships/image" Target="../media/image272.png"/><Relationship Id="rId5" Type="http://schemas.openxmlformats.org/officeDocument/2006/relationships/image" Target="../media/image271.png"/><Relationship Id="rId4" Type="http://schemas.openxmlformats.org/officeDocument/2006/relationships/image" Target="../media/image270.png"/></Relationships>
</file>

<file path=ppt/slides/_rels/slide35.xml.rels><?xml version="1.0" encoding="UTF-8" standalone="yes"?>
<Relationships xmlns="http://schemas.openxmlformats.org/package/2006/relationships"><Relationship Id="rId3" Type="http://schemas.openxmlformats.org/officeDocument/2006/relationships/image" Target="../media/image273.jpg"/><Relationship Id="rId2" Type="http://schemas.openxmlformats.org/officeDocument/2006/relationships/image" Target="../media/image274.png"/><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CEC88FC8-5F0C-6F3F-BEAA-8ACCD32EC706}"/>
              </a:ext>
            </a:extLst>
          </p:cNvPr>
          <p:cNvSpPr>
            <a:spLocks noGrp="1"/>
          </p:cNvSpPr>
          <p:nvPr>
            <p:ph type="ctrTitle"/>
          </p:nvPr>
        </p:nvSpPr>
        <p:spPr/>
        <p:txBody>
          <a:bodyPr>
            <a:normAutofit/>
          </a:bodyPr>
          <a:lstStyle/>
          <a:p>
            <a:r>
              <a:rPr lang="de-DE" dirty="0"/>
              <a:t>SEAL Systems </a:t>
            </a:r>
            <a:br>
              <a:rPr lang="de-DE" dirty="0"/>
            </a:br>
            <a:r>
              <a:rPr lang="de-DE" dirty="0"/>
              <a:t>PowerPoint Master</a:t>
            </a:r>
          </a:p>
        </p:txBody>
      </p:sp>
      <p:sp>
        <p:nvSpPr>
          <p:cNvPr id="6" name="Untertitel 5">
            <a:extLst>
              <a:ext uri="{FF2B5EF4-FFF2-40B4-BE49-F238E27FC236}">
                <a16:creationId xmlns:a16="http://schemas.microsoft.com/office/drawing/2014/main" id="{AC1C3427-7F51-D440-CF0E-5B3EF6A60508}"/>
              </a:ext>
            </a:extLst>
          </p:cNvPr>
          <p:cNvSpPr>
            <a:spLocks noGrp="1"/>
          </p:cNvSpPr>
          <p:nvPr>
            <p:ph type="subTitle" idx="1"/>
          </p:nvPr>
        </p:nvSpPr>
        <p:spPr/>
        <p:txBody>
          <a:bodyPr/>
          <a:lstStyle/>
          <a:p>
            <a:r>
              <a:rPr lang="de-DE" dirty="0" err="1"/>
              <a:t>With</a:t>
            </a:r>
            <a:r>
              <a:rPr lang="de-DE" dirty="0"/>
              <a:t> </a:t>
            </a:r>
            <a:r>
              <a:rPr lang="de-DE" dirty="0" err="1"/>
              <a:t>examples</a:t>
            </a:r>
            <a:r>
              <a:rPr lang="de-DE" dirty="0"/>
              <a:t> </a:t>
            </a:r>
            <a:r>
              <a:rPr lang="de-DE" dirty="0" err="1"/>
              <a:t>of</a:t>
            </a:r>
            <a:r>
              <a:rPr lang="de-DE" dirty="0"/>
              <a:t> </a:t>
            </a:r>
            <a:r>
              <a:rPr lang="de-DE" dirty="0" err="1"/>
              <a:t>use</a:t>
            </a:r>
            <a:endParaRPr lang="de-DE" dirty="0"/>
          </a:p>
        </p:txBody>
      </p:sp>
      <p:sp>
        <p:nvSpPr>
          <p:cNvPr id="3" name="Foliennummernplatzhalter 2">
            <a:extLst>
              <a:ext uri="{FF2B5EF4-FFF2-40B4-BE49-F238E27FC236}">
                <a16:creationId xmlns:a16="http://schemas.microsoft.com/office/drawing/2014/main" id="{D597594E-FD22-C2A2-512F-470F60776AA0}"/>
              </a:ext>
            </a:extLst>
          </p:cNvPr>
          <p:cNvSpPr>
            <a:spLocks noGrp="1"/>
          </p:cNvSpPr>
          <p:nvPr>
            <p:ph type="sldNum" sz="quarter" idx="12"/>
          </p:nvPr>
        </p:nvSpPr>
        <p:spPr/>
        <p:txBody>
          <a:bodyPr/>
          <a:lstStyle/>
          <a:p>
            <a:fld id="{D21C33D4-00A5-43D5-B722-D2F2FA4CCA11}" type="slidenum">
              <a:rPr lang="de-DE" smtClean="0"/>
              <a:t>1</a:t>
            </a:fld>
            <a:endParaRPr lang="de-DE" dirty="0"/>
          </a:p>
        </p:txBody>
      </p:sp>
    </p:spTree>
    <p:extLst>
      <p:ext uri="{BB962C8B-B14F-4D97-AF65-F5344CB8AC3E}">
        <p14:creationId xmlns:p14="http://schemas.microsoft.com/office/powerpoint/2010/main" val="1755500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6E5969EA-73B4-F87A-B4A9-CB3577523F5C}"/>
              </a:ext>
            </a:extLst>
          </p:cNvPr>
          <p:cNvSpPr>
            <a:spLocks noGrp="1"/>
          </p:cNvSpPr>
          <p:nvPr>
            <p:ph type="sldNum" sz="quarter" idx="12"/>
          </p:nvPr>
        </p:nvSpPr>
        <p:spPr/>
        <p:txBody>
          <a:bodyPr/>
          <a:lstStyle/>
          <a:p>
            <a:fld id="{D21C33D4-00A5-43D5-B722-D2F2FA4CCA11}" type="slidenum">
              <a:rPr lang="de-DE" smtClean="0"/>
              <a:t>2</a:t>
            </a:fld>
            <a:endParaRPr lang="de-DE"/>
          </a:p>
        </p:txBody>
      </p:sp>
      <p:sp>
        <p:nvSpPr>
          <p:cNvPr id="3" name="Inhaltsplatzhalter 2">
            <a:extLst>
              <a:ext uri="{FF2B5EF4-FFF2-40B4-BE49-F238E27FC236}">
                <a16:creationId xmlns:a16="http://schemas.microsoft.com/office/drawing/2014/main" id="{B72E8CA4-B838-68B1-C105-F782CF0D8D87}"/>
              </a:ext>
            </a:extLst>
          </p:cNvPr>
          <p:cNvSpPr>
            <a:spLocks noGrp="1"/>
          </p:cNvSpPr>
          <p:nvPr>
            <p:ph idx="1"/>
          </p:nvPr>
        </p:nvSpPr>
        <p:spPr/>
        <p:txBody>
          <a:bodyPr/>
          <a:lstStyle/>
          <a:p>
            <a:r>
              <a:rPr lang="en-US" dirty="0"/>
              <a:t>This is a table of contents.</a:t>
            </a:r>
          </a:p>
          <a:p>
            <a:r>
              <a:rPr lang="en-US" dirty="0"/>
              <a:t>This is where you list the individual points that you address in your presentation. </a:t>
            </a:r>
          </a:p>
          <a:p>
            <a:r>
              <a:rPr lang="en-US" dirty="0"/>
              <a:t>If you want to show the content again at different places in the presentation, you can change the color of the current point to Peach. </a:t>
            </a:r>
          </a:p>
          <a:p>
            <a:r>
              <a:rPr lang="en-US" dirty="0">
                <a:solidFill>
                  <a:schemeClr val="accent2"/>
                </a:solidFill>
              </a:rPr>
              <a:t>It will look like this. </a:t>
            </a:r>
          </a:p>
          <a:p>
            <a:r>
              <a:rPr lang="en-US" dirty="0"/>
              <a:t>You just have to select the current point and adjust the text color. </a:t>
            </a:r>
          </a:p>
          <a:p>
            <a:endParaRPr lang="de-DE" dirty="0"/>
          </a:p>
        </p:txBody>
      </p:sp>
      <p:sp>
        <p:nvSpPr>
          <p:cNvPr id="4" name="Titel 3">
            <a:extLst>
              <a:ext uri="{FF2B5EF4-FFF2-40B4-BE49-F238E27FC236}">
                <a16:creationId xmlns:a16="http://schemas.microsoft.com/office/drawing/2014/main" id="{A484FDFC-870B-EA4A-5D51-045924155320}"/>
              </a:ext>
            </a:extLst>
          </p:cNvPr>
          <p:cNvSpPr>
            <a:spLocks noGrp="1"/>
          </p:cNvSpPr>
          <p:nvPr>
            <p:ph type="ctrTitle"/>
          </p:nvPr>
        </p:nvSpPr>
        <p:spPr/>
        <p:txBody>
          <a:bodyPr/>
          <a:lstStyle/>
          <a:p>
            <a:r>
              <a:rPr lang="de-DE" dirty="0"/>
              <a:t>Content</a:t>
            </a:r>
          </a:p>
        </p:txBody>
      </p:sp>
    </p:spTree>
    <p:extLst>
      <p:ext uri="{BB962C8B-B14F-4D97-AF65-F5344CB8AC3E}">
        <p14:creationId xmlns:p14="http://schemas.microsoft.com/office/powerpoint/2010/main" val="21564778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CC570A87-66BF-5ADC-E467-4ECE30F9CFB8}"/>
              </a:ext>
            </a:extLst>
          </p:cNvPr>
          <p:cNvSpPr>
            <a:spLocks noGrp="1"/>
          </p:cNvSpPr>
          <p:nvPr>
            <p:ph idx="1"/>
          </p:nvPr>
        </p:nvSpPr>
        <p:spPr/>
        <p:txBody>
          <a:bodyPr>
            <a:normAutofit/>
          </a:bodyPr>
          <a:lstStyle/>
          <a:p>
            <a:r>
              <a:rPr lang="en-US" dirty="0"/>
              <a:t>Use only the preset </a:t>
            </a:r>
            <a:r>
              <a:rPr lang="de-DE" dirty="0" err="1">
                <a:hlinkClick r:id="rId2" action="ppaction://hlinksldjump"/>
              </a:rPr>
              <a:t>colors</a:t>
            </a:r>
            <a:endParaRPr lang="de-DE" dirty="0"/>
          </a:p>
          <a:p>
            <a:r>
              <a:rPr lang="en-US" dirty="0"/>
              <a:t>Use the provided </a:t>
            </a:r>
            <a:r>
              <a:rPr lang="de-DE" dirty="0" err="1">
                <a:hlinkClick r:id="rId3" action="ppaction://hlinksldjump"/>
              </a:rPr>
              <a:t>icons</a:t>
            </a:r>
            <a:r>
              <a:rPr lang="de-DE" dirty="0"/>
              <a:t> </a:t>
            </a:r>
            <a:r>
              <a:rPr lang="de-DE" dirty="0" err="1"/>
              <a:t>only</a:t>
            </a:r>
            <a:endParaRPr lang="de-DE" dirty="0"/>
          </a:p>
          <a:p>
            <a:r>
              <a:rPr lang="en-US" dirty="0"/>
              <a:t>Use these </a:t>
            </a:r>
            <a:r>
              <a:rPr lang="de-DE" dirty="0" err="1">
                <a:hlinkClick r:id="rId4" action="ppaction://hlinksldjump"/>
              </a:rPr>
              <a:t>slides</a:t>
            </a:r>
            <a:r>
              <a:rPr lang="de-DE" dirty="0"/>
              <a:t> </a:t>
            </a:r>
            <a:r>
              <a:rPr lang="en-US" dirty="0"/>
              <a:t>as a guideline</a:t>
            </a:r>
            <a:br>
              <a:rPr lang="de-DE" dirty="0"/>
            </a:br>
            <a:endParaRPr lang="de-DE" dirty="0"/>
          </a:p>
          <a:p>
            <a:r>
              <a:rPr lang="en-US" dirty="0"/>
              <a:t>2022 SEAL Systems has adopted a new corporate design - learn more at</a:t>
            </a:r>
            <a:br>
              <a:rPr lang="en-US" dirty="0"/>
            </a:br>
            <a:r>
              <a:rPr lang="de-DE" dirty="0">
                <a:hlinkClick r:id="rId5"/>
              </a:rPr>
              <a:t>https://brandpad.io/seal-systems/</a:t>
            </a:r>
            <a:r>
              <a:rPr lang="de-DE" dirty="0"/>
              <a:t> </a:t>
            </a:r>
            <a:br>
              <a:rPr lang="de-DE" dirty="0"/>
            </a:br>
            <a:r>
              <a:rPr lang="de-DE" dirty="0">
                <a:sym typeface="Wingdings" panose="05000000000000000000" pitchFamily="2" charset="2"/>
              </a:rPr>
              <a:t> </a:t>
            </a:r>
            <a:r>
              <a:rPr lang="en-US" dirty="0">
                <a:sym typeface="Wingdings" panose="05000000000000000000" pitchFamily="2" charset="2"/>
              </a:rPr>
              <a:t>there are no more honeycombs, no Elvis, no hand-drawn icons, new colors, fonts etc. - if you are missing material, please contact marketing at </a:t>
            </a:r>
            <a:r>
              <a:rPr lang="de-DE" dirty="0">
                <a:sym typeface="Wingdings" panose="05000000000000000000" pitchFamily="2" charset="2"/>
                <a:hlinkClick r:id="rId6"/>
              </a:rPr>
              <a:t>marketing@sealsystems.de</a:t>
            </a:r>
            <a:r>
              <a:rPr lang="de-DE" dirty="0">
                <a:sym typeface="Wingdings" panose="05000000000000000000" pitchFamily="2" charset="2"/>
              </a:rPr>
              <a:t> </a:t>
            </a:r>
            <a:endParaRPr lang="de-DE" dirty="0"/>
          </a:p>
          <a:p>
            <a:endParaRPr lang="de-DE" dirty="0"/>
          </a:p>
        </p:txBody>
      </p:sp>
      <p:sp>
        <p:nvSpPr>
          <p:cNvPr id="3" name="Foliennummernplatzhalter 2">
            <a:extLst>
              <a:ext uri="{FF2B5EF4-FFF2-40B4-BE49-F238E27FC236}">
                <a16:creationId xmlns:a16="http://schemas.microsoft.com/office/drawing/2014/main" id="{C63128D5-BFBB-DB30-D132-2B3CA5FE4BB8}"/>
              </a:ext>
            </a:extLst>
          </p:cNvPr>
          <p:cNvSpPr>
            <a:spLocks noGrp="1"/>
          </p:cNvSpPr>
          <p:nvPr>
            <p:ph type="sldNum" sz="quarter" idx="12"/>
          </p:nvPr>
        </p:nvSpPr>
        <p:spPr/>
        <p:txBody>
          <a:bodyPr/>
          <a:lstStyle/>
          <a:p>
            <a:fld id="{D21C33D4-00A5-43D5-B722-D2F2FA4CCA11}" type="slidenum">
              <a:rPr lang="de-DE" smtClean="0"/>
              <a:t>3</a:t>
            </a:fld>
            <a:endParaRPr lang="de-DE"/>
          </a:p>
        </p:txBody>
      </p:sp>
      <p:sp>
        <p:nvSpPr>
          <p:cNvPr id="4" name="Titel 3">
            <a:extLst>
              <a:ext uri="{FF2B5EF4-FFF2-40B4-BE49-F238E27FC236}">
                <a16:creationId xmlns:a16="http://schemas.microsoft.com/office/drawing/2014/main" id="{E890CBCF-9F7E-F338-E100-5AA8EC3FDB27}"/>
              </a:ext>
            </a:extLst>
          </p:cNvPr>
          <p:cNvSpPr>
            <a:spLocks noGrp="1"/>
          </p:cNvSpPr>
          <p:nvPr>
            <p:ph type="ctrTitle"/>
          </p:nvPr>
        </p:nvSpPr>
        <p:spPr/>
        <p:txBody>
          <a:bodyPr/>
          <a:lstStyle/>
          <a:p>
            <a:r>
              <a:rPr lang="de-DE" dirty="0"/>
              <a:t>Dos and Don‘ts </a:t>
            </a:r>
          </a:p>
        </p:txBody>
      </p:sp>
    </p:spTree>
    <p:extLst>
      <p:ext uri="{BB962C8B-B14F-4D97-AF65-F5344CB8AC3E}">
        <p14:creationId xmlns:p14="http://schemas.microsoft.com/office/powerpoint/2010/main" val="16831026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hteck: abgerundete Ecken 38">
            <a:extLst>
              <a:ext uri="{FF2B5EF4-FFF2-40B4-BE49-F238E27FC236}">
                <a16:creationId xmlns:a16="http://schemas.microsoft.com/office/drawing/2014/main" id="{47E6D569-DB51-9442-AD58-379827B7CC30}"/>
              </a:ext>
            </a:extLst>
          </p:cNvPr>
          <p:cNvSpPr/>
          <p:nvPr/>
        </p:nvSpPr>
        <p:spPr>
          <a:xfrm>
            <a:off x="6797842" y="5413421"/>
            <a:ext cx="4733054" cy="983473"/>
          </a:xfrm>
          <a:custGeom>
            <a:avLst/>
            <a:gdLst>
              <a:gd name="connsiteX0" fmla="*/ 0 w 4824159"/>
              <a:gd name="connsiteY0" fmla="*/ 183688 h 854880"/>
              <a:gd name="connsiteX1" fmla="*/ 183688 w 4824159"/>
              <a:gd name="connsiteY1" fmla="*/ 0 h 854880"/>
              <a:gd name="connsiteX2" fmla="*/ 4640471 w 4824159"/>
              <a:gd name="connsiteY2" fmla="*/ 0 h 854880"/>
              <a:gd name="connsiteX3" fmla="*/ 4824159 w 4824159"/>
              <a:gd name="connsiteY3" fmla="*/ 183688 h 854880"/>
              <a:gd name="connsiteX4" fmla="*/ 4824159 w 4824159"/>
              <a:gd name="connsiteY4" fmla="*/ 671192 h 854880"/>
              <a:gd name="connsiteX5" fmla="*/ 4640471 w 4824159"/>
              <a:gd name="connsiteY5" fmla="*/ 854880 h 854880"/>
              <a:gd name="connsiteX6" fmla="*/ 183688 w 4824159"/>
              <a:gd name="connsiteY6" fmla="*/ 854880 h 854880"/>
              <a:gd name="connsiteX7" fmla="*/ 0 w 4824159"/>
              <a:gd name="connsiteY7" fmla="*/ 671192 h 854880"/>
              <a:gd name="connsiteX8" fmla="*/ 0 w 4824159"/>
              <a:gd name="connsiteY8" fmla="*/ 183688 h 854880"/>
              <a:gd name="connsiteX0" fmla="*/ 0 w 4824159"/>
              <a:gd name="connsiteY0" fmla="*/ 183688 h 854880"/>
              <a:gd name="connsiteX1" fmla="*/ 183688 w 4824159"/>
              <a:gd name="connsiteY1" fmla="*/ 0 h 854880"/>
              <a:gd name="connsiteX2" fmla="*/ 4640471 w 4824159"/>
              <a:gd name="connsiteY2" fmla="*/ 0 h 854880"/>
              <a:gd name="connsiteX3" fmla="*/ 4824159 w 4824159"/>
              <a:gd name="connsiteY3" fmla="*/ 183688 h 854880"/>
              <a:gd name="connsiteX4" fmla="*/ 4824159 w 4824159"/>
              <a:gd name="connsiteY4" fmla="*/ 671192 h 854880"/>
              <a:gd name="connsiteX5" fmla="*/ 4640471 w 4824159"/>
              <a:gd name="connsiteY5" fmla="*/ 854880 h 854880"/>
              <a:gd name="connsiteX6" fmla="*/ 2387765 w 4824159"/>
              <a:gd name="connsiteY6" fmla="*/ 846560 h 854880"/>
              <a:gd name="connsiteX7" fmla="*/ 183688 w 4824159"/>
              <a:gd name="connsiteY7" fmla="*/ 854880 h 854880"/>
              <a:gd name="connsiteX8" fmla="*/ 0 w 4824159"/>
              <a:gd name="connsiteY8" fmla="*/ 671192 h 854880"/>
              <a:gd name="connsiteX9" fmla="*/ 0 w 4824159"/>
              <a:gd name="connsiteY9" fmla="*/ 183688 h 854880"/>
              <a:gd name="connsiteX0" fmla="*/ 0 w 4824159"/>
              <a:gd name="connsiteY0" fmla="*/ 183688 h 854880"/>
              <a:gd name="connsiteX1" fmla="*/ 183688 w 4824159"/>
              <a:gd name="connsiteY1" fmla="*/ 0 h 854880"/>
              <a:gd name="connsiteX2" fmla="*/ 4640471 w 4824159"/>
              <a:gd name="connsiteY2" fmla="*/ 0 h 854880"/>
              <a:gd name="connsiteX3" fmla="*/ 4824159 w 4824159"/>
              <a:gd name="connsiteY3" fmla="*/ 183688 h 854880"/>
              <a:gd name="connsiteX4" fmla="*/ 4824159 w 4824159"/>
              <a:gd name="connsiteY4" fmla="*/ 671192 h 854880"/>
              <a:gd name="connsiteX5" fmla="*/ 4640471 w 4824159"/>
              <a:gd name="connsiteY5" fmla="*/ 854880 h 854880"/>
              <a:gd name="connsiteX6" fmla="*/ 183688 w 4824159"/>
              <a:gd name="connsiteY6" fmla="*/ 854880 h 854880"/>
              <a:gd name="connsiteX7" fmla="*/ 0 w 4824159"/>
              <a:gd name="connsiteY7" fmla="*/ 671192 h 854880"/>
              <a:gd name="connsiteX8" fmla="*/ 0 w 4824159"/>
              <a:gd name="connsiteY8" fmla="*/ 183688 h 854880"/>
              <a:gd name="connsiteX0" fmla="*/ 0 w 4824159"/>
              <a:gd name="connsiteY0" fmla="*/ 183688 h 854880"/>
              <a:gd name="connsiteX1" fmla="*/ 183688 w 4824159"/>
              <a:gd name="connsiteY1" fmla="*/ 0 h 854880"/>
              <a:gd name="connsiteX2" fmla="*/ 4640471 w 4824159"/>
              <a:gd name="connsiteY2" fmla="*/ 0 h 854880"/>
              <a:gd name="connsiteX3" fmla="*/ 4824159 w 4824159"/>
              <a:gd name="connsiteY3" fmla="*/ 183688 h 854880"/>
              <a:gd name="connsiteX4" fmla="*/ 4824159 w 4824159"/>
              <a:gd name="connsiteY4" fmla="*/ 671192 h 854880"/>
              <a:gd name="connsiteX5" fmla="*/ 4640471 w 4824159"/>
              <a:gd name="connsiteY5" fmla="*/ 854880 h 854880"/>
              <a:gd name="connsiteX6" fmla="*/ 2387765 w 4824159"/>
              <a:gd name="connsiteY6" fmla="*/ 846560 h 854880"/>
              <a:gd name="connsiteX7" fmla="*/ 183688 w 4824159"/>
              <a:gd name="connsiteY7" fmla="*/ 854880 h 854880"/>
              <a:gd name="connsiteX8" fmla="*/ 0 w 4824159"/>
              <a:gd name="connsiteY8" fmla="*/ 671192 h 854880"/>
              <a:gd name="connsiteX9" fmla="*/ 0 w 4824159"/>
              <a:gd name="connsiteY9" fmla="*/ 183688 h 854880"/>
              <a:gd name="connsiteX0" fmla="*/ 0 w 4824159"/>
              <a:gd name="connsiteY0" fmla="*/ 191370 h 862562"/>
              <a:gd name="connsiteX1" fmla="*/ 183688 w 4824159"/>
              <a:gd name="connsiteY1" fmla="*/ 7682 h 862562"/>
              <a:gd name="connsiteX2" fmla="*/ 2381749 w 4824159"/>
              <a:gd name="connsiteY2" fmla="*/ 0 h 862562"/>
              <a:gd name="connsiteX3" fmla="*/ 4640471 w 4824159"/>
              <a:gd name="connsiteY3" fmla="*/ 7682 h 862562"/>
              <a:gd name="connsiteX4" fmla="*/ 4824159 w 4824159"/>
              <a:gd name="connsiteY4" fmla="*/ 191370 h 862562"/>
              <a:gd name="connsiteX5" fmla="*/ 4824159 w 4824159"/>
              <a:gd name="connsiteY5" fmla="*/ 678874 h 862562"/>
              <a:gd name="connsiteX6" fmla="*/ 4640471 w 4824159"/>
              <a:gd name="connsiteY6" fmla="*/ 862562 h 862562"/>
              <a:gd name="connsiteX7" fmla="*/ 2387765 w 4824159"/>
              <a:gd name="connsiteY7" fmla="*/ 854242 h 862562"/>
              <a:gd name="connsiteX8" fmla="*/ 183688 w 4824159"/>
              <a:gd name="connsiteY8" fmla="*/ 862562 h 862562"/>
              <a:gd name="connsiteX9" fmla="*/ 0 w 4824159"/>
              <a:gd name="connsiteY9" fmla="*/ 678874 h 862562"/>
              <a:gd name="connsiteX10" fmla="*/ 0 w 4824159"/>
              <a:gd name="connsiteY10" fmla="*/ 191370 h 862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24159" h="862562">
                <a:moveTo>
                  <a:pt x="0" y="191370"/>
                </a:moveTo>
                <a:cubicBezTo>
                  <a:pt x="0" y="89922"/>
                  <a:pt x="82240" y="7682"/>
                  <a:pt x="183688" y="7682"/>
                </a:cubicBezTo>
                <a:lnTo>
                  <a:pt x="2381749" y="0"/>
                </a:lnTo>
                <a:lnTo>
                  <a:pt x="4640471" y="7682"/>
                </a:lnTo>
                <a:cubicBezTo>
                  <a:pt x="4741919" y="7682"/>
                  <a:pt x="4824159" y="89922"/>
                  <a:pt x="4824159" y="191370"/>
                </a:cubicBezTo>
                <a:lnTo>
                  <a:pt x="4824159" y="678874"/>
                </a:lnTo>
                <a:cubicBezTo>
                  <a:pt x="4824159" y="780322"/>
                  <a:pt x="4741919" y="862562"/>
                  <a:pt x="4640471" y="862562"/>
                </a:cubicBezTo>
                <a:lnTo>
                  <a:pt x="2387765" y="854242"/>
                </a:lnTo>
                <a:lnTo>
                  <a:pt x="183688" y="862562"/>
                </a:lnTo>
                <a:cubicBezTo>
                  <a:pt x="82240" y="862562"/>
                  <a:pt x="0" y="780322"/>
                  <a:pt x="0" y="678874"/>
                </a:cubicBezTo>
                <a:lnTo>
                  <a:pt x="0" y="191370"/>
                </a:lnTo>
                <a:close/>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abgerundete Ecken 9">
            <a:extLst>
              <a:ext uri="{FF2B5EF4-FFF2-40B4-BE49-F238E27FC236}">
                <a16:creationId xmlns:a16="http://schemas.microsoft.com/office/drawing/2014/main" id="{332F695B-5872-9A1D-863C-EBAF22FFF401}"/>
              </a:ext>
            </a:extLst>
          </p:cNvPr>
          <p:cNvSpPr/>
          <p:nvPr/>
        </p:nvSpPr>
        <p:spPr>
          <a:xfrm>
            <a:off x="9119937" y="1497932"/>
            <a:ext cx="2442410" cy="5091126"/>
          </a:xfrm>
          <a:prstGeom prst="roundRect">
            <a:avLst>
              <a:gd name="adj" fmla="val 952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Inhaltsplatzhalter 1">
            <a:extLst>
              <a:ext uri="{FF2B5EF4-FFF2-40B4-BE49-F238E27FC236}">
                <a16:creationId xmlns:a16="http://schemas.microsoft.com/office/drawing/2014/main" id="{BFA1A62E-B0EB-EFAE-2E1F-ABBA809A4D9A}"/>
              </a:ext>
            </a:extLst>
          </p:cNvPr>
          <p:cNvSpPr>
            <a:spLocks noGrp="1"/>
          </p:cNvSpPr>
          <p:nvPr>
            <p:ph idx="1"/>
          </p:nvPr>
        </p:nvSpPr>
        <p:spPr>
          <a:xfrm>
            <a:off x="838200" y="1542476"/>
            <a:ext cx="5374635" cy="4634487"/>
          </a:xfrm>
        </p:spPr>
        <p:txBody>
          <a:bodyPr/>
          <a:lstStyle/>
          <a:p>
            <a:r>
              <a:rPr lang="en-US" dirty="0"/>
              <a:t>Pay attention to good contrasts</a:t>
            </a:r>
          </a:p>
          <a:p>
            <a:r>
              <a:rPr lang="de-DE" dirty="0"/>
              <a:t>Use </a:t>
            </a:r>
            <a:r>
              <a:rPr lang="de-DE" dirty="0" err="1"/>
              <a:t>these</a:t>
            </a:r>
            <a:r>
              <a:rPr lang="de-DE" dirty="0"/>
              <a:t> </a:t>
            </a:r>
            <a:r>
              <a:rPr lang="de-DE" dirty="0" err="1"/>
              <a:t>colors</a:t>
            </a:r>
            <a:r>
              <a:rPr lang="de-DE" dirty="0"/>
              <a:t> </a:t>
            </a:r>
            <a:r>
              <a:rPr lang="de-DE" dirty="0" err="1"/>
              <a:t>for</a:t>
            </a:r>
            <a:r>
              <a:rPr lang="de-DE" dirty="0"/>
              <a:t> </a:t>
            </a:r>
          </a:p>
          <a:p>
            <a:pPr lvl="1"/>
            <a:r>
              <a:rPr lang="de-DE" dirty="0">
                <a:solidFill>
                  <a:srgbClr val="1CC671"/>
                </a:solidFill>
              </a:rPr>
              <a:t>positive </a:t>
            </a:r>
            <a:r>
              <a:rPr lang="de-DE" dirty="0" err="1">
                <a:solidFill>
                  <a:srgbClr val="1CC671"/>
                </a:solidFill>
              </a:rPr>
              <a:t>accentuation</a:t>
            </a:r>
            <a:r>
              <a:rPr lang="de-DE" dirty="0">
                <a:solidFill>
                  <a:srgbClr val="1CC671"/>
                </a:solidFill>
              </a:rPr>
              <a:t> (#1CC671)</a:t>
            </a:r>
          </a:p>
          <a:p>
            <a:pPr lvl="1"/>
            <a:r>
              <a:rPr lang="de-DE" dirty="0">
                <a:solidFill>
                  <a:srgbClr val="DA593F"/>
                </a:solidFill>
              </a:rPr>
              <a:t>negative </a:t>
            </a:r>
            <a:r>
              <a:rPr lang="de-DE" dirty="0" err="1">
                <a:solidFill>
                  <a:srgbClr val="DA593F"/>
                </a:solidFill>
              </a:rPr>
              <a:t>accentuation</a:t>
            </a:r>
            <a:r>
              <a:rPr lang="de-DE" dirty="0">
                <a:solidFill>
                  <a:srgbClr val="DA593F"/>
                </a:solidFill>
              </a:rPr>
              <a:t> (#DA593F)</a:t>
            </a:r>
          </a:p>
        </p:txBody>
      </p:sp>
      <p:sp>
        <p:nvSpPr>
          <p:cNvPr id="3" name="Foliennummernplatzhalter 2">
            <a:extLst>
              <a:ext uri="{FF2B5EF4-FFF2-40B4-BE49-F238E27FC236}">
                <a16:creationId xmlns:a16="http://schemas.microsoft.com/office/drawing/2014/main" id="{5A45C2B6-9804-7D6D-F243-873DFD3DC938}"/>
              </a:ext>
            </a:extLst>
          </p:cNvPr>
          <p:cNvSpPr>
            <a:spLocks noGrp="1"/>
          </p:cNvSpPr>
          <p:nvPr>
            <p:ph type="sldNum" sz="quarter" idx="12"/>
          </p:nvPr>
        </p:nvSpPr>
        <p:spPr/>
        <p:txBody>
          <a:bodyPr/>
          <a:lstStyle/>
          <a:p>
            <a:fld id="{D21C33D4-00A5-43D5-B722-D2F2FA4CCA11}" type="slidenum">
              <a:rPr lang="de-DE" smtClean="0"/>
              <a:t>4</a:t>
            </a:fld>
            <a:endParaRPr lang="de-DE" dirty="0"/>
          </a:p>
        </p:txBody>
      </p:sp>
      <p:sp>
        <p:nvSpPr>
          <p:cNvPr id="4" name="Titel 3">
            <a:extLst>
              <a:ext uri="{FF2B5EF4-FFF2-40B4-BE49-F238E27FC236}">
                <a16:creationId xmlns:a16="http://schemas.microsoft.com/office/drawing/2014/main" id="{479EECF4-1D1F-A3A9-D2FB-94B1C06EE411}"/>
              </a:ext>
            </a:extLst>
          </p:cNvPr>
          <p:cNvSpPr>
            <a:spLocks noGrp="1"/>
          </p:cNvSpPr>
          <p:nvPr>
            <p:ph type="ctrTitle"/>
          </p:nvPr>
        </p:nvSpPr>
        <p:spPr/>
        <p:txBody>
          <a:bodyPr/>
          <a:lstStyle/>
          <a:p>
            <a:r>
              <a:rPr lang="de-DE" dirty="0"/>
              <a:t>Colors</a:t>
            </a:r>
          </a:p>
        </p:txBody>
      </p:sp>
      <p:sp>
        <p:nvSpPr>
          <p:cNvPr id="6" name="Textfeld 5">
            <a:extLst>
              <a:ext uri="{FF2B5EF4-FFF2-40B4-BE49-F238E27FC236}">
                <a16:creationId xmlns:a16="http://schemas.microsoft.com/office/drawing/2014/main" id="{DE95B547-F947-A535-3FCF-FA8A3046ABAE}"/>
              </a:ext>
            </a:extLst>
          </p:cNvPr>
          <p:cNvSpPr txBox="1"/>
          <p:nvPr/>
        </p:nvSpPr>
        <p:spPr>
          <a:xfrm>
            <a:off x="7639610" y="1640900"/>
            <a:ext cx="1185553" cy="584775"/>
          </a:xfrm>
          <a:prstGeom prst="rect">
            <a:avLst/>
          </a:prstGeom>
          <a:noFill/>
        </p:spPr>
        <p:txBody>
          <a:bodyPr wrap="square">
            <a:spAutoFit/>
          </a:bodyPr>
          <a:lstStyle/>
          <a:p>
            <a:pPr algn="l"/>
            <a:r>
              <a:rPr lang="de-DE" sz="1200" b="0" i="1" dirty="0">
                <a:solidFill>
                  <a:srgbClr val="222B50"/>
                </a:solidFill>
                <a:effectLst/>
                <a:latin typeface="+mj-lt"/>
              </a:rPr>
              <a:t>Midnight</a:t>
            </a:r>
          </a:p>
          <a:p>
            <a:pPr algn="l"/>
            <a:r>
              <a:rPr lang="de-DE" sz="1000" b="0" i="0" dirty="0">
                <a:solidFill>
                  <a:srgbClr val="222B50"/>
                </a:solidFill>
                <a:effectLst/>
              </a:rPr>
              <a:t>HEX       #222b50</a:t>
            </a:r>
          </a:p>
          <a:p>
            <a:pPr algn="l"/>
            <a:r>
              <a:rPr lang="de-DE" sz="1000" b="0" i="0" dirty="0">
                <a:solidFill>
                  <a:srgbClr val="222B50"/>
                </a:solidFill>
                <a:effectLst/>
              </a:rPr>
              <a:t>RGB       34, 43, 80</a:t>
            </a:r>
          </a:p>
        </p:txBody>
      </p:sp>
      <p:sp>
        <p:nvSpPr>
          <p:cNvPr id="7" name="Ellipse 6">
            <a:extLst>
              <a:ext uri="{FF2B5EF4-FFF2-40B4-BE49-F238E27FC236}">
                <a16:creationId xmlns:a16="http://schemas.microsoft.com/office/drawing/2014/main" id="{46119EB2-CDC0-8E0C-8728-A651B487DD21}"/>
              </a:ext>
            </a:extLst>
          </p:cNvPr>
          <p:cNvSpPr/>
          <p:nvPr/>
        </p:nvSpPr>
        <p:spPr>
          <a:xfrm>
            <a:off x="7049376" y="1693143"/>
            <a:ext cx="468000" cy="46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Textfeld 7">
            <a:extLst>
              <a:ext uri="{FF2B5EF4-FFF2-40B4-BE49-F238E27FC236}">
                <a16:creationId xmlns:a16="http://schemas.microsoft.com/office/drawing/2014/main" id="{B4EEEC04-B677-639D-E8E4-9A73C564C317}"/>
              </a:ext>
            </a:extLst>
          </p:cNvPr>
          <p:cNvSpPr txBox="1"/>
          <p:nvPr/>
        </p:nvSpPr>
        <p:spPr>
          <a:xfrm>
            <a:off x="10090927" y="1640900"/>
            <a:ext cx="1471420" cy="584775"/>
          </a:xfrm>
          <a:prstGeom prst="rect">
            <a:avLst/>
          </a:prstGeom>
          <a:noFill/>
        </p:spPr>
        <p:txBody>
          <a:bodyPr wrap="square">
            <a:spAutoFit/>
          </a:bodyPr>
          <a:lstStyle/>
          <a:p>
            <a:pPr algn="l"/>
            <a:r>
              <a:rPr lang="de-DE" sz="1200" b="0" i="1" dirty="0">
                <a:solidFill>
                  <a:schemeClr val="bg1"/>
                </a:solidFill>
                <a:effectLst/>
                <a:latin typeface="+mj-lt"/>
              </a:rPr>
              <a:t>Ivory</a:t>
            </a:r>
          </a:p>
          <a:p>
            <a:pPr algn="l"/>
            <a:r>
              <a:rPr lang="de-DE" sz="1000" b="0" i="0" dirty="0">
                <a:solidFill>
                  <a:schemeClr val="bg1"/>
                </a:solidFill>
                <a:effectLst/>
              </a:rPr>
              <a:t>HEX       #</a:t>
            </a:r>
            <a:r>
              <a:rPr lang="de-DE" sz="1000" b="0" i="0" dirty="0">
                <a:solidFill>
                  <a:srgbClr val="FBFDF6"/>
                </a:solidFill>
                <a:effectLst/>
              </a:rPr>
              <a:t>fbfdf6</a:t>
            </a:r>
            <a:endParaRPr lang="de-DE" sz="1000" b="0" i="0" dirty="0">
              <a:solidFill>
                <a:schemeClr val="bg1"/>
              </a:solidFill>
              <a:effectLst/>
            </a:endParaRPr>
          </a:p>
          <a:p>
            <a:pPr algn="l"/>
            <a:r>
              <a:rPr lang="de-DE" sz="1000" b="0" i="0" dirty="0">
                <a:solidFill>
                  <a:schemeClr val="bg1"/>
                </a:solidFill>
                <a:effectLst/>
              </a:rPr>
              <a:t>RGB       </a:t>
            </a:r>
            <a:r>
              <a:rPr lang="de-DE" sz="1000" b="0" i="0" dirty="0">
                <a:solidFill>
                  <a:srgbClr val="FBFDF6"/>
                </a:solidFill>
                <a:effectLst/>
              </a:rPr>
              <a:t>251, 253, 246</a:t>
            </a:r>
            <a:endParaRPr lang="de-DE" sz="1000" b="0" i="0" dirty="0">
              <a:solidFill>
                <a:schemeClr val="bg1"/>
              </a:solidFill>
              <a:effectLst/>
            </a:endParaRPr>
          </a:p>
        </p:txBody>
      </p:sp>
      <p:sp>
        <p:nvSpPr>
          <p:cNvPr id="9" name="Ellipse 8">
            <a:extLst>
              <a:ext uri="{FF2B5EF4-FFF2-40B4-BE49-F238E27FC236}">
                <a16:creationId xmlns:a16="http://schemas.microsoft.com/office/drawing/2014/main" id="{F278CB3E-B69C-EF49-09E2-5554845925D3}"/>
              </a:ext>
            </a:extLst>
          </p:cNvPr>
          <p:cNvSpPr/>
          <p:nvPr/>
        </p:nvSpPr>
        <p:spPr>
          <a:xfrm>
            <a:off x="9469824" y="1693142"/>
            <a:ext cx="468000" cy="46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feld 10">
            <a:extLst>
              <a:ext uri="{FF2B5EF4-FFF2-40B4-BE49-F238E27FC236}">
                <a16:creationId xmlns:a16="http://schemas.microsoft.com/office/drawing/2014/main" id="{EBFABED7-D769-4EB7-DF7A-392E201FBFC8}"/>
              </a:ext>
            </a:extLst>
          </p:cNvPr>
          <p:cNvSpPr txBox="1"/>
          <p:nvPr/>
        </p:nvSpPr>
        <p:spPr>
          <a:xfrm>
            <a:off x="7639610" y="2371400"/>
            <a:ext cx="1185553" cy="584775"/>
          </a:xfrm>
          <a:prstGeom prst="rect">
            <a:avLst/>
          </a:prstGeom>
          <a:noFill/>
        </p:spPr>
        <p:txBody>
          <a:bodyPr wrap="square">
            <a:spAutoFit/>
          </a:bodyPr>
          <a:lstStyle/>
          <a:p>
            <a:pPr algn="l"/>
            <a:r>
              <a:rPr lang="de-DE" sz="1200" b="0" i="1" dirty="0">
                <a:solidFill>
                  <a:srgbClr val="222B50"/>
                </a:solidFill>
                <a:effectLst/>
                <a:latin typeface="+mj-lt"/>
              </a:rPr>
              <a:t>Azure</a:t>
            </a:r>
          </a:p>
          <a:p>
            <a:pPr algn="l"/>
            <a:r>
              <a:rPr lang="de-DE" sz="1000" b="0" i="0" dirty="0">
                <a:solidFill>
                  <a:srgbClr val="222B50"/>
                </a:solidFill>
                <a:effectLst/>
              </a:rPr>
              <a:t>HEX       #003e7d</a:t>
            </a:r>
          </a:p>
          <a:p>
            <a:pPr algn="l"/>
            <a:r>
              <a:rPr lang="de-DE" sz="1000" b="0" i="0" dirty="0">
                <a:solidFill>
                  <a:srgbClr val="222B50"/>
                </a:solidFill>
                <a:effectLst/>
              </a:rPr>
              <a:t>RGB       0, 62, 125</a:t>
            </a:r>
          </a:p>
        </p:txBody>
      </p:sp>
      <p:sp>
        <p:nvSpPr>
          <p:cNvPr id="12" name="Ellipse 11">
            <a:extLst>
              <a:ext uri="{FF2B5EF4-FFF2-40B4-BE49-F238E27FC236}">
                <a16:creationId xmlns:a16="http://schemas.microsoft.com/office/drawing/2014/main" id="{C13BCFD0-2E5A-A41A-AB6E-785652A02EEB}"/>
              </a:ext>
            </a:extLst>
          </p:cNvPr>
          <p:cNvSpPr/>
          <p:nvPr/>
        </p:nvSpPr>
        <p:spPr>
          <a:xfrm>
            <a:off x="7049376" y="2423643"/>
            <a:ext cx="468000" cy="468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Textfeld 12">
            <a:extLst>
              <a:ext uri="{FF2B5EF4-FFF2-40B4-BE49-F238E27FC236}">
                <a16:creationId xmlns:a16="http://schemas.microsoft.com/office/drawing/2014/main" id="{D66E70B8-AFCA-A335-F1ED-39D1D003C1F4}"/>
              </a:ext>
            </a:extLst>
          </p:cNvPr>
          <p:cNvSpPr txBox="1"/>
          <p:nvPr/>
        </p:nvSpPr>
        <p:spPr>
          <a:xfrm>
            <a:off x="10090927" y="2371400"/>
            <a:ext cx="1471420" cy="584775"/>
          </a:xfrm>
          <a:prstGeom prst="rect">
            <a:avLst/>
          </a:prstGeom>
          <a:noFill/>
        </p:spPr>
        <p:txBody>
          <a:bodyPr wrap="square">
            <a:spAutoFit/>
          </a:bodyPr>
          <a:lstStyle/>
          <a:p>
            <a:pPr algn="l"/>
            <a:r>
              <a:rPr lang="de-DE" sz="1200" b="0" i="1" dirty="0" err="1">
                <a:solidFill>
                  <a:schemeClr val="bg1"/>
                </a:solidFill>
                <a:effectLst/>
                <a:latin typeface="+mj-lt"/>
              </a:rPr>
              <a:t>Linen</a:t>
            </a:r>
            <a:endParaRPr lang="de-DE" sz="1200" b="0" i="1" dirty="0">
              <a:solidFill>
                <a:schemeClr val="bg1"/>
              </a:solidFill>
              <a:effectLst/>
              <a:latin typeface="+mj-lt"/>
            </a:endParaRPr>
          </a:p>
          <a:p>
            <a:pPr algn="l"/>
            <a:r>
              <a:rPr lang="de-DE" sz="1000" b="0" i="0" dirty="0">
                <a:solidFill>
                  <a:schemeClr val="bg1"/>
                </a:solidFill>
                <a:effectLst/>
              </a:rPr>
              <a:t>HEX       #</a:t>
            </a:r>
            <a:r>
              <a:rPr lang="de-DE" sz="1000" b="0" i="0" dirty="0">
                <a:solidFill>
                  <a:srgbClr val="FBFDF6"/>
                </a:solidFill>
                <a:effectLst/>
              </a:rPr>
              <a:t>ccc6c2</a:t>
            </a:r>
            <a:endParaRPr lang="de-DE" sz="1000" b="0" i="0" dirty="0">
              <a:solidFill>
                <a:schemeClr val="bg1"/>
              </a:solidFill>
              <a:effectLst/>
            </a:endParaRPr>
          </a:p>
          <a:p>
            <a:pPr algn="l"/>
            <a:r>
              <a:rPr lang="de-DE" sz="1000" b="0" i="0" dirty="0">
                <a:solidFill>
                  <a:schemeClr val="bg1"/>
                </a:solidFill>
                <a:effectLst/>
              </a:rPr>
              <a:t>RGB       </a:t>
            </a:r>
            <a:r>
              <a:rPr lang="de-DE" sz="1000" b="0" i="0" dirty="0">
                <a:solidFill>
                  <a:srgbClr val="FBFDF6"/>
                </a:solidFill>
                <a:effectLst/>
              </a:rPr>
              <a:t>204, 198, 194</a:t>
            </a:r>
            <a:endParaRPr lang="de-DE" sz="1000" b="0" i="0" dirty="0">
              <a:solidFill>
                <a:schemeClr val="bg1"/>
              </a:solidFill>
              <a:effectLst/>
            </a:endParaRPr>
          </a:p>
        </p:txBody>
      </p:sp>
      <p:sp>
        <p:nvSpPr>
          <p:cNvPr id="14" name="Ellipse 13">
            <a:extLst>
              <a:ext uri="{FF2B5EF4-FFF2-40B4-BE49-F238E27FC236}">
                <a16:creationId xmlns:a16="http://schemas.microsoft.com/office/drawing/2014/main" id="{ED273368-29BB-F4D5-12D6-58A6C09F7FC8}"/>
              </a:ext>
            </a:extLst>
          </p:cNvPr>
          <p:cNvSpPr/>
          <p:nvPr/>
        </p:nvSpPr>
        <p:spPr>
          <a:xfrm>
            <a:off x="9469824" y="2423642"/>
            <a:ext cx="468000" cy="468000"/>
          </a:xfrm>
          <a:prstGeom prst="ellipse">
            <a:avLst/>
          </a:prstGeom>
          <a:solidFill>
            <a:srgbClr val="CCC6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Textfeld 14">
            <a:extLst>
              <a:ext uri="{FF2B5EF4-FFF2-40B4-BE49-F238E27FC236}">
                <a16:creationId xmlns:a16="http://schemas.microsoft.com/office/drawing/2014/main" id="{69D19102-281E-7BE2-F4DF-2F28853A2FFF}"/>
              </a:ext>
            </a:extLst>
          </p:cNvPr>
          <p:cNvSpPr txBox="1"/>
          <p:nvPr/>
        </p:nvSpPr>
        <p:spPr>
          <a:xfrm>
            <a:off x="7639610" y="3151385"/>
            <a:ext cx="1185553" cy="584775"/>
          </a:xfrm>
          <a:prstGeom prst="rect">
            <a:avLst/>
          </a:prstGeom>
          <a:noFill/>
        </p:spPr>
        <p:txBody>
          <a:bodyPr wrap="square">
            <a:spAutoFit/>
          </a:bodyPr>
          <a:lstStyle/>
          <a:p>
            <a:pPr algn="l"/>
            <a:r>
              <a:rPr lang="de-DE" sz="1200" b="0" i="1" dirty="0">
                <a:solidFill>
                  <a:srgbClr val="222B50"/>
                </a:solidFill>
                <a:effectLst/>
                <a:latin typeface="+mj-lt"/>
              </a:rPr>
              <a:t>Cobalt</a:t>
            </a:r>
          </a:p>
          <a:p>
            <a:pPr algn="l"/>
            <a:r>
              <a:rPr lang="de-DE" sz="1000" b="0" i="0" dirty="0">
                <a:solidFill>
                  <a:srgbClr val="222B50"/>
                </a:solidFill>
                <a:effectLst/>
              </a:rPr>
              <a:t>HEX       #00609e</a:t>
            </a:r>
          </a:p>
          <a:p>
            <a:pPr algn="l"/>
            <a:r>
              <a:rPr lang="de-DE" sz="1000" b="0" i="0" dirty="0">
                <a:solidFill>
                  <a:srgbClr val="222B50"/>
                </a:solidFill>
                <a:effectLst/>
              </a:rPr>
              <a:t>RGB       0, 96, 158</a:t>
            </a:r>
          </a:p>
        </p:txBody>
      </p:sp>
      <p:sp>
        <p:nvSpPr>
          <p:cNvPr id="16" name="Ellipse 15">
            <a:extLst>
              <a:ext uri="{FF2B5EF4-FFF2-40B4-BE49-F238E27FC236}">
                <a16:creationId xmlns:a16="http://schemas.microsoft.com/office/drawing/2014/main" id="{9A1DF49C-987F-63E6-C80F-1A7E5842BB61}"/>
              </a:ext>
            </a:extLst>
          </p:cNvPr>
          <p:cNvSpPr/>
          <p:nvPr/>
        </p:nvSpPr>
        <p:spPr>
          <a:xfrm>
            <a:off x="7049376" y="3203628"/>
            <a:ext cx="468000" cy="468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Textfeld 16">
            <a:extLst>
              <a:ext uri="{FF2B5EF4-FFF2-40B4-BE49-F238E27FC236}">
                <a16:creationId xmlns:a16="http://schemas.microsoft.com/office/drawing/2014/main" id="{9C0CF528-887C-C0B2-6F58-A17651779C2E}"/>
              </a:ext>
            </a:extLst>
          </p:cNvPr>
          <p:cNvSpPr txBox="1"/>
          <p:nvPr/>
        </p:nvSpPr>
        <p:spPr>
          <a:xfrm>
            <a:off x="10090927" y="3151385"/>
            <a:ext cx="1471420" cy="584775"/>
          </a:xfrm>
          <a:prstGeom prst="rect">
            <a:avLst/>
          </a:prstGeom>
          <a:noFill/>
        </p:spPr>
        <p:txBody>
          <a:bodyPr wrap="square">
            <a:spAutoFit/>
          </a:bodyPr>
          <a:lstStyle/>
          <a:p>
            <a:pPr algn="l"/>
            <a:r>
              <a:rPr lang="de-DE" sz="1200" b="0" i="1" dirty="0">
                <a:solidFill>
                  <a:schemeClr val="bg1"/>
                </a:solidFill>
                <a:effectLst/>
                <a:latin typeface="+mj-lt"/>
              </a:rPr>
              <a:t>Marble</a:t>
            </a:r>
          </a:p>
          <a:p>
            <a:pPr algn="l"/>
            <a:r>
              <a:rPr lang="de-DE" sz="1000" b="0" i="0" dirty="0">
                <a:solidFill>
                  <a:schemeClr val="bg1"/>
                </a:solidFill>
                <a:effectLst/>
              </a:rPr>
              <a:t>HEX       #</a:t>
            </a:r>
            <a:r>
              <a:rPr lang="de-DE" sz="1000" b="0" i="0" dirty="0">
                <a:solidFill>
                  <a:srgbClr val="FBFDF6"/>
                </a:solidFill>
                <a:effectLst/>
              </a:rPr>
              <a:t>efebe4</a:t>
            </a:r>
            <a:endParaRPr lang="de-DE" sz="1000" b="0" i="0" dirty="0">
              <a:solidFill>
                <a:schemeClr val="bg1"/>
              </a:solidFill>
              <a:effectLst/>
            </a:endParaRPr>
          </a:p>
          <a:p>
            <a:pPr algn="l"/>
            <a:r>
              <a:rPr lang="de-DE" sz="1000" b="0" i="0" dirty="0">
                <a:solidFill>
                  <a:schemeClr val="bg1"/>
                </a:solidFill>
                <a:effectLst/>
              </a:rPr>
              <a:t>RGB       </a:t>
            </a:r>
            <a:r>
              <a:rPr lang="de-DE" sz="1000" b="0" i="0" dirty="0">
                <a:solidFill>
                  <a:srgbClr val="FBFDF6"/>
                </a:solidFill>
                <a:effectLst/>
              </a:rPr>
              <a:t>239, 235, 228</a:t>
            </a:r>
            <a:endParaRPr lang="de-DE" sz="1000" b="0" i="0" dirty="0">
              <a:solidFill>
                <a:schemeClr val="bg1"/>
              </a:solidFill>
              <a:effectLst/>
            </a:endParaRPr>
          </a:p>
        </p:txBody>
      </p:sp>
      <p:sp>
        <p:nvSpPr>
          <p:cNvPr id="18" name="Ellipse 17">
            <a:extLst>
              <a:ext uri="{FF2B5EF4-FFF2-40B4-BE49-F238E27FC236}">
                <a16:creationId xmlns:a16="http://schemas.microsoft.com/office/drawing/2014/main" id="{6E58EDEF-BE83-4FB6-13F5-8293DD1BC72A}"/>
              </a:ext>
            </a:extLst>
          </p:cNvPr>
          <p:cNvSpPr/>
          <p:nvPr/>
        </p:nvSpPr>
        <p:spPr>
          <a:xfrm>
            <a:off x="9469824" y="3203627"/>
            <a:ext cx="468000" cy="468000"/>
          </a:xfrm>
          <a:prstGeom prst="ellipse">
            <a:avLst/>
          </a:prstGeom>
          <a:solidFill>
            <a:srgbClr val="EFEB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7" name="Textfeld 26">
            <a:extLst>
              <a:ext uri="{FF2B5EF4-FFF2-40B4-BE49-F238E27FC236}">
                <a16:creationId xmlns:a16="http://schemas.microsoft.com/office/drawing/2014/main" id="{42A5B35E-29F8-233C-1AC3-D7DBF0BFBAF4}"/>
              </a:ext>
            </a:extLst>
          </p:cNvPr>
          <p:cNvSpPr txBox="1"/>
          <p:nvPr/>
        </p:nvSpPr>
        <p:spPr>
          <a:xfrm>
            <a:off x="7639610" y="3931370"/>
            <a:ext cx="1245207" cy="584775"/>
          </a:xfrm>
          <a:prstGeom prst="rect">
            <a:avLst/>
          </a:prstGeom>
          <a:noFill/>
        </p:spPr>
        <p:txBody>
          <a:bodyPr wrap="square">
            <a:spAutoFit/>
          </a:bodyPr>
          <a:lstStyle/>
          <a:p>
            <a:pPr algn="l"/>
            <a:r>
              <a:rPr lang="de-DE" sz="1200" b="0" i="1" dirty="0">
                <a:solidFill>
                  <a:srgbClr val="222B50"/>
                </a:solidFill>
                <a:effectLst/>
                <a:latin typeface="+mj-lt"/>
              </a:rPr>
              <a:t>Sky</a:t>
            </a:r>
          </a:p>
          <a:p>
            <a:pPr algn="l"/>
            <a:r>
              <a:rPr lang="de-DE" sz="1000" b="0" i="0" dirty="0">
                <a:solidFill>
                  <a:srgbClr val="222B50"/>
                </a:solidFill>
                <a:effectLst/>
              </a:rPr>
              <a:t>HEX       #0080ff</a:t>
            </a:r>
          </a:p>
          <a:p>
            <a:pPr algn="l"/>
            <a:r>
              <a:rPr lang="de-DE" sz="1000" b="0" i="0" dirty="0">
                <a:solidFill>
                  <a:srgbClr val="222B50"/>
                </a:solidFill>
                <a:effectLst/>
              </a:rPr>
              <a:t>RGB       0, 128, 255</a:t>
            </a:r>
          </a:p>
        </p:txBody>
      </p:sp>
      <p:sp>
        <p:nvSpPr>
          <p:cNvPr id="28" name="Ellipse 27">
            <a:extLst>
              <a:ext uri="{FF2B5EF4-FFF2-40B4-BE49-F238E27FC236}">
                <a16:creationId xmlns:a16="http://schemas.microsoft.com/office/drawing/2014/main" id="{A56FB598-441D-91FD-87C7-BBCF9FA9BF0B}"/>
              </a:ext>
            </a:extLst>
          </p:cNvPr>
          <p:cNvSpPr/>
          <p:nvPr/>
        </p:nvSpPr>
        <p:spPr>
          <a:xfrm>
            <a:off x="7049376" y="3983613"/>
            <a:ext cx="468000" cy="468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Textfeld 28">
            <a:extLst>
              <a:ext uri="{FF2B5EF4-FFF2-40B4-BE49-F238E27FC236}">
                <a16:creationId xmlns:a16="http://schemas.microsoft.com/office/drawing/2014/main" id="{816F67EB-8E63-637D-AC15-9040D8DFB5F8}"/>
              </a:ext>
            </a:extLst>
          </p:cNvPr>
          <p:cNvSpPr txBox="1"/>
          <p:nvPr/>
        </p:nvSpPr>
        <p:spPr>
          <a:xfrm>
            <a:off x="10090927" y="3931370"/>
            <a:ext cx="1471420" cy="584775"/>
          </a:xfrm>
          <a:prstGeom prst="rect">
            <a:avLst/>
          </a:prstGeom>
          <a:noFill/>
        </p:spPr>
        <p:txBody>
          <a:bodyPr wrap="square">
            <a:spAutoFit/>
          </a:bodyPr>
          <a:lstStyle/>
          <a:p>
            <a:pPr algn="l"/>
            <a:r>
              <a:rPr lang="de-DE" sz="1200" b="0" i="1" dirty="0">
                <a:solidFill>
                  <a:schemeClr val="bg1"/>
                </a:solidFill>
                <a:effectLst/>
                <a:latin typeface="+mj-lt"/>
              </a:rPr>
              <a:t>Pepper</a:t>
            </a:r>
          </a:p>
          <a:p>
            <a:pPr algn="l"/>
            <a:r>
              <a:rPr lang="de-DE" sz="1000" b="0" i="0" dirty="0">
                <a:solidFill>
                  <a:schemeClr val="bg1"/>
                </a:solidFill>
                <a:effectLst/>
              </a:rPr>
              <a:t>HEX       #</a:t>
            </a:r>
            <a:r>
              <a:rPr lang="de-DE" sz="1000" b="0" i="0" dirty="0">
                <a:solidFill>
                  <a:srgbClr val="FBFDF6"/>
                </a:solidFill>
                <a:effectLst/>
              </a:rPr>
              <a:t>999592</a:t>
            </a:r>
          </a:p>
          <a:p>
            <a:pPr algn="l"/>
            <a:r>
              <a:rPr lang="de-DE" sz="1000" b="0" i="0" dirty="0">
                <a:solidFill>
                  <a:schemeClr val="bg1"/>
                </a:solidFill>
                <a:effectLst/>
              </a:rPr>
              <a:t>RGB       </a:t>
            </a:r>
            <a:r>
              <a:rPr lang="de-DE" sz="1000" b="0" i="0" dirty="0">
                <a:solidFill>
                  <a:srgbClr val="FBFDF6"/>
                </a:solidFill>
                <a:effectLst/>
              </a:rPr>
              <a:t>153, 149, 146</a:t>
            </a:r>
            <a:endParaRPr lang="de-DE" sz="1000" b="0" i="0" dirty="0">
              <a:solidFill>
                <a:schemeClr val="bg1"/>
              </a:solidFill>
              <a:effectLst/>
            </a:endParaRPr>
          </a:p>
        </p:txBody>
      </p:sp>
      <p:sp>
        <p:nvSpPr>
          <p:cNvPr id="30" name="Ellipse 29">
            <a:extLst>
              <a:ext uri="{FF2B5EF4-FFF2-40B4-BE49-F238E27FC236}">
                <a16:creationId xmlns:a16="http://schemas.microsoft.com/office/drawing/2014/main" id="{703770C5-D1D7-93D5-4564-32FE7FF1BE54}"/>
              </a:ext>
            </a:extLst>
          </p:cNvPr>
          <p:cNvSpPr/>
          <p:nvPr/>
        </p:nvSpPr>
        <p:spPr>
          <a:xfrm>
            <a:off x="9469824" y="3983612"/>
            <a:ext cx="468000" cy="468000"/>
          </a:xfrm>
          <a:prstGeom prst="ellipse">
            <a:avLst/>
          </a:prstGeom>
          <a:solidFill>
            <a:srgbClr val="9995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1" name="Textfeld 30">
            <a:extLst>
              <a:ext uri="{FF2B5EF4-FFF2-40B4-BE49-F238E27FC236}">
                <a16:creationId xmlns:a16="http://schemas.microsoft.com/office/drawing/2014/main" id="{6F1095EC-C563-F637-D1A4-46CDF18AADC9}"/>
              </a:ext>
            </a:extLst>
          </p:cNvPr>
          <p:cNvSpPr txBox="1"/>
          <p:nvPr/>
        </p:nvSpPr>
        <p:spPr>
          <a:xfrm>
            <a:off x="7639610" y="5764901"/>
            <a:ext cx="1185553" cy="584775"/>
          </a:xfrm>
          <a:prstGeom prst="rect">
            <a:avLst/>
          </a:prstGeom>
          <a:noFill/>
        </p:spPr>
        <p:txBody>
          <a:bodyPr wrap="square">
            <a:spAutoFit/>
          </a:bodyPr>
          <a:lstStyle/>
          <a:p>
            <a:pPr algn="l"/>
            <a:r>
              <a:rPr lang="de-DE" sz="1200" b="0" i="1" dirty="0">
                <a:solidFill>
                  <a:srgbClr val="222B50"/>
                </a:solidFill>
                <a:effectLst/>
                <a:latin typeface="+mj-lt"/>
              </a:rPr>
              <a:t>Black</a:t>
            </a:r>
          </a:p>
          <a:p>
            <a:pPr algn="l"/>
            <a:r>
              <a:rPr lang="de-DE" sz="1000" b="0" i="0" dirty="0">
                <a:solidFill>
                  <a:srgbClr val="222B50"/>
                </a:solidFill>
                <a:effectLst/>
              </a:rPr>
              <a:t>HEX       #000000</a:t>
            </a:r>
          </a:p>
          <a:p>
            <a:pPr algn="l"/>
            <a:r>
              <a:rPr lang="de-DE" sz="1000" b="0" i="0" dirty="0">
                <a:solidFill>
                  <a:srgbClr val="222B50"/>
                </a:solidFill>
                <a:effectLst/>
              </a:rPr>
              <a:t>RGB       0, 0, 0</a:t>
            </a:r>
          </a:p>
        </p:txBody>
      </p:sp>
      <p:sp>
        <p:nvSpPr>
          <p:cNvPr id="32" name="Ellipse 31">
            <a:extLst>
              <a:ext uri="{FF2B5EF4-FFF2-40B4-BE49-F238E27FC236}">
                <a16:creationId xmlns:a16="http://schemas.microsoft.com/office/drawing/2014/main" id="{A805CB9D-1513-5E7B-1825-1C3B3DFF2C51}"/>
              </a:ext>
            </a:extLst>
          </p:cNvPr>
          <p:cNvSpPr/>
          <p:nvPr/>
        </p:nvSpPr>
        <p:spPr>
          <a:xfrm>
            <a:off x="7049376" y="5814199"/>
            <a:ext cx="468000" cy="468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3" name="Textfeld 32">
            <a:extLst>
              <a:ext uri="{FF2B5EF4-FFF2-40B4-BE49-F238E27FC236}">
                <a16:creationId xmlns:a16="http://schemas.microsoft.com/office/drawing/2014/main" id="{7ABE4FCD-268E-567B-472E-C8714CAF1EF2}"/>
              </a:ext>
            </a:extLst>
          </p:cNvPr>
          <p:cNvSpPr txBox="1"/>
          <p:nvPr/>
        </p:nvSpPr>
        <p:spPr>
          <a:xfrm>
            <a:off x="10090927" y="5761956"/>
            <a:ext cx="1471420" cy="584775"/>
          </a:xfrm>
          <a:prstGeom prst="rect">
            <a:avLst/>
          </a:prstGeom>
          <a:noFill/>
        </p:spPr>
        <p:txBody>
          <a:bodyPr wrap="square">
            <a:spAutoFit/>
          </a:bodyPr>
          <a:lstStyle/>
          <a:p>
            <a:pPr algn="l"/>
            <a:r>
              <a:rPr lang="de-DE" sz="1200" b="0" i="1" dirty="0">
                <a:solidFill>
                  <a:schemeClr val="bg1"/>
                </a:solidFill>
                <a:effectLst/>
                <a:latin typeface="+mj-lt"/>
              </a:rPr>
              <a:t>White</a:t>
            </a:r>
          </a:p>
          <a:p>
            <a:pPr algn="l"/>
            <a:r>
              <a:rPr lang="de-DE" sz="1000" b="0" i="0" dirty="0">
                <a:solidFill>
                  <a:schemeClr val="bg1"/>
                </a:solidFill>
                <a:effectLst/>
              </a:rPr>
              <a:t>HEX       #</a:t>
            </a:r>
            <a:r>
              <a:rPr lang="de-DE" sz="1000" b="0" i="0" dirty="0">
                <a:solidFill>
                  <a:srgbClr val="FBFDF6"/>
                </a:solidFill>
                <a:effectLst/>
              </a:rPr>
              <a:t>ffffff</a:t>
            </a:r>
          </a:p>
          <a:p>
            <a:pPr algn="l"/>
            <a:r>
              <a:rPr lang="de-DE" sz="1000" b="0" i="0" dirty="0">
                <a:solidFill>
                  <a:schemeClr val="bg1"/>
                </a:solidFill>
                <a:effectLst/>
              </a:rPr>
              <a:t>RGB       </a:t>
            </a:r>
            <a:r>
              <a:rPr lang="de-DE" sz="1000" b="0" i="0" dirty="0">
                <a:solidFill>
                  <a:srgbClr val="FBFDF6"/>
                </a:solidFill>
                <a:effectLst/>
              </a:rPr>
              <a:t>255, 255, 255</a:t>
            </a:r>
            <a:endParaRPr lang="de-DE" sz="1000" b="0" i="0" dirty="0">
              <a:solidFill>
                <a:schemeClr val="bg1"/>
              </a:solidFill>
              <a:effectLst/>
            </a:endParaRPr>
          </a:p>
        </p:txBody>
      </p:sp>
      <p:sp>
        <p:nvSpPr>
          <p:cNvPr id="34" name="Ellipse 33">
            <a:extLst>
              <a:ext uri="{FF2B5EF4-FFF2-40B4-BE49-F238E27FC236}">
                <a16:creationId xmlns:a16="http://schemas.microsoft.com/office/drawing/2014/main" id="{5FA906AE-F0BD-7F49-4F96-3C7275C384B7}"/>
              </a:ext>
            </a:extLst>
          </p:cNvPr>
          <p:cNvSpPr/>
          <p:nvPr/>
        </p:nvSpPr>
        <p:spPr>
          <a:xfrm>
            <a:off x="9469824" y="5814198"/>
            <a:ext cx="468000" cy="4680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Rechteck: abgerundete Ecken 38">
            <a:extLst>
              <a:ext uri="{FF2B5EF4-FFF2-40B4-BE49-F238E27FC236}">
                <a16:creationId xmlns:a16="http://schemas.microsoft.com/office/drawing/2014/main" id="{5087C7F5-543E-4F22-6162-50B689257CA0}"/>
              </a:ext>
            </a:extLst>
          </p:cNvPr>
          <p:cNvSpPr/>
          <p:nvPr/>
        </p:nvSpPr>
        <p:spPr>
          <a:xfrm>
            <a:off x="9115383" y="5410400"/>
            <a:ext cx="2381751" cy="983473"/>
          </a:xfrm>
          <a:custGeom>
            <a:avLst/>
            <a:gdLst>
              <a:gd name="connsiteX0" fmla="*/ 0 w 4824159"/>
              <a:gd name="connsiteY0" fmla="*/ 183688 h 854880"/>
              <a:gd name="connsiteX1" fmla="*/ 183688 w 4824159"/>
              <a:gd name="connsiteY1" fmla="*/ 0 h 854880"/>
              <a:gd name="connsiteX2" fmla="*/ 4640471 w 4824159"/>
              <a:gd name="connsiteY2" fmla="*/ 0 h 854880"/>
              <a:gd name="connsiteX3" fmla="*/ 4824159 w 4824159"/>
              <a:gd name="connsiteY3" fmla="*/ 183688 h 854880"/>
              <a:gd name="connsiteX4" fmla="*/ 4824159 w 4824159"/>
              <a:gd name="connsiteY4" fmla="*/ 671192 h 854880"/>
              <a:gd name="connsiteX5" fmla="*/ 4640471 w 4824159"/>
              <a:gd name="connsiteY5" fmla="*/ 854880 h 854880"/>
              <a:gd name="connsiteX6" fmla="*/ 183688 w 4824159"/>
              <a:gd name="connsiteY6" fmla="*/ 854880 h 854880"/>
              <a:gd name="connsiteX7" fmla="*/ 0 w 4824159"/>
              <a:gd name="connsiteY7" fmla="*/ 671192 h 854880"/>
              <a:gd name="connsiteX8" fmla="*/ 0 w 4824159"/>
              <a:gd name="connsiteY8" fmla="*/ 183688 h 854880"/>
              <a:gd name="connsiteX0" fmla="*/ 0 w 4824159"/>
              <a:gd name="connsiteY0" fmla="*/ 183688 h 854880"/>
              <a:gd name="connsiteX1" fmla="*/ 183688 w 4824159"/>
              <a:gd name="connsiteY1" fmla="*/ 0 h 854880"/>
              <a:gd name="connsiteX2" fmla="*/ 4640471 w 4824159"/>
              <a:gd name="connsiteY2" fmla="*/ 0 h 854880"/>
              <a:gd name="connsiteX3" fmla="*/ 4824159 w 4824159"/>
              <a:gd name="connsiteY3" fmla="*/ 183688 h 854880"/>
              <a:gd name="connsiteX4" fmla="*/ 4824159 w 4824159"/>
              <a:gd name="connsiteY4" fmla="*/ 671192 h 854880"/>
              <a:gd name="connsiteX5" fmla="*/ 4640471 w 4824159"/>
              <a:gd name="connsiteY5" fmla="*/ 854880 h 854880"/>
              <a:gd name="connsiteX6" fmla="*/ 2387765 w 4824159"/>
              <a:gd name="connsiteY6" fmla="*/ 846560 h 854880"/>
              <a:gd name="connsiteX7" fmla="*/ 183688 w 4824159"/>
              <a:gd name="connsiteY7" fmla="*/ 854880 h 854880"/>
              <a:gd name="connsiteX8" fmla="*/ 0 w 4824159"/>
              <a:gd name="connsiteY8" fmla="*/ 671192 h 854880"/>
              <a:gd name="connsiteX9" fmla="*/ 0 w 4824159"/>
              <a:gd name="connsiteY9" fmla="*/ 183688 h 854880"/>
              <a:gd name="connsiteX0" fmla="*/ 0 w 4824159"/>
              <a:gd name="connsiteY0" fmla="*/ 183688 h 854880"/>
              <a:gd name="connsiteX1" fmla="*/ 183688 w 4824159"/>
              <a:gd name="connsiteY1" fmla="*/ 0 h 854880"/>
              <a:gd name="connsiteX2" fmla="*/ 4640471 w 4824159"/>
              <a:gd name="connsiteY2" fmla="*/ 0 h 854880"/>
              <a:gd name="connsiteX3" fmla="*/ 4824159 w 4824159"/>
              <a:gd name="connsiteY3" fmla="*/ 183688 h 854880"/>
              <a:gd name="connsiteX4" fmla="*/ 4824159 w 4824159"/>
              <a:gd name="connsiteY4" fmla="*/ 671192 h 854880"/>
              <a:gd name="connsiteX5" fmla="*/ 4640471 w 4824159"/>
              <a:gd name="connsiteY5" fmla="*/ 854880 h 854880"/>
              <a:gd name="connsiteX6" fmla="*/ 183688 w 4824159"/>
              <a:gd name="connsiteY6" fmla="*/ 854880 h 854880"/>
              <a:gd name="connsiteX7" fmla="*/ 0 w 4824159"/>
              <a:gd name="connsiteY7" fmla="*/ 671192 h 854880"/>
              <a:gd name="connsiteX8" fmla="*/ 0 w 4824159"/>
              <a:gd name="connsiteY8" fmla="*/ 183688 h 854880"/>
              <a:gd name="connsiteX0" fmla="*/ 0 w 4824159"/>
              <a:gd name="connsiteY0" fmla="*/ 183688 h 854880"/>
              <a:gd name="connsiteX1" fmla="*/ 183688 w 4824159"/>
              <a:gd name="connsiteY1" fmla="*/ 0 h 854880"/>
              <a:gd name="connsiteX2" fmla="*/ 4640471 w 4824159"/>
              <a:gd name="connsiteY2" fmla="*/ 0 h 854880"/>
              <a:gd name="connsiteX3" fmla="*/ 4824159 w 4824159"/>
              <a:gd name="connsiteY3" fmla="*/ 183688 h 854880"/>
              <a:gd name="connsiteX4" fmla="*/ 4824159 w 4824159"/>
              <a:gd name="connsiteY4" fmla="*/ 671192 h 854880"/>
              <a:gd name="connsiteX5" fmla="*/ 4640471 w 4824159"/>
              <a:gd name="connsiteY5" fmla="*/ 854880 h 854880"/>
              <a:gd name="connsiteX6" fmla="*/ 2387765 w 4824159"/>
              <a:gd name="connsiteY6" fmla="*/ 846560 h 854880"/>
              <a:gd name="connsiteX7" fmla="*/ 183688 w 4824159"/>
              <a:gd name="connsiteY7" fmla="*/ 854880 h 854880"/>
              <a:gd name="connsiteX8" fmla="*/ 0 w 4824159"/>
              <a:gd name="connsiteY8" fmla="*/ 671192 h 854880"/>
              <a:gd name="connsiteX9" fmla="*/ 0 w 4824159"/>
              <a:gd name="connsiteY9" fmla="*/ 183688 h 854880"/>
              <a:gd name="connsiteX0" fmla="*/ 0 w 4824159"/>
              <a:gd name="connsiteY0" fmla="*/ 191370 h 862562"/>
              <a:gd name="connsiteX1" fmla="*/ 183688 w 4824159"/>
              <a:gd name="connsiteY1" fmla="*/ 7682 h 862562"/>
              <a:gd name="connsiteX2" fmla="*/ 2381749 w 4824159"/>
              <a:gd name="connsiteY2" fmla="*/ 0 h 862562"/>
              <a:gd name="connsiteX3" fmla="*/ 4640471 w 4824159"/>
              <a:gd name="connsiteY3" fmla="*/ 7682 h 862562"/>
              <a:gd name="connsiteX4" fmla="*/ 4824159 w 4824159"/>
              <a:gd name="connsiteY4" fmla="*/ 191370 h 862562"/>
              <a:gd name="connsiteX5" fmla="*/ 4824159 w 4824159"/>
              <a:gd name="connsiteY5" fmla="*/ 678874 h 862562"/>
              <a:gd name="connsiteX6" fmla="*/ 4640471 w 4824159"/>
              <a:gd name="connsiteY6" fmla="*/ 862562 h 862562"/>
              <a:gd name="connsiteX7" fmla="*/ 2387765 w 4824159"/>
              <a:gd name="connsiteY7" fmla="*/ 854242 h 862562"/>
              <a:gd name="connsiteX8" fmla="*/ 183688 w 4824159"/>
              <a:gd name="connsiteY8" fmla="*/ 862562 h 862562"/>
              <a:gd name="connsiteX9" fmla="*/ 0 w 4824159"/>
              <a:gd name="connsiteY9" fmla="*/ 678874 h 862562"/>
              <a:gd name="connsiteX10" fmla="*/ 0 w 4824159"/>
              <a:gd name="connsiteY10" fmla="*/ 191370 h 862562"/>
              <a:gd name="connsiteX0" fmla="*/ 0 w 4824159"/>
              <a:gd name="connsiteY0" fmla="*/ 191370 h 862562"/>
              <a:gd name="connsiteX1" fmla="*/ 2381749 w 4824159"/>
              <a:gd name="connsiteY1" fmla="*/ 0 h 862562"/>
              <a:gd name="connsiteX2" fmla="*/ 4640471 w 4824159"/>
              <a:gd name="connsiteY2" fmla="*/ 7682 h 862562"/>
              <a:gd name="connsiteX3" fmla="*/ 4824159 w 4824159"/>
              <a:gd name="connsiteY3" fmla="*/ 191370 h 862562"/>
              <a:gd name="connsiteX4" fmla="*/ 4824159 w 4824159"/>
              <a:gd name="connsiteY4" fmla="*/ 678874 h 862562"/>
              <a:gd name="connsiteX5" fmla="*/ 4640471 w 4824159"/>
              <a:gd name="connsiteY5" fmla="*/ 862562 h 862562"/>
              <a:gd name="connsiteX6" fmla="*/ 2387765 w 4824159"/>
              <a:gd name="connsiteY6" fmla="*/ 854242 h 862562"/>
              <a:gd name="connsiteX7" fmla="*/ 183688 w 4824159"/>
              <a:gd name="connsiteY7" fmla="*/ 862562 h 862562"/>
              <a:gd name="connsiteX8" fmla="*/ 0 w 4824159"/>
              <a:gd name="connsiteY8" fmla="*/ 678874 h 862562"/>
              <a:gd name="connsiteX9" fmla="*/ 0 w 4824159"/>
              <a:gd name="connsiteY9" fmla="*/ 191370 h 862562"/>
              <a:gd name="connsiteX0" fmla="*/ 0 w 4824159"/>
              <a:gd name="connsiteY0" fmla="*/ 678874 h 862562"/>
              <a:gd name="connsiteX1" fmla="*/ 2381749 w 4824159"/>
              <a:gd name="connsiteY1" fmla="*/ 0 h 862562"/>
              <a:gd name="connsiteX2" fmla="*/ 4640471 w 4824159"/>
              <a:gd name="connsiteY2" fmla="*/ 7682 h 862562"/>
              <a:gd name="connsiteX3" fmla="*/ 4824159 w 4824159"/>
              <a:gd name="connsiteY3" fmla="*/ 191370 h 862562"/>
              <a:gd name="connsiteX4" fmla="*/ 4824159 w 4824159"/>
              <a:gd name="connsiteY4" fmla="*/ 678874 h 862562"/>
              <a:gd name="connsiteX5" fmla="*/ 4640471 w 4824159"/>
              <a:gd name="connsiteY5" fmla="*/ 862562 h 862562"/>
              <a:gd name="connsiteX6" fmla="*/ 2387765 w 4824159"/>
              <a:gd name="connsiteY6" fmla="*/ 854242 h 862562"/>
              <a:gd name="connsiteX7" fmla="*/ 183688 w 4824159"/>
              <a:gd name="connsiteY7" fmla="*/ 862562 h 862562"/>
              <a:gd name="connsiteX8" fmla="*/ 0 w 4824159"/>
              <a:gd name="connsiteY8" fmla="*/ 678874 h 862562"/>
              <a:gd name="connsiteX0" fmla="*/ 1 w 4640472"/>
              <a:gd name="connsiteY0" fmla="*/ 862562 h 862562"/>
              <a:gd name="connsiteX1" fmla="*/ 2198062 w 4640472"/>
              <a:gd name="connsiteY1" fmla="*/ 0 h 862562"/>
              <a:gd name="connsiteX2" fmla="*/ 4456784 w 4640472"/>
              <a:gd name="connsiteY2" fmla="*/ 7682 h 862562"/>
              <a:gd name="connsiteX3" fmla="*/ 4640472 w 4640472"/>
              <a:gd name="connsiteY3" fmla="*/ 191370 h 862562"/>
              <a:gd name="connsiteX4" fmla="*/ 4640472 w 4640472"/>
              <a:gd name="connsiteY4" fmla="*/ 678874 h 862562"/>
              <a:gd name="connsiteX5" fmla="*/ 4456784 w 4640472"/>
              <a:gd name="connsiteY5" fmla="*/ 862562 h 862562"/>
              <a:gd name="connsiteX6" fmla="*/ 2204078 w 4640472"/>
              <a:gd name="connsiteY6" fmla="*/ 854242 h 862562"/>
              <a:gd name="connsiteX7" fmla="*/ 1 w 4640472"/>
              <a:gd name="connsiteY7" fmla="*/ 862562 h 862562"/>
              <a:gd name="connsiteX0" fmla="*/ 6016 w 2442410"/>
              <a:gd name="connsiteY0" fmla="*/ 854242 h 862562"/>
              <a:gd name="connsiteX1" fmla="*/ 0 w 2442410"/>
              <a:gd name="connsiteY1" fmla="*/ 0 h 862562"/>
              <a:gd name="connsiteX2" fmla="*/ 2258722 w 2442410"/>
              <a:gd name="connsiteY2" fmla="*/ 7682 h 862562"/>
              <a:gd name="connsiteX3" fmla="*/ 2442410 w 2442410"/>
              <a:gd name="connsiteY3" fmla="*/ 191370 h 862562"/>
              <a:gd name="connsiteX4" fmla="*/ 2442410 w 2442410"/>
              <a:gd name="connsiteY4" fmla="*/ 678874 h 862562"/>
              <a:gd name="connsiteX5" fmla="*/ 2258722 w 2442410"/>
              <a:gd name="connsiteY5" fmla="*/ 862562 h 862562"/>
              <a:gd name="connsiteX6" fmla="*/ 6016 w 2442410"/>
              <a:gd name="connsiteY6" fmla="*/ 854242 h 862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42410" h="862562">
                <a:moveTo>
                  <a:pt x="6016" y="854242"/>
                </a:moveTo>
                <a:cubicBezTo>
                  <a:pt x="4011" y="569495"/>
                  <a:pt x="2005" y="284747"/>
                  <a:pt x="0" y="0"/>
                </a:cubicBezTo>
                <a:lnTo>
                  <a:pt x="2258722" y="7682"/>
                </a:lnTo>
                <a:cubicBezTo>
                  <a:pt x="2360170" y="7682"/>
                  <a:pt x="2442410" y="89922"/>
                  <a:pt x="2442410" y="191370"/>
                </a:cubicBezTo>
                <a:lnTo>
                  <a:pt x="2442410" y="678874"/>
                </a:lnTo>
                <a:cubicBezTo>
                  <a:pt x="2442410" y="780322"/>
                  <a:pt x="2360170" y="862562"/>
                  <a:pt x="2258722" y="862562"/>
                </a:cubicBezTo>
                <a:lnTo>
                  <a:pt x="6016" y="854242"/>
                </a:lnTo>
                <a:close/>
              </a:path>
            </a:pathLst>
          </a:cu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1" name="Textfeld 40">
            <a:extLst>
              <a:ext uri="{FF2B5EF4-FFF2-40B4-BE49-F238E27FC236}">
                <a16:creationId xmlns:a16="http://schemas.microsoft.com/office/drawing/2014/main" id="{2202096C-5753-60D7-9404-5D6397541BCA}"/>
              </a:ext>
            </a:extLst>
          </p:cNvPr>
          <p:cNvSpPr txBox="1"/>
          <p:nvPr/>
        </p:nvSpPr>
        <p:spPr>
          <a:xfrm>
            <a:off x="6852956" y="5455373"/>
            <a:ext cx="2204082" cy="261610"/>
          </a:xfrm>
          <a:prstGeom prst="rect">
            <a:avLst/>
          </a:prstGeom>
          <a:noFill/>
        </p:spPr>
        <p:txBody>
          <a:bodyPr wrap="square" rtlCol="0">
            <a:spAutoFit/>
          </a:bodyPr>
          <a:lstStyle/>
          <a:p>
            <a:r>
              <a:rPr lang="de-DE" sz="1100" dirty="0"/>
              <a:t>Alternative </a:t>
            </a:r>
            <a:r>
              <a:rPr lang="de-DE" sz="1100" dirty="0" err="1"/>
              <a:t>for</a:t>
            </a:r>
            <a:r>
              <a:rPr lang="de-DE" sz="1100" dirty="0"/>
              <a:t> Midnight</a:t>
            </a:r>
          </a:p>
        </p:txBody>
      </p:sp>
      <p:sp>
        <p:nvSpPr>
          <p:cNvPr id="42" name="Textfeld 41">
            <a:extLst>
              <a:ext uri="{FF2B5EF4-FFF2-40B4-BE49-F238E27FC236}">
                <a16:creationId xmlns:a16="http://schemas.microsoft.com/office/drawing/2014/main" id="{7CEFD70B-69C3-7001-707B-856747E66486}"/>
              </a:ext>
            </a:extLst>
          </p:cNvPr>
          <p:cNvSpPr txBox="1"/>
          <p:nvPr/>
        </p:nvSpPr>
        <p:spPr>
          <a:xfrm>
            <a:off x="9342539" y="5455373"/>
            <a:ext cx="2204082" cy="261610"/>
          </a:xfrm>
          <a:prstGeom prst="rect">
            <a:avLst/>
          </a:prstGeom>
          <a:noFill/>
        </p:spPr>
        <p:txBody>
          <a:bodyPr wrap="square" rtlCol="0">
            <a:spAutoFit/>
          </a:bodyPr>
          <a:lstStyle/>
          <a:p>
            <a:r>
              <a:rPr lang="de-DE" sz="1100" dirty="0">
                <a:solidFill>
                  <a:schemeClr val="bg1"/>
                </a:solidFill>
              </a:rPr>
              <a:t>Alternative </a:t>
            </a:r>
            <a:r>
              <a:rPr lang="de-DE" sz="1100" dirty="0" err="1">
                <a:solidFill>
                  <a:schemeClr val="bg1"/>
                </a:solidFill>
              </a:rPr>
              <a:t>for</a:t>
            </a:r>
            <a:r>
              <a:rPr lang="de-DE" sz="1100" dirty="0">
                <a:solidFill>
                  <a:schemeClr val="bg1"/>
                </a:solidFill>
              </a:rPr>
              <a:t> Ivory</a:t>
            </a:r>
          </a:p>
        </p:txBody>
      </p:sp>
      <p:sp>
        <p:nvSpPr>
          <p:cNvPr id="5" name="Textfeld 4">
            <a:extLst>
              <a:ext uri="{FF2B5EF4-FFF2-40B4-BE49-F238E27FC236}">
                <a16:creationId xmlns:a16="http://schemas.microsoft.com/office/drawing/2014/main" id="{213A9534-90D8-88DD-00E0-4E0A689EDFBF}"/>
              </a:ext>
            </a:extLst>
          </p:cNvPr>
          <p:cNvSpPr txBox="1"/>
          <p:nvPr/>
        </p:nvSpPr>
        <p:spPr>
          <a:xfrm>
            <a:off x="10090927" y="4701157"/>
            <a:ext cx="1471420" cy="584775"/>
          </a:xfrm>
          <a:prstGeom prst="rect">
            <a:avLst/>
          </a:prstGeom>
          <a:noFill/>
        </p:spPr>
        <p:txBody>
          <a:bodyPr wrap="square">
            <a:spAutoFit/>
          </a:bodyPr>
          <a:lstStyle/>
          <a:p>
            <a:pPr algn="l"/>
            <a:r>
              <a:rPr lang="de-DE" sz="1200" b="0" i="1" dirty="0">
                <a:solidFill>
                  <a:schemeClr val="bg1"/>
                </a:solidFill>
                <a:effectLst/>
                <a:latin typeface="+mj-lt"/>
              </a:rPr>
              <a:t>Peach</a:t>
            </a:r>
          </a:p>
          <a:p>
            <a:pPr algn="l"/>
            <a:r>
              <a:rPr lang="de-DE" sz="1000" b="0" i="0" dirty="0">
                <a:solidFill>
                  <a:schemeClr val="bg1"/>
                </a:solidFill>
                <a:effectLst/>
              </a:rPr>
              <a:t>HEX       #</a:t>
            </a:r>
            <a:r>
              <a:rPr lang="de-DE" sz="1000" b="0" i="0" dirty="0">
                <a:solidFill>
                  <a:srgbClr val="FBFDF6"/>
                </a:solidFill>
                <a:effectLst/>
              </a:rPr>
              <a:t>f78d6d</a:t>
            </a:r>
          </a:p>
          <a:p>
            <a:pPr algn="l"/>
            <a:r>
              <a:rPr lang="de-DE" sz="1000" b="0" i="0" dirty="0">
                <a:solidFill>
                  <a:schemeClr val="bg1"/>
                </a:solidFill>
                <a:effectLst/>
              </a:rPr>
              <a:t>RGB       </a:t>
            </a:r>
            <a:r>
              <a:rPr lang="de-DE" sz="1000" b="0" i="0" dirty="0">
                <a:solidFill>
                  <a:srgbClr val="FBFDF6"/>
                </a:solidFill>
                <a:effectLst/>
              </a:rPr>
              <a:t>247, 141, 109</a:t>
            </a:r>
            <a:endParaRPr lang="de-DE" sz="1000" b="0" i="0" dirty="0">
              <a:solidFill>
                <a:schemeClr val="bg1"/>
              </a:solidFill>
              <a:effectLst/>
            </a:endParaRPr>
          </a:p>
        </p:txBody>
      </p:sp>
      <p:sp>
        <p:nvSpPr>
          <p:cNvPr id="19" name="Ellipse 37">
            <a:extLst>
              <a:ext uri="{FF2B5EF4-FFF2-40B4-BE49-F238E27FC236}">
                <a16:creationId xmlns:a16="http://schemas.microsoft.com/office/drawing/2014/main" id="{803B1E79-B7D7-C3EC-E541-EF1789DF7FBA}"/>
              </a:ext>
            </a:extLst>
          </p:cNvPr>
          <p:cNvSpPr/>
          <p:nvPr/>
        </p:nvSpPr>
        <p:spPr>
          <a:xfrm>
            <a:off x="9469824" y="4753399"/>
            <a:ext cx="468000" cy="468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Textfeld 19">
            <a:extLst>
              <a:ext uri="{FF2B5EF4-FFF2-40B4-BE49-F238E27FC236}">
                <a16:creationId xmlns:a16="http://schemas.microsoft.com/office/drawing/2014/main" id="{B3CF0F09-5BEE-0830-8048-F5B5C5B2AC91}"/>
              </a:ext>
            </a:extLst>
          </p:cNvPr>
          <p:cNvSpPr txBox="1"/>
          <p:nvPr/>
        </p:nvSpPr>
        <p:spPr>
          <a:xfrm>
            <a:off x="7639610" y="4701157"/>
            <a:ext cx="1410560" cy="584775"/>
          </a:xfrm>
          <a:prstGeom prst="rect">
            <a:avLst/>
          </a:prstGeom>
          <a:noFill/>
        </p:spPr>
        <p:txBody>
          <a:bodyPr wrap="square">
            <a:spAutoFit/>
          </a:bodyPr>
          <a:lstStyle/>
          <a:p>
            <a:pPr algn="l"/>
            <a:r>
              <a:rPr lang="de-DE" sz="1200" b="0" i="1" dirty="0">
                <a:solidFill>
                  <a:srgbClr val="222B50"/>
                </a:solidFill>
                <a:effectLst/>
                <a:latin typeface="+mj-lt"/>
              </a:rPr>
              <a:t>Steel</a:t>
            </a:r>
          </a:p>
          <a:p>
            <a:pPr algn="l"/>
            <a:r>
              <a:rPr lang="de-DE" sz="1000" b="0" i="0" dirty="0">
                <a:solidFill>
                  <a:srgbClr val="222B50"/>
                </a:solidFill>
                <a:effectLst/>
              </a:rPr>
              <a:t>HEX       </a:t>
            </a:r>
            <a:r>
              <a:rPr lang="de-DE" sz="1000" u="none" strike="noStrike" dirty="0">
                <a:solidFill>
                  <a:srgbClr val="222B50"/>
                </a:solidFill>
                <a:effectLst/>
                <a:highlight>
                  <a:srgbClr val="FBFDF6"/>
                </a:highlight>
                <a:latin typeface="Zwo Offc" panose="020B0504020101020102" pitchFamily="34" charset="77"/>
              </a:rPr>
              <a:t>#7C8993</a:t>
            </a:r>
          </a:p>
          <a:p>
            <a:pPr algn="l"/>
            <a:r>
              <a:rPr lang="de-DE" sz="1000" b="0" i="0" dirty="0">
                <a:solidFill>
                  <a:srgbClr val="222B50"/>
                </a:solidFill>
                <a:effectLst/>
              </a:rPr>
              <a:t>RGB       124, 137, 147</a:t>
            </a:r>
          </a:p>
        </p:txBody>
      </p:sp>
      <p:sp>
        <p:nvSpPr>
          <p:cNvPr id="21" name="Ellipse 27">
            <a:extLst>
              <a:ext uri="{FF2B5EF4-FFF2-40B4-BE49-F238E27FC236}">
                <a16:creationId xmlns:a16="http://schemas.microsoft.com/office/drawing/2014/main" id="{11C4A356-D2E3-C514-3D07-4ABA5143BBBD}"/>
              </a:ext>
            </a:extLst>
          </p:cNvPr>
          <p:cNvSpPr/>
          <p:nvPr/>
        </p:nvSpPr>
        <p:spPr>
          <a:xfrm>
            <a:off x="7049376" y="4753400"/>
            <a:ext cx="468000" cy="468000"/>
          </a:xfrm>
          <a:prstGeom prst="ellipse">
            <a:avLst/>
          </a:prstGeom>
          <a:solidFill>
            <a:srgbClr val="7C89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533519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EBE0FF52-319E-01A6-77B1-23D827BBB86E}"/>
              </a:ext>
            </a:extLst>
          </p:cNvPr>
          <p:cNvSpPr>
            <a:spLocks noGrp="1"/>
          </p:cNvSpPr>
          <p:nvPr>
            <p:ph type="ctrTitle"/>
          </p:nvPr>
        </p:nvSpPr>
        <p:spPr/>
        <p:txBody>
          <a:bodyPr/>
          <a:lstStyle/>
          <a:p>
            <a:r>
              <a:rPr lang="de-DE" i="1" dirty="0"/>
              <a:t>Large </a:t>
            </a:r>
            <a:r>
              <a:rPr lang="de-DE" i="1" dirty="0" err="1"/>
              <a:t>images</a:t>
            </a:r>
            <a:endParaRPr lang="de-DE" i="1" dirty="0"/>
          </a:p>
        </p:txBody>
      </p:sp>
      <p:sp>
        <p:nvSpPr>
          <p:cNvPr id="2" name="Foliennummernplatzhalter 1">
            <a:extLst>
              <a:ext uri="{FF2B5EF4-FFF2-40B4-BE49-F238E27FC236}">
                <a16:creationId xmlns:a16="http://schemas.microsoft.com/office/drawing/2014/main" id="{4DDE9649-0DB9-1DB4-04B1-F38D7C417F52}"/>
              </a:ext>
            </a:extLst>
          </p:cNvPr>
          <p:cNvSpPr>
            <a:spLocks noGrp="1"/>
          </p:cNvSpPr>
          <p:nvPr>
            <p:ph type="sldNum" sz="quarter" idx="12"/>
          </p:nvPr>
        </p:nvSpPr>
        <p:spPr/>
        <p:txBody>
          <a:bodyPr/>
          <a:lstStyle/>
          <a:p>
            <a:fld id="{D21C33D4-00A5-43D5-B722-D2F2FA4CCA11}" type="slidenum">
              <a:rPr lang="de-DE" smtClean="0"/>
              <a:t>5</a:t>
            </a:fld>
            <a:endParaRPr lang="de-DE" dirty="0"/>
          </a:p>
        </p:txBody>
      </p:sp>
      <p:sp>
        <p:nvSpPr>
          <p:cNvPr id="5" name="Bildplatzhalter 4">
            <a:extLst>
              <a:ext uri="{FF2B5EF4-FFF2-40B4-BE49-F238E27FC236}">
                <a16:creationId xmlns:a16="http://schemas.microsoft.com/office/drawing/2014/main" id="{D8C437BE-10AC-46C8-F0D3-F90C3C827B6E}"/>
              </a:ext>
            </a:extLst>
          </p:cNvPr>
          <p:cNvSpPr>
            <a:spLocks noGrp="1"/>
          </p:cNvSpPr>
          <p:nvPr>
            <p:ph type="pic" sz="quarter" idx="13"/>
          </p:nvPr>
        </p:nvSpPr>
        <p:spPr/>
        <p:txBody>
          <a:bodyPr/>
          <a:lstStyle/>
          <a:p>
            <a:endParaRPr lang="de-DE"/>
          </a:p>
        </p:txBody>
      </p:sp>
    </p:spTree>
    <p:extLst>
      <p:ext uri="{BB962C8B-B14F-4D97-AF65-F5344CB8AC3E}">
        <p14:creationId xmlns:p14="http://schemas.microsoft.com/office/powerpoint/2010/main" val="4467095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D3327DF5-39A1-8C5F-FC84-332D82FE0824}"/>
              </a:ext>
            </a:extLst>
          </p:cNvPr>
          <p:cNvSpPr>
            <a:spLocks noGrp="1"/>
          </p:cNvSpPr>
          <p:nvPr>
            <p:ph type="pic" sz="quarter" idx="15"/>
          </p:nvPr>
        </p:nvSpPr>
        <p:spPr/>
        <p:txBody>
          <a:bodyPr/>
          <a:lstStyle/>
          <a:p>
            <a:endParaRPr lang="de-DE"/>
          </a:p>
        </p:txBody>
      </p:sp>
      <p:sp>
        <p:nvSpPr>
          <p:cNvPr id="9" name="Inhaltsplatzhalter 8">
            <a:extLst>
              <a:ext uri="{FF2B5EF4-FFF2-40B4-BE49-F238E27FC236}">
                <a16:creationId xmlns:a16="http://schemas.microsoft.com/office/drawing/2014/main" id="{D2B95F87-3C35-DB4A-47AA-1865CAD8E5CD}"/>
              </a:ext>
            </a:extLst>
          </p:cNvPr>
          <p:cNvSpPr>
            <a:spLocks noGrp="1"/>
          </p:cNvSpPr>
          <p:nvPr>
            <p:ph idx="1"/>
          </p:nvPr>
        </p:nvSpPr>
        <p:spPr/>
        <p:txBody>
          <a:bodyPr>
            <a:normAutofit/>
          </a:bodyPr>
          <a:lstStyle/>
          <a:p>
            <a:r>
              <a:rPr lang="en-US" dirty="0"/>
              <a:t>If possible, use our monitor, tablet or smartphone to place and prominently display your screenshots </a:t>
            </a:r>
            <a:r>
              <a:rPr lang="de-DE" dirty="0"/>
              <a:t>…</a:t>
            </a:r>
          </a:p>
          <a:p>
            <a:endParaRPr lang="de-DE" dirty="0"/>
          </a:p>
          <a:p>
            <a:endParaRPr lang="de-DE" dirty="0"/>
          </a:p>
        </p:txBody>
      </p:sp>
      <p:sp>
        <p:nvSpPr>
          <p:cNvPr id="8" name="Titel 7">
            <a:extLst>
              <a:ext uri="{FF2B5EF4-FFF2-40B4-BE49-F238E27FC236}">
                <a16:creationId xmlns:a16="http://schemas.microsoft.com/office/drawing/2014/main" id="{481A5F6E-994D-BB2D-D176-32E1DA39DE83}"/>
              </a:ext>
            </a:extLst>
          </p:cNvPr>
          <p:cNvSpPr>
            <a:spLocks noGrp="1"/>
          </p:cNvSpPr>
          <p:nvPr>
            <p:ph type="ctrTitle"/>
          </p:nvPr>
        </p:nvSpPr>
        <p:spPr/>
        <p:txBody>
          <a:bodyPr/>
          <a:lstStyle/>
          <a:p>
            <a:r>
              <a:rPr lang="de-DE" dirty="0" err="1"/>
              <a:t>Presenting</a:t>
            </a:r>
            <a:r>
              <a:rPr lang="de-DE" dirty="0"/>
              <a:t> </a:t>
            </a:r>
            <a:r>
              <a:rPr lang="de-DE" dirty="0" err="1"/>
              <a:t>screenshots</a:t>
            </a:r>
            <a:r>
              <a:rPr lang="de-DE" dirty="0"/>
              <a:t> … </a:t>
            </a:r>
          </a:p>
        </p:txBody>
      </p:sp>
      <p:sp>
        <p:nvSpPr>
          <p:cNvPr id="5" name="Foliennummernplatzhalter 4">
            <a:extLst>
              <a:ext uri="{FF2B5EF4-FFF2-40B4-BE49-F238E27FC236}">
                <a16:creationId xmlns:a16="http://schemas.microsoft.com/office/drawing/2014/main" id="{E3A91513-393C-ED3C-841A-718A522B0C07}"/>
              </a:ext>
            </a:extLst>
          </p:cNvPr>
          <p:cNvSpPr>
            <a:spLocks noGrp="1"/>
          </p:cNvSpPr>
          <p:nvPr>
            <p:ph type="sldNum" sz="quarter" idx="12"/>
          </p:nvPr>
        </p:nvSpPr>
        <p:spPr/>
        <p:txBody>
          <a:bodyPr/>
          <a:lstStyle/>
          <a:p>
            <a:fld id="{D21C33D4-00A5-43D5-B722-D2F2FA4CCA11}" type="slidenum">
              <a:rPr lang="de-DE" smtClean="0"/>
              <a:t>6</a:t>
            </a:fld>
            <a:endParaRPr lang="de-DE"/>
          </a:p>
        </p:txBody>
      </p:sp>
    </p:spTree>
    <p:extLst>
      <p:ext uri="{BB962C8B-B14F-4D97-AF65-F5344CB8AC3E}">
        <p14:creationId xmlns:p14="http://schemas.microsoft.com/office/powerpoint/2010/main" val="8326886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F2D42783-B647-965E-6270-A4CCF7E62CD2}"/>
              </a:ext>
            </a:extLst>
          </p:cNvPr>
          <p:cNvSpPr>
            <a:spLocks noGrp="1"/>
          </p:cNvSpPr>
          <p:nvPr>
            <p:ph type="pic" sz="quarter" idx="15"/>
          </p:nvPr>
        </p:nvSpPr>
        <p:spPr/>
        <p:txBody>
          <a:bodyPr/>
          <a:lstStyle/>
          <a:p>
            <a:endParaRPr lang="de-DE"/>
          </a:p>
        </p:txBody>
      </p:sp>
      <p:sp>
        <p:nvSpPr>
          <p:cNvPr id="9" name="Inhaltsplatzhalter 8">
            <a:extLst>
              <a:ext uri="{FF2B5EF4-FFF2-40B4-BE49-F238E27FC236}">
                <a16:creationId xmlns:a16="http://schemas.microsoft.com/office/drawing/2014/main" id="{D2B95F87-3C35-DB4A-47AA-1865CAD8E5CD}"/>
              </a:ext>
            </a:extLst>
          </p:cNvPr>
          <p:cNvSpPr>
            <a:spLocks noGrp="1"/>
          </p:cNvSpPr>
          <p:nvPr>
            <p:ph idx="1"/>
          </p:nvPr>
        </p:nvSpPr>
        <p:spPr/>
        <p:txBody>
          <a:bodyPr/>
          <a:lstStyle/>
          <a:p>
            <a:r>
              <a:rPr lang="en-US" dirty="0"/>
              <a:t>... Pay attention to a suitable aspect ratio ...</a:t>
            </a:r>
            <a:endParaRPr lang="de-DE" dirty="0"/>
          </a:p>
        </p:txBody>
      </p:sp>
      <p:sp>
        <p:nvSpPr>
          <p:cNvPr id="8" name="Titel 7">
            <a:extLst>
              <a:ext uri="{FF2B5EF4-FFF2-40B4-BE49-F238E27FC236}">
                <a16:creationId xmlns:a16="http://schemas.microsoft.com/office/drawing/2014/main" id="{481A5F6E-994D-BB2D-D176-32E1DA39DE83}"/>
              </a:ext>
            </a:extLst>
          </p:cNvPr>
          <p:cNvSpPr>
            <a:spLocks noGrp="1"/>
          </p:cNvSpPr>
          <p:nvPr>
            <p:ph type="ctrTitle"/>
          </p:nvPr>
        </p:nvSpPr>
        <p:spPr/>
        <p:txBody>
          <a:bodyPr/>
          <a:lstStyle/>
          <a:p>
            <a:r>
              <a:rPr lang="de-DE" dirty="0" err="1"/>
              <a:t>Presenting</a:t>
            </a:r>
            <a:r>
              <a:rPr lang="de-DE" dirty="0"/>
              <a:t> </a:t>
            </a:r>
            <a:r>
              <a:rPr lang="de-DE" dirty="0" err="1"/>
              <a:t>screenshots</a:t>
            </a:r>
            <a:r>
              <a:rPr lang="de-DE" dirty="0"/>
              <a:t> … </a:t>
            </a:r>
          </a:p>
        </p:txBody>
      </p:sp>
      <p:sp>
        <p:nvSpPr>
          <p:cNvPr id="5" name="Foliennummernplatzhalter 4">
            <a:extLst>
              <a:ext uri="{FF2B5EF4-FFF2-40B4-BE49-F238E27FC236}">
                <a16:creationId xmlns:a16="http://schemas.microsoft.com/office/drawing/2014/main" id="{E3A91513-393C-ED3C-841A-718A522B0C07}"/>
              </a:ext>
            </a:extLst>
          </p:cNvPr>
          <p:cNvSpPr>
            <a:spLocks noGrp="1"/>
          </p:cNvSpPr>
          <p:nvPr>
            <p:ph type="sldNum" sz="quarter" idx="12"/>
          </p:nvPr>
        </p:nvSpPr>
        <p:spPr/>
        <p:txBody>
          <a:bodyPr/>
          <a:lstStyle/>
          <a:p>
            <a:fld id="{D21C33D4-00A5-43D5-B722-D2F2FA4CCA11}" type="slidenum">
              <a:rPr lang="de-DE" smtClean="0"/>
              <a:pPr/>
              <a:t>7</a:t>
            </a:fld>
            <a:endParaRPr lang="de-DE"/>
          </a:p>
        </p:txBody>
      </p:sp>
    </p:spTree>
    <p:extLst>
      <p:ext uri="{BB962C8B-B14F-4D97-AF65-F5344CB8AC3E}">
        <p14:creationId xmlns:p14="http://schemas.microsoft.com/office/powerpoint/2010/main" val="1096789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ildplatzhalter 1">
            <a:extLst>
              <a:ext uri="{FF2B5EF4-FFF2-40B4-BE49-F238E27FC236}">
                <a16:creationId xmlns:a16="http://schemas.microsoft.com/office/drawing/2014/main" id="{6751116C-CFB5-651C-D077-17B271FC1C7E}"/>
              </a:ext>
            </a:extLst>
          </p:cNvPr>
          <p:cNvSpPr>
            <a:spLocks noGrp="1"/>
          </p:cNvSpPr>
          <p:nvPr>
            <p:ph type="pic" sz="quarter" idx="15"/>
          </p:nvPr>
        </p:nvSpPr>
        <p:spPr/>
        <p:txBody>
          <a:bodyPr/>
          <a:lstStyle/>
          <a:p>
            <a:endParaRPr lang="de-DE"/>
          </a:p>
        </p:txBody>
      </p:sp>
      <p:sp>
        <p:nvSpPr>
          <p:cNvPr id="5" name="Foliennummernplatzhalter 4">
            <a:extLst>
              <a:ext uri="{FF2B5EF4-FFF2-40B4-BE49-F238E27FC236}">
                <a16:creationId xmlns:a16="http://schemas.microsoft.com/office/drawing/2014/main" id="{E3A91513-393C-ED3C-841A-718A522B0C07}"/>
              </a:ext>
            </a:extLst>
          </p:cNvPr>
          <p:cNvSpPr>
            <a:spLocks noGrp="1"/>
          </p:cNvSpPr>
          <p:nvPr>
            <p:ph type="sldNum" sz="quarter" idx="12"/>
          </p:nvPr>
        </p:nvSpPr>
        <p:spPr/>
        <p:txBody>
          <a:bodyPr/>
          <a:lstStyle/>
          <a:p>
            <a:fld id="{D21C33D4-00A5-43D5-B722-D2F2FA4CCA11}" type="slidenum">
              <a:rPr lang="de-DE" smtClean="0"/>
              <a:pPr/>
              <a:t>8</a:t>
            </a:fld>
            <a:endParaRPr lang="de-DE"/>
          </a:p>
        </p:txBody>
      </p:sp>
      <p:sp>
        <p:nvSpPr>
          <p:cNvPr id="9" name="Inhaltsplatzhalter 8">
            <a:extLst>
              <a:ext uri="{FF2B5EF4-FFF2-40B4-BE49-F238E27FC236}">
                <a16:creationId xmlns:a16="http://schemas.microsoft.com/office/drawing/2014/main" id="{D2B95F87-3C35-DB4A-47AA-1865CAD8E5CD}"/>
              </a:ext>
            </a:extLst>
          </p:cNvPr>
          <p:cNvSpPr>
            <a:spLocks noGrp="1"/>
          </p:cNvSpPr>
          <p:nvPr>
            <p:ph idx="1"/>
          </p:nvPr>
        </p:nvSpPr>
        <p:spPr/>
        <p:txBody>
          <a:bodyPr/>
          <a:lstStyle/>
          <a:p>
            <a:r>
              <a:rPr lang="en-US" dirty="0"/>
              <a:t>... if necessary, choose a design without monitor or smartphone, if the aspect ratio does not fit: avoid distorting the screenshots. </a:t>
            </a:r>
          </a:p>
          <a:p>
            <a:endParaRPr lang="de-DE" dirty="0"/>
          </a:p>
        </p:txBody>
      </p:sp>
      <p:sp>
        <p:nvSpPr>
          <p:cNvPr id="8" name="Titel 7">
            <a:extLst>
              <a:ext uri="{FF2B5EF4-FFF2-40B4-BE49-F238E27FC236}">
                <a16:creationId xmlns:a16="http://schemas.microsoft.com/office/drawing/2014/main" id="{481A5F6E-994D-BB2D-D176-32E1DA39DE83}"/>
              </a:ext>
            </a:extLst>
          </p:cNvPr>
          <p:cNvSpPr>
            <a:spLocks noGrp="1"/>
          </p:cNvSpPr>
          <p:nvPr>
            <p:ph type="ctrTitle"/>
          </p:nvPr>
        </p:nvSpPr>
        <p:spPr/>
        <p:txBody>
          <a:bodyPr/>
          <a:lstStyle/>
          <a:p>
            <a:r>
              <a:rPr lang="de-DE" dirty="0" err="1"/>
              <a:t>Presenting</a:t>
            </a:r>
            <a:r>
              <a:rPr lang="de-DE" dirty="0"/>
              <a:t> </a:t>
            </a:r>
            <a:r>
              <a:rPr lang="de-DE" dirty="0" err="1"/>
              <a:t>screenshots</a:t>
            </a:r>
            <a:r>
              <a:rPr lang="de-DE" dirty="0"/>
              <a:t> … </a:t>
            </a:r>
          </a:p>
        </p:txBody>
      </p:sp>
    </p:spTree>
    <p:extLst>
      <p:ext uri="{BB962C8B-B14F-4D97-AF65-F5344CB8AC3E}">
        <p14:creationId xmlns:p14="http://schemas.microsoft.com/office/powerpoint/2010/main" val="37829222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6028711A-F43C-BC6A-5BD3-438FB411B979}"/>
              </a:ext>
            </a:extLst>
          </p:cNvPr>
          <p:cNvSpPr>
            <a:spLocks noGrp="1"/>
          </p:cNvSpPr>
          <p:nvPr>
            <p:ph type="sldNum" sz="quarter" idx="12"/>
          </p:nvPr>
        </p:nvSpPr>
        <p:spPr/>
        <p:txBody>
          <a:bodyPr/>
          <a:lstStyle/>
          <a:p>
            <a:fld id="{D21C33D4-00A5-43D5-B722-D2F2FA4CCA11}" type="slidenum">
              <a:rPr lang="de-DE" smtClean="0"/>
              <a:t>9</a:t>
            </a:fld>
            <a:endParaRPr lang="de-DE" dirty="0"/>
          </a:p>
        </p:txBody>
      </p:sp>
      <p:sp>
        <p:nvSpPr>
          <p:cNvPr id="3" name="Inhaltsplatzhalter 2">
            <a:extLst>
              <a:ext uri="{FF2B5EF4-FFF2-40B4-BE49-F238E27FC236}">
                <a16:creationId xmlns:a16="http://schemas.microsoft.com/office/drawing/2014/main" id="{631464DF-D4E4-C045-E7C2-0BC71686170F}"/>
              </a:ext>
            </a:extLst>
          </p:cNvPr>
          <p:cNvSpPr>
            <a:spLocks noGrp="1"/>
          </p:cNvSpPr>
          <p:nvPr>
            <p:ph idx="13"/>
          </p:nvPr>
        </p:nvSpPr>
        <p:spPr/>
        <p:txBody>
          <a:bodyPr/>
          <a:lstStyle/>
          <a:p>
            <a:r>
              <a:rPr lang="en-US" dirty="0"/>
              <a:t>A selection of slides with images are also available</a:t>
            </a:r>
          </a:p>
          <a:p>
            <a:r>
              <a:rPr lang="en-US" dirty="0"/>
              <a:t>If the stored images are not suitable for your theme, you can select more here: </a:t>
            </a:r>
          </a:p>
          <a:p>
            <a:r>
              <a:rPr lang="de-DE" dirty="0">
                <a:hlinkClick r:id="rId3" action="ppaction://hlinkfile"/>
              </a:rPr>
              <a:t>F:\PUBLIC\Marketingunterlagen\Bilder-Fotos </a:t>
            </a:r>
            <a:br>
              <a:rPr lang="de-DE" dirty="0"/>
            </a:br>
            <a:r>
              <a:rPr lang="de-DE" dirty="0"/>
              <a:t>(</a:t>
            </a:r>
            <a:r>
              <a:rPr lang="de-DE" dirty="0" err="1"/>
              <a:t>we</a:t>
            </a:r>
            <a:r>
              <a:rPr lang="de-DE" dirty="0"/>
              <a:t> </a:t>
            </a:r>
            <a:r>
              <a:rPr lang="de-DE" dirty="0" err="1"/>
              <a:t>are</a:t>
            </a:r>
            <a:r>
              <a:rPr lang="de-DE" dirty="0"/>
              <a:t> </a:t>
            </a:r>
            <a:r>
              <a:rPr lang="de-DE" dirty="0" err="1"/>
              <a:t>currently</a:t>
            </a:r>
            <a:r>
              <a:rPr lang="de-DE" dirty="0"/>
              <a:t> </a:t>
            </a:r>
            <a:r>
              <a:rPr lang="de-DE" dirty="0" err="1"/>
              <a:t>working</a:t>
            </a:r>
            <a:r>
              <a:rPr lang="de-DE" dirty="0"/>
              <a:t> on a </a:t>
            </a:r>
            <a:r>
              <a:rPr lang="de-DE" dirty="0" err="1"/>
              <a:t>solution</a:t>
            </a:r>
            <a:r>
              <a:rPr lang="de-DE" dirty="0"/>
              <a:t> </a:t>
            </a:r>
            <a:r>
              <a:rPr lang="de-DE" dirty="0" err="1"/>
              <a:t>to</a:t>
            </a:r>
            <a:r>
              <a:rPr lang="de-DE" dirty="0"/>
              <a:t> </a:t>
            </a:r>
            <a:r>
              <a:rPr lang="de-DE" dirty="0" err="1"/>
              <a:t>share</a:t>
            </a:r>
            <a:r>
              <a:rPr lang="de-DE" dirty="0"/>
              <a:t> </a:t>
            </a:r>
            <a:r>
              <a:rPr lang="de-DE" dirty="0" err="1"/>
              <a:t>images</a:t>
            </a:r>
            <a:r>
              <a:rPr lang="de-DE" dirty="0"/>
              <a:t> </a:t>
            </a:r>
            <a:r>
              <a:rPr lang="de-DE" dirty="0" err="1"/>
              <a:t>internationally</a:t>
            </a:r>
            <a:r>
              <a:rPr lang="de-DE" dirty="0"/>
              <a:t> and </a:t>
            </a:r>
            <a:r>
              <a:rPr lang="de-DE" dirty="0" err="1"/>
              <a:t>stop</a:t>
            </a:r>
            <a:r>
              <a:rPr lang="de-DE" dirty="0"/>
              <a:t> </a:t>
            </a:r>
            <a:r>
              <a:rPr lang="de-DE" dirty="0" err="1"/>
              <a:t>using</a:t>
            </a:r>
            <a:r>
              <a:rPr lang="de-DE" dirty="0"/>
              <a:t> </a:t>
            </a:r>
            <a:r>
              <a:rPr lang="de-DE" dirty="0" err="1"/>
              <a:t>local</a:t>
            </a:r>
            <a:r>
              <a:rPr lang="de-DE" dirty="0"/>
              <a:t> </a:t>
            </a:r>
            <a:r>
              <a:rPr lang="de-DE" dirty="0" err="1"/>
              <a:t>file</a:t>
            </a:r>
            <a:r>
              <a:rPr lang="de-DE" dirty="0"/>
              <a:t> </a:t>
            </a:r>
            <a:r>
              <a:rPr lang="de-DE" dirty="0" err="1"/>
              <a:t>systems</a:t>
            </a:r>
            <a:r>
              <a:rPr lang="de-DE" dirty="0"/>
              <a:t>)</a:t>
            </a:r>
          </a:p>
        </p:txBody>
      </p:sp>
      <p:sp>
        <p:nvSpPr>
          <p:cNvPr id="4" name="Titel 3">
            <a:extLst>
              <a:ext uri="{FF2B5EF4-FFF2-40B4-BE49-F238E27FC236}">
                <a16:creationId xmlns:a16="http://schemas.microsoft.com/office/drawing/2014/main" id="{4DC28B8B-CA09-4BC5-210B-EDD17D7959E8}"/>
              </a:ext>
            </a:extLst>
          </p:cNvPr>
          <p:cNvSpPr>
            <a:spLocks noGrp="1"/>
          </p:cNvSpPr>
          <p:nvPr>
            <p:ph type="title"/>
          </p:nvPr>
        </p:nvSpPr>
        <p:spPr/>
        <p:txBody>
          <a:bodyPr/>
          <a:lstStyle/>
          <a:p>
            <a:r>
              <a:rPr lang="de-DE" dirty="0"/>
              <a:t>Text </a:t>
            </a:r>
            <a:r>
              <a:rPr lang="de-DE" dirty="0" err="1"/>
              <a:t>with</a:t>
            </a:r>
            <a:r>
              <a:rPr lang="de-DE" dirty="0"/>
              <a:t> </a:t>
            </a:r>
            <a:r>
              <a:rPr lang="de-DE" dirty="0" err="1"/>
              <a:t>images</a:t>
            </a:r>
            <a:endParaRPr lang="de-DE" dirty="0"/>
          </a:p>
        </p:txBody>
      </p:sp>
      <p:sp>
        <p:nvSpPr>
          <p:cNvPr id="5" name="Bildplatzhalter 4">
            <a:extLst>
              <a:ext uri="{FF2B5EF4-FFF2-40B4-BE49-F238E27FC236}">
                <a16:creationId xmlns:a16="http://schemas.microsoft.com/office/drawing/2014/main" id="{DD95E3FE-5A01-6608-5D7B-546ACB34C35A}"/>
              </a:ext>
            </a:extLst>
          </p:cNvPr>
          <p:cNvSpPr>
            <a:spLocks noGrp="1"/>
          </p:cNvSpPr>
          <p:nvPr>
            <p:ph type="pic" sz="quarter" idx="14"/>
          </p:nvPr>
        </p:nvSpPr>
        <p:spPr/>
        <p:txBody>
          <a:bodyPr/>
          <a:lstStyle/>
          <a:p>
            <a:endParaRPr lang="de-DE"/>
          </a:p>
        </p:txBody>
      </p:sp>
    </p:spTree>
    <p:extLst>
      <p:ext uri="{BB962C8B-B14F-4D97-AF65-F5344CB8AC3E}">
        <p14:creationId xmlns:p14="http://schemas.microsoft.com/office/powerpoint/2010/main" val="23182461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elle 8">
            <a:extLst>
              <a:ext uri="{FF2B5EF4-FFF2-40B4-BE49-F238E27FC236}">
                <a16:creationId xmlns:a16="http://schemas.microsoft.com/office/drawing/2014/main" id="{7B9D941B-09B5-8570-CCE3-029DDD1C1BCB}"/>
              </a:ext>
            </a:extLst>
          </p:cNvPr>
          <p:cNvGraphicFramePr>
            <a:graphicFrameLocks noGrp="1"/>
          </p:cNvGraphicFramePr>
          <p:nvPr>
            <p:ph idx="1"/>
            <p:extLst>
              <p:ext uri="{D42A27DB-BD31-4B8C-83A1-F6EECF244321}">
                <p14:modId xmlns:p14="http://schemas.microsoft.com/office/powerpoint/2010/main" val="3884664170"/>
              </p:ext>
            </p:extLst>
          </p:nvPr>
        </p:nvGraphicFramePr>
        <p:xfrm>
          <a:off x="838200" y="1543050"/>
          <a:ext cx="10515600" cy="2225040"/>
        </p:xfrm>
        <a:graphic>
          <a:graphicData uri="http://schemas.openxmlformats.org/drawingml/2006/table">
            <a:tbl>
              <a:tblPr firstRow="1">
                <a:tableStyleId>{5C22544A-7EE6-4342-B048-85BDC9FD1C3A}</a:tableStyleId>
              </a:tblPr>
              <a:tblGrid>
                <a:gridCol w="2628900">
                  <a:extLst>
                    <a:ext uri="{9D8B030D-6E8A-4147-A177-3AD203B41FA5}">
                      <a16:colId xmlns:a16="http://schemas.microsoft.com/office/drawing/2014/main" val="4218262771"/>
                    </a:ext>
                  </a:extLst>
                </a:gridCol>
                <a:gridCol w="2628900">
                  <a:extLst>
                    <a:ext uri="{9D8B030D-6E8A-4147-A177-3AD203B41FA5}">
                      <a16:colId xmlns:a16="http://schemas.microsoft.com/office/drawing/2014/main" val="1508526679"/>
                    </a:ext>
                  </a:extLst>
                </a:gridCol>
                <a:gridCol w="2628900">
                  <a:extLst>
                    <a:ext uri="{9D8B030D-6E8A-4147-A177-3AD203B41FA5}">
                      <a16:colId xmlns:a16="http://schemas.microsoft.com/office/drawing/2014/main" val="1762258527"/>
                    </a:ext>
                  </a:extLst>
                </a:gridCol>
                <a:gridCol w="2628900">
                  <a:extLst>
                    <a:ext uri="{9D8B030D-6E8A-4147-A177-3AD203B41FA5}">
                      <a16:colId xmlns:a16="http://schemas.microsoft.com/office/drawing/2014/main" val="2057271100"/>
                    </a:ext>
                  </a:extLst>
                </a:gridCol>
              </a:tblGrid>
              <a:tr h="370840">
                <a:tc>
                  <a:txBody>
                    <a:bodyPr/>
                    <a:lstStyle/>
                    <a:p>
                      <a:r>
                        <a:rPr lang="de-DE" dirty="0">
                          <a:solidFill>
                            <a:schemeClr val="tx1"/>
                          </a:solidFill>
                          <a:latin typeface="+mn-lt"/>
                        </a:rPr>
                        <a:t>Header</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de-DE" dirty="0">
                          <a:solidFill>
                            <a:schemeClr val="tx1"/>
                          </a:solidFill>
                          <a:latin typeface="+mn-lt"/>
                        </a:rPr>
                        <a:t>Header</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de-DE" dirty="0">
                          <a:solidFill>
                            <a:schemeClr val="tx1"/>
                          </a:solidFill>
                          <a:latin typeface="+mn-lt"/>
                        </a:rPr>
                        <a:t>Header</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de-DE" dirty="0">
                          <a:solidFill>
                            <a:schemeClr val="tx1"/>
                          </a:solidFill>
                          <a:latin typeface="+mn-lt"/>
                        </a:rPr>
                        <a:t>Header</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29652065"/>
                  </a:ext>
                </a:extLst>
              </a:tr>
              <a:tr h="370840">
                <a:tc>
                  <a:txBody>
                    <a:bodyPr/>
                    <a:lstStyle/>
                    <a:p>
                      <a:r>
                        <a:rPr lang="de-DE" dirty="0">
                          <a:latin typeface="+mn-lt"/>
                        </a:rPr>
                        <a:t>Line </a:t>
                      </a:r>
                      <a:r>
                        <a:rPr lang="de-DE" dirty="0" err="1">
                          <a:latin typeface="+mn-lt"/>
                        </a:rPr>
                        <a:t>one</a:t>
                      </a:r>
                      <a:endParaRPr lang="de-DE" dirty="0">
                        <a:latin typeface="+mn-lt"/>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latin typeface="+mn-lt"/>
                        </a:rPr>
                        <a:t>Line </a:t>
                      </a:r>
                      <a:r>
                        <a:rPr lang="de-DE" dirty="0" err="1">
                          <a:latin typeface="+mn-lt"/>
                        </a:rPr>
                        <a:t>one</a:t>
                      </a:r>
                      <a:endParaRPr lang="de-DE" dirty="0">
                        <a:latin typeface="+mn-lt"/>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latin typeface="+mn-lt"/>
                        </a:rPr>
                        <a:t>Line </a:t>
                      </a:r>
                      <a:r>
                        <a:rPr lang="de-DE" dirty="0" err="1">
                          <a:latin typeface="+mn-lt"/>
                        </a:rPr>
                        <a:t>one</a:t>
                      </a:r>
                      <a:endParaRPr lang="de-DE" dirty="0">
                        <a:latin typeface="+mn-lt"/>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latin typeface="+mn-lt"/>
                        </a:rPr>
                        <a:t>Line </a:t>
                      </a:r>
                      <a:r>
                        <a:rPr lang="de-DE" dirty="0" err="1">
                          <a:latin typeface="+mn-lt"/>
                        </a:rPr>
                        <a:t>one</a:t>
                      </a:r>
                      <a:endParaRPr lang="de-DE" dirty="0">
                        <a:latin typeface="+mn-lt"/>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1559230"/>
                  </a:ext>
                </a:extLst>
              </a:tr>
              <a:tr h="370840">
                <a:tc>
                  <a:txBody>
                    <a:bodyPr/>
                    <a:lstStyle/>
                    <a:p>
                      <a:r>
                        <a:rPr lang="de-DE" dirty="0" err="1">
                          <a:latin typeface="+mn-lt"/>
                        </a:rPr>
                        <a:t>Row</a:t>
                      </a:r>
                      <a:r>
                        <a:rPr lang="de-DE" dirty="0">
                          <a:latin typeface="+mn-lt"/>
                        </a:rPr>
                        <a:t> </a:t>
                      </a:r>
                      <a:r>
                        <a:rPr lang="de-DE" dirty="0" err="1">
                          <a:latin typeface="+mn-lt"/>
                        </a:rPr>
                        <a:t>one</a:t>
                      </a:r>
                      <a:endParaRPr lang="de-DE" dirty="0">
                        <a:latin typeface="+mn-lt"/>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de-DE" dirty="0" err="1">
                          <a:latin typeface="+mn-lt"/>
                        </a:rPr>
                        <a:t>Row</a:t>
                      </a:r>
                      <a:r>
                        <a:rPr lang="de-DE" dirty="0">
                          <a:latin typeface="+mn-lt"/>
                        </a:rPr>
                        <a:t> </a:t>
                      </a:r>
                      <a:r>
                        <a:rPr lang="de-DE" dirty="0" err="1">
                          <a:latin typeface="+mn-lt"/>
                        </a:rPr>
                        <a:t>two</a:t>
                      </a:r>
                      <a:endParaRPr lang="de-DE" dirty="0">
                        <a:latin typeface="+mn-lt"/>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de-DE" dirty="0" err="1">
                          <a:latin typeface="+mn-lt"/>
                        </a:rPr>
                        <a:t>Row</a:t>
                      </a:r>
                      <a:r>
                        <a:rPr lang="de-DE" dirty="0">
                          <a:latin typeface="+mn-lt"/>
                        </a:rPr>
                        <a:t> </a:t>
                      </a:r>
                      <a:r>
                        <a:rPr lang="de-DE" dirty="0" err="1">
                          <a:latin typeface="+mn-lt"/>
                        </a:rPr>
                        <a:t>three</a:t>
                      </a:r>
                      <a:endParaRPr lang="de-DE" dirty="0">
                        <a:latin typeface="+mn-lt"/>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de-DE" dirty="0" err="1">
                          <a:latin typeface="+mn-lt"/>
                        </a:rPr>
                        <a:t>Row</a:t>
                      </a:r>
                      <a:r>
                        <a:rPr lang="de-DE" dirty="0">
                          <a:latin typeface="+mn-lt"/>
                        </a:rPr>
                        <a:t> </a:t>
                      </a:r>
                      <a:r>
                        <a:rPr lang="de-DE" dirty="0" err="1">
                          <a:latin typeface="+mn-lt"/>
                        </a:rPr>
                        <a:t>four</a:t>
                      </a:r>
                      <a:endParaRPr lang="de-DE" dirty="0">
                        <a:latin typeface="+mn-lt"/>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48135026"/>
                  </a:ext>
                </a:extLst>
              </a:tr>
              <a:tr h="370840">
                <a:tc>
                  <a:txBody>
                    <a:bodyPr/>
                    <a:lstStyle/>
                    <a:p>
                      <a:r>
                        <a:rPr lang="de-DE" dirty="0">
                          <a:latin typeface="+mn-lt"/>
                        </a:rPr>
                        <a:t>Line </a:t>
                      </a:r>
                      <a:r>
                        <a:rPr lang="de-DE" dirty="0" err="1">
                          <a:latin typeface="+mn-lt"/>
                        </a:rPr>
                        <a:t>three</a:t>
                      </a:r>
                      <a:endParaRPr lang="de-DE" dirty="0">
                        <a:latin typeface="+mn-lt"/>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de-DE" dirty="0">
                          <a:latin typeface="+mn-lt"/>
                        </a:rPr>
                        <a:t>Line </a:t>
                      </a:r>
                      <a:r>
                        <a:rPr lang="de-DE" dirty="0" err="1">
                          <a:latin typeface="+mn-lt"/>
                        </a:rPr>
                        <a:t>three</a:t>
                      </a:r>
                      <a:endParaRPr lang="de-DE" dirty="0">
                        <a:latin typeface="+mn-lt"/>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de-DE" dirty="0">
                          <a:latin typeface="+mn-lt"/>
                        </a:rPr>
                        <a:t>Line </a:t>
                      </a:r>
                      <a:r>
                        <a:rPr lang="de-DE" dirty="0" err="1">
                          <a:latin typeface="+mn-lt"/>
                        </a:rPr>
                        <a:t>three</a:t>
                      </a:r>
                      <a:endParaRPr lang="de-DE" dirty="0">
                        <a:latin typeface="+mn-lt"/>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de-DE" dirty="0">
                          <a:latin typeface="+mn-lt"/>
                        </a:rPr>
                        <a:t>Line </a:t>
                      </a:r>
                      <a:r>
                        <a:rPr lang="de-DE" dirty="0" err="1">
                          <a:latin typeface="+mn-lt"/>
                        </a:rPr>
                        <a:t>three</a:t>
                      </a:r>
                      <a:endParaRPr lang="de-DE" dirty="0">
                        <a:latin typeface="+mn-lt"/>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09941541"/>
                  </a:ext>
                </a:extLst>
              </a:tr>
              <a:tr h="370840">
                <a:tc>
                  <a:txBody>
                    <a:bodyPr/>
                    <a:lstStyle/>
                    <a:p>
                      <a:endParaRPr lang="de-DE" dirty="0">
                        <a:latin typeface="+mn-lt"/>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de-DE" dirty="0">
                        <a:latin typeface="+mn-lt"/>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de-DE" dirty="0">
                        <a:latin typeface="+mn-lt"/>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de-DE" dirty="0">
                        <a:latin typeface="+mn-lt"/>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41677940"/>
                  </a:ext>
                </a:extLst>
              </a:tr>
              <a:tr h="370840">
                <a:tc>
                  <a:txBody>
                    <a:bodyPr/>
                    <a:lstStyle/>
                    <a:p>
                      <a:endParaRPr lang="de-DE" dirty="0">
                        <a:latin typeface="+mn-lt"/>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de-DE" dirty="0">
                        <a:latin typeface="+mn-lt"/>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de-DE" dirty="0">
                        <a:latin typeface="+mn-lt"/>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de-DE" dirty="0">
                        <a:latin typeface="+mn-lt"/>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59637820"/>
                  </a:ext>
                </a:extLst>
              </a:tr>
            </a:tbl>
          </a:graphicData>
        </a:graphic>
      </p:graphicFrame>
      <p:sp>
        <p:nvSpPr>
          <p:cNvPr id="3" name="Foliennummernplatzhalter 2">
            <a:extLst>
              <a:ext uri="{FF2B5EF4-FFF2-40B4-BE49-F238E27FC236}">
                <a16:creationId xmlns:a16="http://schemas.microsoft.com/office/drawing/2014/main" id="{DDC7CA35-D5B4-3C38-4F7F-F148B2FDE516}"/>
              </a:ext>
            </a:extLst>
          </p:cNvPr>
          <p:cNvSpPr>
            <a:spLocks noGrp="1"/>
          </p:cNvSpPr>
          <p:nvPr>
            <p:ph type="sldNum" sz="quarter" idx="12"/>
          </p:nvPr>
        </p:nvSpPr>
        <p:spPr/>
        <p:txBody>
          <a:bodyPr/>
          <a:lstStyle/>
          <a:p>
            <a:fld id="{D21C33D4-00A5-43D5-B722-D2F2FA4CCA11}" type="slidenum">
              <a:rPr lang="de-DE" smtClean="0"/>
              <a:pPr/>
              <a:t>10</a:t>
            </a:fld>
            <a:r>
              <a:rPr lang="de-DE"/>
              <a:t> </a:t>
            </a:r>
            <a:endParaRPr lang="de-DE" dirty="0"/>
          </a:p>
        </p:txBody>
      </p:sp>
      <p:sp>
        <p:nvSpPr>
          <p:cNvPr id="9" name="Titel 8">
            <a:extLst>
              <a:ext uri="{FF2B5EF4-FFF2-40B4-BE49-F238E27FC236}">
                <a16:creationId xmlns:a16="http://schemas.microsoft.com/office/drawing/2014/main" id="{6BA67FA0-8D3A-0028-A53B-70E00FFD4B32}"/>
              </a:ext>
            </a:extLst>
          </p:cNvPr>
          <p:cNvSpPr>
            <a:spLocks noGrp="1"/>
          </p:cNvSpPr>
          <p:nvPr>
            <p:ph type="ctrTitle"/>
          </p:nvPr>
        </p:nvSpPr>
        <p:spPr/>
        <p:txBody>
          <a:bodyPr/>
          <a:lstStyle/>
          <a:p>
            <a:r>
              <a:rPr lang="de-DE" i="1" dirty="0" err="1"/>
              <a:t>Presentation</a:t>
            </a:r>
            <a:r>
              <a:rPr lang="de-DE" i="1" dirty="0"/>
              <a:t> </a:t>
            </a:r>
            <a:r>
              <a:rPr lang="de-DE" i="1" dirty="0" err="1"/>
              <a:t>of</a:t>
            </a:r>
            <a:r>
              <a:rPr lang="de-DE" i="1" dirty="0"/>
              <a:t> </a:t>
            </a:r>
            <a:r>
              <a:rPr lang="de-DE" i="1" dirty="0" err="1"/>
              <a:t>tables</a:t>
            </a:r>
            <a:endParaRPr lang="de-DE" i="1" dirty="0"/>
          </a:p>
        </p:txBody>
      </p:sp>
    </p:spTree>
    <p:extLst>
      <p:ext uri="{BB962C8B-B14F-4D97-AF65-F5344CB8AC3E}">
        <p14:creationId xmlns:p14="http://schemas.microsoft.com/office/powerpoint/2010/main" val="27112970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67D126F6-A288-49EC-70E6-3C29275B4503}"/>
              </a:ext>
            </a:extLst>
          </p:cNvPr>
          <p:cNvSpPr>
            <a:spLocks noGrp="1"/>
          </p:cNvSpPr>
          <p:nvPr>
            <p:ph type="sldNum" sz="quarter" idx="12"/>
          </p:nvPr>
        </p:nvSpPr>
        <p:spPr/>
        <p:txBody>
          <a:bodyPr/>
          <a:lstStyle/>
          <a:p>
            <a:fld id="{D21C33D4-00A5-43D5-B722-D2F2FA4CCA11}" type="slidenum">
              <a:rPr lang="de-DE" smtClean="0"/>
              <a:t>11</a:t>
            </a:fld>
            <a:endParaRPr lang="de-DE"/>
          </a:p>
        </p:txBody>
      </p:sp>
      <p:sp>
        <p:nvSpPr>
          <p:cNvPr id="4" name="Titel 3">
            <a:extLst>
              <a:ext uri="{FF2B5EF4-FFF2-40B4-BE49-F238E27FC236}">
                <a16:creationId xmlns:a16="http://schemas.microsoft.com/office/drawing/2014/main" id="{1AF36534-604C-07D7-A1AA-B3D732F5AF28}"/>
              </a:ext>
            </a:extLst>
          </p:cNvPr>
          <p:cNvSpPr>
            <a:spLocks noGrp="1"/>
          </p:cNvSpPr>
          <p:nvPr>
            <p:ph type="ctrTitle"/>
          </p:nvPr>
        </p:nvSpPr>
        <p:spPr/>
        <p:txBody>
          <a:bodyPr/>
          <a:lstStyle/>
          <a:p>
            <a:r>
              <a:rPr lang="en-US" dirty="0"/>
              <a:t>Selection of the most important icons (1/3)</a:t>
            </a:r>
            <a:endParaRPr lang="de-DE" dirty="0"/>
          </a:p>
        </p:txBody>
      </p:sp>
      <p:sp>
        <p:nvSpPr>
          <p:cNvPr id="95" name="Textfeld 94">
            <a:extLst>
              <a:ext uri="{FF2B5EF4-FFF2-40B4-BE49-F238E27FC236}">
                <a16:creationId xmlns:a16="http://schemas.microsoft.com/office/drawing/2014/main" id="{F707A9C3-C5A2-3E1C-4074-B61F5D5A380F}"/>
              </a:ext>
            </a:extLst>
          </p:cNvPr>
          <p:cNvSpPr txBox="1"/>
          <p:nvPr/>
        </p:nvSpPr>
        <p:spPr>
          <a:xfrm>
            <a:off x="545480" y="2166958"/>
            <a:ext cx="1236617" cy="276999"/>
          </a:xfrm>
          <a:prstGeom prst="rect">
            <a:avLst/>
          </a:prstGeom>
          <a:noFill/>
        </p:spPr>
        <p:txBody>
          <a:bodyPr wrap="square" rtlCol="0">
            <a:spAutoFit/>
          </a:bodyPr>
          <a:lstStyle/>
          <a:p>
            <a:pPr algn="ctr"/>
            <a:r>
              <a:rPr lang="de-DE" sz="1200" dirty="0"/>
              <a:t>Mobile </a:t>
            </a:r>
            <a:r>
              <a:rPr lang="de-DE" sz="1200" dirty="0" err="1"/>
              <a:t>Printing</a:t>
            </a:r>
            <a:endParaRPr lang="de-DE" sz="1200" dirty="0"/>
          </a:p>
        </p:txBody>
      </p:sp>
      <p:sp>
        <p:nvSpPr>
          <p:cNvPr id="96" name="Textfeld 95">
            <a:extLst>
              <a:ext uri="{FF2B5EF4-FFF2-40B4-BE49-F238E27FC236}">
                <a16:creationId xmlns:a16="http://schemas.microsoft.com/office/drawing/2014/main" id="{913E6307-AEC8-D10B-90AF-E8E8F8B1F8EB}"/>
              </a:ext>
            </a:extLst>
          </p:cNvPr>
          <p:cNvSpPr txBox="1"/>
          <p:nvPr/>
        </p:nvSpPr>
        <p:spPr>
          <a:xfrm>
            <a:off x="1757332" y="2166958"/>
            <a:ext cx="1236617" cy="276999"/>
          </a:xfrm>
          <a:prstGeom prst="rect">
            <a:avLst/>
          </a:prstGeom>
          <a:noFill/>
        </p:spPr>
        <p:txBody>
          <a:bodyPr wrap="square" rtlCol="0">
            <a:spAutoFit/>
          </a:bodyPr>
          <a:lstStyle/>
          <a:p>
            <a:pPr algn="ctr"/>
            <a:r>
              <a:rPr lang="de-DE" sz="1200" dirty="0"/>
              <a:t>Web </a:t>
            </a:r>
            <a:r>
              <a:rPr lang="de-DE" sz="1200" dirty="0" err="1"/>
              <a:t>Printing</a:t>
            </a:r>
            <a:endParaRPr lang="de-DE" sz="1200" dirty="0"/>
          </a:p>
        </p:txBody>
      </p:sp>
      <p:sp>
        <p:nvSpPr>
          <p:cNvPr id="97" name="Textfeld 96">
            <a:extLst>
              <a:ext uri="{FF2B5EF4-FFF2-40B4-BE49-F238E27FC236}">
                <a16:creationId xmlns:a16="http://schemas.microsoft.com/office/drawing/2014/main" id="{05A1AD33-1031-A137-5099-6C965A8CB115}"/>
              </a:ext>
            </a:extLst>
          </p:cNvPr>
          <p:cNvSpPr txBox="1"/>
          <p:nvPr/>
        </p:nvSpPr>
        <p:spPr>
          <a:xfrm>
            <a:off x="3002076" y="2166958"/>
            <a:ext cx="1236617" cy="461665"/>
          </a:xfrm>
          <a:prstGeom prst="rect">
            <a:avLst/>
          </a:prstGeom>
          <a:noFill/>
        </p:spPr>
        <p:txBody>
          <a:bodyPr wrap="square" rtlCol="0">
            <a:spAutoFit/>
          </a:bodyPr>
          <a:lstStyle/>
          <a:p>
            <a:pPr algn="ctr"/>
            <a:r>
              <a:rPr lang="de-DE" sz="1200" dirty="0"/>
              <a:t>Group </a:t>
            </a:r>
            <a:r>
              <a:rPr lang="de-DE" sz="1200" dirty="0" err="1"/>
              <a:t>of</a:t>
            </a:r>
            <a:r>
              <a:rPr lang="de-DE" sz="1200" dirty="0"/>
              <a:t> </a:t>
            </a:r>
            <a:r>
              <a:rPr lang="de-DE" sz="1200" dirty="0" err="1"/>
              <a:t>printers</a:t>
            </a:r>
            <a:endParaRPr lang="de-DE" sz="1200" dirty="0"/>
          </a:p>
        </p:txBody>
      </p:sp>
      <p:sp>
        <p:nvSpPr>
          <p:cNvPr id="98" name="Textfeld 97">
            <a:extLst>
              <a:ext uri="{FF2B5EF4-FFF2-40B4-BE49-F238E27FC236}">
                <a16:creationId xmlns:a16="http://schemas.microsoft.com/office/drawing/2014/main" id="{A126A2A7-9B2B-F683-5B9A-1E9856898AB8}"/>
              </a:ext>
            </a:extLst>
          </p:cNvPr>
          <p:cNvSpPr txBox="1"/>
          <p:nvPr/>
        </p:nvSpPr>
        <p:spPr>
          <a:xfrm>
            <a:off x="4224744" y="2166958"/>
            <a:ext cx="1236617" cy="461665"/>
          </a:xfrm>
          <a:prstGeom prst="rect">
            <a:avLst/>
          </a:prstGeom>
          <a:noFill/>
        </p:spPr>
        <p:txBody>
          <a:bodyPr wrap="square" rtlCol="0">
            <a:spAutoFit/>
          </a:bodyPr>
          <a:lstStyle/>
          <a:p>
            <a:pPr algn="ctr"/>
            <a:r>
              <a:rPr lang="de-DE" sz="1200" dirty="0"/>
              <a:t>Printer-management</a:t>
            </a:r>
          </a:p>
        </p:txBody>
      </p:sp>
      <p:sp>
        <p:nvSpPr>
          <p:cNvPr id="100" name="Textfeld 99">
            <a:extLst>
              <a:ext uri="{FF2B5EF4-FFF2-40B4-BE49-F238E27FC236}">
                <a16:creationId xmlns:a16="http://schemas.microsoft.com/office/drawing/2014/main" id="{9E954F49-E050-64A6-D194-10E478D53E6E}"/>
              </a:ext>
            </a:extLst>
          </p:cNvPr>
          <p:cNvSpPr txBox="1"/>
          <p:nvPr/>
        </p:nvSpPr>
        <p:spPr>
          <a:xfrm>
            <a:off x="5501150" y="2166958"/>
            <a:ext cx="1236617" cy="276999"/>
          </a:xfrm>
          <a:prstGeom prst="rect">
            <a:avLst/>
          </a:prstGeom>
          <a:noFill/>
        </p:spPr>
        <p:txBody>
          <a:bodyPr wrap="square" rtlCol="0">
            <a:spAutoFit/>
          </a:bodyPr>
          <a:lstStyle/>
          <a:p>
            <a:pPr algn="ctr"/>
            <a:r>
              <a:rPr lang="de-DE" sz="1200" dirty="0"/>
              <a:t>Printer check</a:t>
            </a:r>
          </a:p>
        </p:txBody>
      </p:sp>
      <p:sp>
        <p:nvSpPr>
          <p:cNvPr id="101" name="Textfeld 100">
            <a:extLst>
              <a:ext uri="{FF2B5EF4-FFF2-40B4-BE49-F238E27FC236}">
                <a16:creationId xmlns:a16="http://schemas.microsoft.com/office/drawing/2014/main" id="{A178555B-C692-4E62-5384-2BEE96904917}"/>
              </a:ext>
            </a:extLst>
          </p:cNvPr>
          <p:cNvSpPr txBox="1"/>
          <p:nvPr/>
        </p:nvSpPr>
        <p:spPr>
          <a:xfrm>
            <a:off x="6712703" y="2166958"/>
            <a:ext cx="1236617" cy="276999"/>
          </a:xfrm>
          <a:prstGeom prst="rect">
            <a:avLst/>
          </a:prstGeom>
          <a:noFill/>
        </p:spPr>
        <p:txBody>
          <a:bodyPr wrap="square" rtlCol="0">
            <a:spAutoFit/>
          </a:bodyPr>
          <a:lstStyle/>
          <a:p>
            <a:pPr algn="ctr"/>
            <a:r>
              <a:rPr lang="de-DE" sz="1200" dirty="0"/>
              <a:t>Printer MFP</a:t>
            </a:r>
          </a:p>
        </p:txBody>
      </p:sp>
      <p:sp>
        <p:nvSpPr>
          <p:cNvPr id="102" name="Textfeld 101">
            <a:extLst>
              <a:ext uri="{FF2B5EF4-FFF2-40B4-BE49-F238E27FC236}">
                <a16:creationId xmlns:a16="http://schemas.microsoft.com/office/drawing/2014/main" id="{367CFC92-6E12-EC7A-730B-CB7BD527B5EC}"/>
              </a:ext>
            </a:extLst>
          </p:cNvPr>
          <p:cNvSpPr txBox="1"/>
          <p:nvPr/>
        </p:nvSpPr>
        <p:spPr>
          <a:xfrm>
            <a:off x="7925862" y="2166958"/>
            <a:ext cx="1236617" cy="276999"/>
          </a:xfrm>
          <a:prstGeom prst="rect">
            <a:avLst/>
          </a:prstGeom>
          <a:noFill/>
        </p:spPr>
        <p:txBody>
          <a:bodyPr wrap="square" rtlCol="0">
            <a:spAutoFit/>
          </a:bodyPr>
          <a:lstStyle/>
          <a:p>
            <a:pPr algn="ctr"/>
            <a:r>
              <a:rPr lang="de-DE" sz="1200" dirty="0"/>
              <a:t>Printer Update</a:t>
            </a:r>
          </a:p>
        </p:txBody>
      </p:sp>
      <p:sp>
        <p:nvSpPr>
          <p:cNvPr id="103" name="Textfeld 102">
            <a:extLst>
              <a:ext uri="{FF2B5EF4-FFF2-40B4-BE49-F238E27FC236}">
                <a16:creationId xmlns:a16="http://schemas.microsoft.com/office/drawing/2014/main" id="{7E0B3811-4768-023E-B5FB-5F466747C49F}"/>
              </a:ext>
            </a:extLst>
          </p:cNvPr>
          <p:cNvSpPr txBox="1"/>
          <p:nvPr/>
        </p:nvSpPr>
        <p:spPr>
          <a:xfrm>
            <a:off x="9155350" y="2166958"/>
            <a:ext cx="1236617" cy="276999"/>
          </a:xfrm>
          <a:prstGeom prst="rect">
            <a:avLst/>
          </a:prstGeom>
          <a:noFill/>
        </p:spPr>
        <p:txBody>
          <a:bodyPr wrap="square" rtlCol="0">
            <a:spAutoFit/>
          </a:bodyPr>
          <a:lstStyle/>
          <a:p>
            <a:pPr algn="ctr"/>
            <a:r>
              <a:rPr lang="de-DE" sz="1200" dirty="0"/>
              <a:t>Fax </a:t>
            </a:r>
            <a:r>
              <a:rPr lang="de-DE" sz="1200" dirty="0" err="1"/>
              <a:t>machine</a:t>
            </a:r>
            <a:endParaRPr lang="de-DE" sz="1200" dirty="0"/>
          </a:p>
        </p:txBody>
      </p:sp>
      <p:sp>
        <p:nvSpPr>
          <p:cNvPr id="104" name="Textfeld 103">
            <a:extLst>
              <a:ext uri="{FF2B5EF4-FFF2-40B4-BE49-F238E27FC236}">
                <a16:creationId xmlns:a16="http://schemas.microsoft.com/office/drawing/2014/main" id="{9D8C3A7E-EE18-E468-FCE6-26F08A3C5FAC}"/>
              </a:ext>
            </a:extLst>
          </p:cNvPr>
          <p:cNvSpPr txBox="1"/>
          <p:nvPr/>
        </p:nvSpPr>
        <p:spPr>
          <a:xfrm>
            <a:off x="10429510" y="2166958"/>
            <a:ext cx="1236617" cy="276999"/>
          </a:xfrm>
          <a:prstGeom prst="rect">
            <a:avLst/>
          </a:prstGeom>
          <a:noFill/>
        </p:spPr>
        <p:txBody>
          <a:bodyPr wrap="square" rtlCol="0">
            <a:spAutoFit/>
          </a:bodyPr>
          <a:lstStyle/>
          <a:p>
            <a:pPr algn="ctr"/>
            <a:r>
              <a:rPr lang="de-DE" sz="1200" dirty="0"/>
              <a:t>Plotter</a:t>
            </a:r>
          </a:p>
        </p:txBody>
      </p:sp>
      <p:sp>
        <p:nvSpPr>
          <p:cNvPr id="185" name="Textfeld 184">
            <a:extLst>
              <a:ext uri="{FF2B5EF4-FFF2-40B4-BE49-F238E27FC236}">
                <a16:creationId xmlns:a16="http://schemas.microsoft.com/office/drawing/2014/main" id="{97EC6DA0-EBD5-0F51-48E6-0A1354EE38E0}"/>
              </a:ext>
            </a:extLst>
          </p:cNvPr>
          <p:cNvSpPr txBox="1"/>
          <p:nvPr/>
        </p:nvSpPr>
        <p:spPr>
          <a:xfrm>
            <a:off x="755625" y="6296629"/>
            <a:ext cx="790094" cy="276999"/>
          </a:xfrm>
          <a:prstGeom prst="rect">
            <a:avLst/>
          </a:prstGeom>
          <a:noFill/>
        </p:spPr>
        <p:txBody>
          <a:bodyPr wrap="square" rtlCol="0">
            <a:spAutoFit/>
          </a:bodyPr>
          <a:lstStyle/>
          <a:p>
            <a:pPr algn="ctr"/>
            <a:r>
              <a:rPr lang="de-DE" sz="1200" dirty="0"/>
              <a:t>Desktop</a:t>
            </a:r>
          </a:p>
        </p:txBody>
      </p:sp>
      <p:sp>
        <p:nvSpPr>
          <p:cNvPr id="186" name="Textfeld 185">
            <a:extLst>
              <a:ext uri="{FF2B5EF4-FFF2-40B4-BE49-F238E27FC236}">
                <a16:creationId xmlns:a16="http://schemas.microsoft.com/office/drawing/2014/main" id="{FD4ACC76-DCD3-8606-626A-822FBD286A20}"/>
              </a:ext>
            </a:extLst>
          </p:cNvPr>
          <p:cNvSpPr txBox="1"/>
          <p:nvPr/>
        </p:nvSpPr>
        <p:spPr>
          <a:xfrm>
            <a:off x="1744215" y="6296629"/>
            <a:ext cx="1236617" cy="276999"/>
          </a:xfrm>
          <a:prstGeom prst="rect">
            <a:avLst/>
          </a:prstGeom>
          <a:noFill/>
        </p:spPr>
        <p:txBody>
          <a:bodyPr wrap="square" rtlCol="0">
            <a:spAutoFit/>
          </a:bodyPr>
          <a:lstStyle/>
          <a:p>
            <a:pPr algn="ctr"/>
            <a:r>
              <a:rPr lang="de-DE" sz="1200" dirty="0"/>
              <a:t>Desktop</a:t>
            </a:r>
          </a:p>
        </p:txBody>
      </p:sp>
      <p:sp>
        <p:nvSpPr>
          <p:cNvPr id="187" name="Textfeld 186">
            <a:extLst>
              <a:ext uri="{FF2B5EF4-FFF2-40B4-BE49-F238E27FC236}">
                <a16:creationId xmlns:a16="http://schemas.microsoft.com/office/drawing/2014/main" id="{8E48F903-C3C1-4D11-6D0F-34F15ADBF929}"/>
              </a:ext>
            </a:extLst>
          </p:cNvPr>
          <p:cNvSpPr txBox="1"/>
          <p:nvPr/>
        </p:nvSpPr>
        <p:spPr>
          <a:xfrm>
            <a:off x="2988959" y="6296629"/>
            <a:ext cx="1236617" cy="276999"/>
          </a:xfrm>
          <a:prstGeom prst="rect">
            <a:avLst/>
          </a:prstGeom>
          <a:noFill/>
        </p:spPr>
        <p:txBody>
          <a:bodyPr wrap="square" rtlCol="0">
            <a:spAutoFit/>
          </a:bodyPr>
          <a:lstStyle/>
          <a:p>
            <a:pPr algn="ctr"/>
            <a:r>
              <a:rPr lang="de-DE" sz="1200" dirty="0"/>
              <a:t>Smartphone</a:t>
            </a:r>
          </a:p>
        </p:txBody>
      </p:sp>
      <p:sp>
        <p:nvSpPr>
          <p:cNvPr id="188" name="Textfeld 187">
            <a:extLst>
              <a:ext uri="{FF2B5EF4-FFF2-40B4-BE49-F238E27FC236}">
                <a16:creationId xmlns:a16="http://schemas.microsoft.com/office/drawing/2014/main" id="{7DF9F6EB-AC13-0F3F-0FCA-775A499B78D3}"/>
              </a:ext>
            </a:extLst>
          </p:cNvPr>
          <p:cNvSpPr txBox="1"/>
          <p:nvPr/>
        </p:nvSpPr>
        <p:spPr>
          <a:xfrm>
            <a:off x="5516910" y="6296629"/>
            <a:ext cx="1236617" cy="276999"/>
          </a:xfrm>
          <a:prstGeom prst="rect">
            <a:avLst/>
          </a:prstGeom>
          <a:noFill/>
        </p:spPr>
        <p:txBody>
          <a:bodyPr wrap="square" rtlCol="0">
            <a:spAutoFit/>
          </a:bodyPr>
          <a:lstStyle/>
          <a:p>
            <a:pPr algn="ctr"/>
            <a:r>
              <a:rPr lang="de-DE" sz="1200" dirty="0"/>
              <a:t>Mobile Devices</a:t>
            </a:r>
          </a:p>
        </p:txBody>
      </p:sp>
      <p:sp>
        <p:nvSpPr>
          <p:cNvPr id="189" name="Textfeld 188">
            <a:extLst>
              <a:ext uri="{FF2B5EF4-FFF2-40B4-BE49-F238E27FC236}">
                <a16:creationId xmlns:a16="http://schemas.microsoft.com/office/drawing/2014/main" id="{A690F077-478E-A25D-B0A1-E94C6FAD1E3C}"/>
              </a:ext>
            </a:extLst>
          </p:cNvPr>
          <p:cNvSpPr txBox="1"/>
          <p:nvPr/>
        </p:nvSpPr>
        <p:spPr>
          <a:xfrm>
            <a:off x="6793316" y="6296629"/>
            <a:ext cx="1236617" cy="276999"/>
          </a:xfrm>
          <a:prstGeom prst="rect">
            <a:avLst/>
          </a:prstGeom>
          <a:noFill/>
        </p:spPr>
        <p:txBody>
          <a:bodyPr wrap="square" rtlCol="0">
            <a:spAutoFit/>
          </a:bodyPr>
          <a:lstStyle/>
          <a:p>
            <a:pPr algn="ctr"/>
            <a:r>
              <a:rPr lang="de-DE" sz="1200" dirty="0"/>
              <a:t>Devices</a:t>
            </a:r>
          </a:p>
        </p:txBody>
      </p:sp>
      <p:sp>
        <p:nvSpPr>
          <p:cNvPr id="190" name="Textfeld 189">
            <a:extLst>
              <a:ext uri="{FF2B5EF4-FFF2-40B4-BE49-F238E27FC236}">
                <a16:creationId xmlns:a16="http://schemas.microsoft.com/office/drawing/2014/main" id="{04F37A57-83BA-2BC0-BBDF-09626603D70E}"/>
              </a:ext>
            </a:extLst>
          </p:cNvPr>
          <p:cNvSpPr txBox="1"/>
          <p:nvPr/>
        </p:nvSpPr>
        <p:spPr>
          <a:xfrm>
            <a:off x="8004869" y="6296629"/>
            <a:ext cx="1236617" cy="276999"/>
          </a:xfrm>
          <a:prstGeom prst="rect">
            <a:avLst/>
          </a:prstGeom>
          <a:noFill/>
        </p:spPr>
        <p:txBody>
          <a:bodyPr wrap="square" rtlCol="0">
            <a:spAutoFit/>
          </a:bodyPr>
          <a:lstStyle/>
          <a:p>
            <a:pPr algn="ctr"/>
            <a:r>
              <a:rPr lang="de-DE" sz="1200" dirty="0"/>
              <a:t>Devices</a:t>
            </a:r>
          </a:p>
        </p:txBody>
      </p:sp>
      <p:sp>
        <p:nvSpPr>
          <p:cNvPr id="191" name="Textfeld 190">
            <a:extLst>
              <a:ext uri="{FF2B5EF4-FFF2-40B4-BE49-F238E27FC236}">
                <a16:creationId xmlns:a16="http://schemas.microsoft.com/office/drawing/2014/main" id="{B3A15A7E-F0A6-1311-D1E6-AED75A700A78}"/>
              </a:ext>
            </a:extLst>
          </p:cNvPr>
          <p:cNvSpPr txBox="1"/>
          <p:nvPr/>
        </p:nvSpPr>
        <p:spPr>
          <a:xfrm>
            <a:off x="10447516" y="6296629"/>
            <a:ext cx="1236617" cy="276999"/>
          </a:xfrm>
          <a:prstGeom prst="rect">
            <a:avLst/>
          </a:prstGeom>
          <a:noFill/>
        </p:spPr>
        <p:txBody>
          <a:bodyPr wrap="square" rtlCol="0">
            <a:spAutoFit/>
          </a:bodyPr>
          <a:lstStyle/>
          <a:p>
            <a:pPr algn="ctr"/>
            <a:r>
              <a:rPr lang="de-DE" sz="1200" dirty="0"/>
              <a:t>Terminal Cloud</a:t>
            </a:r>
          </a:p>
        </p:txBody>
      </p:sp>
      <p:sp>
        <p:nvSpPr>
          <p:cNvPr id="192" name="Textfeld 191">
            <a:extLst>
              <a:ext uri="{FF2B5EF4-FFF2-40B4-BE49-F238E27FC236}">
                <a16:creationId xmlns:a16="http://schemas.microsoft.com/office/drawing/2014/main" id="{A2DF1604-BBA8-0F25-FB97-BBE5A5B8C9D6}"/>
              </a:ext>
            </a:extLst>
          </p:cNvPr>
          <p:cNvSpPr txBox="1"/>
          <p:nvPr/>
        </p:nvSpPr>
        <p:spPr>
          <a:xfrm>
            <a:off x="4263151" y="6296629"/>
            <a:ext cx="1236617" cy="276999"/>
          </a:xfrm>
          <a:prstGeom prst="rect">
            <a:avLst/>
          </a:prstGeom>
          <a:noFill/>
        </p:spPr>
        <p:txBody>
          <a:bodyPr wrap="square" rtlCol="0">
            <a:spAutoFit/>
          </a:bodyPr>
          <a:lstStyle/>
          <a:p>
            <a:pPr algn="ctr"/>
            <a:r>
              <a:rPr lang="de-DE" sz="1200" dirty="0"/>
              <a:t>Tablet</a:t>
            </a:r>
          </a:p>
        </p:txBody>
      </p:sp>
      <p:sp>
        <p:nvSpPr>
          <p:cNvPr id="195" name="Textfeld 194">
            <a:extLst>
              <a:ext uri="{FF2B5EF4-FFF2-40B4-BE49-F238E27FC236}">
                <a16:creationId xmlns:a16="http://schemas.microsoft.com/office/drawing/2014/main" id="{07B3728C-3A02-5ECE-02C9-38A754D01A93}"/>
              </a:ext>
            </a:extLst>
          </p:cNvPr>
          <p:cNvSpPr txBox="1"/>
          <p:nvPr/>
        </p:nvSpPr>
        <p:spPr>
          <a:xfrm>
            <a:off x="9224251" y="6296629"/>
            <a:ext cx="1236617" cy="276999"/>
          </a:xfrm>
          <a:prstGeom prst="rect">
            <a:avLst/>
          </a:prstGeom>
          <a:noFill/>
        </p:spPr>
        <p:txBody>
          <a:bodyPr wrap="square" rtlCol="0">
            <a:spAutoFit/>
          </a:bodyPr>
          <a:lstStyle/>
          <a:p>
            <a:pPr algn="ctr"/>
            <a:r>
              <a:rPr lang="de-DE" sz="1200" dirty="0"/>
              <a:t>Terminal Server</a:t>
            </a:r>
          </a:p>
        </p:txBody>
      </p:sp>
      <p:sp>
        <p:nvSpPr>
          <p:cNvPr id="105" name="Textfeld 104">
            <a:extLst>
              <a:ext uri="{FF2B5EF4-FFF2-40B4-BE49-F238E27FC236}">
                <a16:creationId xmlns:a16="http://schemas.microsoft.com/office/drawing/2014/main" id="{D96BB521-CCFD-76BB-A55F-087A4747565C}"/>
              </a:ext>
            </a:extLst>
          </p:cNvPr>
          <p:cNvSpPr txBox="1"/>
          <p:nvPr/>
        </p:nvSpPr>
        <p:spPr>
          <a:xfrm>
            <a:off x="545480" y="3543117"/>
            <a:ext cx="1236617" cy="276999"/>
          </a:xfrm>
          <a:prstGeom prst="rect">
            <a:avLst/>
          </a:prstGeom>
          <a:noFill/>
        </p:spPr>
        <p:txBody>
          <a:bodyPr wrap="square" rtlCol="0">
            <a:spAutoFit/>
          </a:bodyPr>
          <a:lstStyle/>
          <a:p>
            <a:pPr algn="ctr"/>
            <a:r>
              <a:rPr lang="de-DE" sz="1200" dirty="0" err="1"/>
              <a:t>Labelprinting</a:t>
            </a:r>
            <a:endParaRPr lang="de-DE" sz="1200" dirty="0"/>
          </a:p>
        </p:txBody>
      </p:sp>
      <p:sp>
        <p:nvSpPr>
          <p:cNvPr id="106" name="Textfeld 105">
            <a:extLst>
              <a:ext uri="{FF2B5EF4-FFF2-40B4-BE49-F238E27FC236}">
                <a16:creationId xmlns:a16="http://schemas.microsoft.com/office/drawing/2014/main" id="{D43F90F2-5997-E96E-5376-1138FB78400E}"/>
              </a:ext>
            </a:extLst>
          </p:cNvPr>
          <p:cNvSpPr txBox="1"/>
          <p:nvPr/>
        </p:nvSpPr>
        <p:spPr>
          <a:xfrm>
            <a:off x="1757332" y="3543117"/>
            <a:ext cx="1236617" cy="461665"/>
          </a:xfrm>
          <a:prstGeom prst="rect">
            <a:avLst/>
          </a:prstGeom>
          <a:noFill/>
        </p:spPr>
        <p:txBody>
          <a:bodyPr wrap="square" rtlCol="0">
            <a:spAutoFit/>
          </a:bodyPr>
          <a:lstStyle/>
          <a:p>
            <a:pPr algn="ctr"/>
            <a:r>
              <a:rPr lang="de-DE" sz="1200" dirty="0"/>
              <a:t>Printer </a:t>
            </a:r>
            <a:r>
              <a:rPr lang="de-DE" sz="1200" dirty="0" err="1"/>
              <a:t>connected</a:t>
            </a:r>
            <a:endParaRPr lang="de-DE" sz="1200" dirty="0"/>
          </a:p>
        </p:txBody>
      </p:sp>
      <p:sp>
        <p:nvSpPr>
          <p:cNvPr id="107" name="Textfeld 106">
            <a:extLst>
              <a:ext uri="{FF2B5EF4-FFF2-40B4-BE49-F238E27FC236}">
                <a16:creationId xmlns:a16="http://schemas.microsoft.com/office/drawing/2014/main" id="{46960E7E-4A7A-F635-E667-3BBCEBE4E764}"/>
              </a:ext>
            </a:extLst>
          </p:cNvPr>
          <p:cNvSpPr txBox="1"/>
          <p:nvPr/>
        </p:nvSpPr>
        <p:spPr>
          <a:xfrm>
            <a:off x="3002076" y="3543117"/>
            <a:ext cx="1236617" cy="461665"/>
          </a:xfrm>
          <a:prstGeom prst="rect">
            <a:avLst/>
          </a:prstGeom>
          <a:noFill/>
        </p:spPr>
        <p:txBody>
          <a:bodyPr wrap="square" rtlCol="0">
            <a:spAutoFit/>
          </a:bodyPr>
          <a:lstStyle/>
          <a:p>
            <a:pPr algn="ctr"/>
            <a:r>
              <a:rPr lang="de-DE" sz="1200" dirty="0"/>
              <a:t>Output Management</a:t>
            </a:r>
          </a:p>
        </p:txBody>
      </p:sp>
      <p:sp>
        <p:nvSpPr>
          <p:cNvPr id="108" name="Textfeld 107">
            <a:extLst>
              <a:ext uri="{FF2B5EF4-FFF2-40B4-BE49-F238E27FC236}">
                <a16:creationId xmlns:a16="http://schemas.microsoft.com/office/drawing/2014/main" id="{264B3491-2FBC-FF7F-C886-C2903B74D47D}"/>
              </a:ext>
            </a:extLst>
          </p:cNvPr>
          <p:cNvSpPr txBox="1"/>
          <p:nvPr/>
        </p:nvSpPr>
        <p:spPr>
          <a:xfrm>
            <a:off x="4224744" y="3543117"/>
            <a:ext cx="1236617" cy="276999"/>
          </a:xfrm>
          <a:prstGeom prst="rect">
            <a:avLst/>
          </a:prstGeom>
          <a:noFill/>
        </p:spPr>
        <p:txBody>
          <a:bodyPr wrap="square" rtlCol="0">
            <a:spAutoFit/>
          </a:bodyPr>
          <a:lstStyle/>
          <a:p>
            <a:pPr algn="ctr"/>
            <a:r>
              <a:rPr lang="de-DE" sz="1200" dirty="0" err="1"/>
              <a:t>Document</a:t>
            </a:r>
            <a:r>
              <a:rPr lang="de-DE" sz="1200" dirty="0"/>
              <a:t> Word</a:t>
            </a:r>
          </a:p>
        </p:txBody>
      </p:sp>
      <p:sp>
        <p:nvSpPr>
          <p:cNvPr id="109" name="Textfeld 108">
            <a:extLst>
              <a:ext uri="{FF2B5EF4-FFF2-40B4-BE49-F238E27FC236}">
                <a16:creationId xmlns:a16="http://schemas.microsoft.com/office/drawing/2014/main" id="{42489565-ABC9-142E-9244-DC0CDA806E78}"/>
              </a:ext>
            </a:extLst>
          </p:cNvPr>
          <p:cNvSpPr txBox="1"/>
          <p:nvPr/>
        </p:nvSpPr>
        <p:spPr>
          <a:xfrm>
            <a:off x="5501150" y="3543117"/>
            <a:ext cx="1236617" cy="276999"/>
          </a:xfrm>
          <a:prstGeom prst="rect">
            <a:avLst/>
          </a:prstGeom>
          <a:noFill/>
        </p:spPr>
        <p:txBody>
          <a:bodyPr wrap="square" rtlCol="0">
            <a:spAutoFit/>
          </a:bodyPr>
          <a:lstStyle/>
          <a:p>
            <a:pPr algn="ctr"/>
            <a:r>
              <a:rPr lang="de-DE" sz="1200" dirty="0" err="1"/>
              <a:t>Document</a:t>
            </a:r>
            <a:r>
              <a:rPr lang="de-DE" sz="1200" dirty="0"/>
              <a:t> CAD</a:t>
            </a:r>
          </a:p>
        </p:txBody>
      </p:sp>
      <p:sp>
        <p:nvSpPr>
          <p:cNvPr id="110" name="Textfeld 109">
            <a:extLst>
              <a:ext uri="{FF2B5EF4-FFF2-40B4-BE49-F238E27FC236}">
                <a16:creationId xmlns:a16="http://schemas.microsoft.com/office/drawing/2014/main" id="{36B54562-B827-9B17-71B3-42AAE73FACF6}"/>
              </a:ext>
            </a:extLst>
          </p:cNvPr>
          <p:cNvSpPr txBox="1"/>
          <p:nvPr/>
        </p:nvSpPr>
        <p:spPr>
          <a:xfrm>
            <a:off x="6632720" y="3543117"/>
            <a:ext cx="1396584" cy="276999"/>
          </a:xfrm>
          <a:prstGeom prst="rect">
            <a:avLst/>
          </a:prstGeom>
          <a:noFill/>
        </p:spPr>
        <p:txBody>
          <a:bodyPr wrap="square" rtlCol="0">
            <a:spAutoFit/>
          </a:bodyPr>
          <a:lstStyle/>
          <a:p>
            <a:pPr algn="ctr"/>
            <a:r>
              <a:rPr lang="de-DE" sz="1200" dirty="0" err="1"/>
              <a:t>Document</a:t>
            </a:r>
            <a:r>
              <a:rPr lang="de-DE" sz="1200" dirty="0"/>
              <a:t> CAO</a:t>
            </a:r>
          </a:p>
        </p:txBody>
      </p:sp>
      <p:sp>
        <p:nvSpPr>
          <p:cNvPr id="111" name="Textfeld 110">
            <a:extLst>
              <a:ext uri="{FF2B5EF4-FFF2-40B4-BE49-F238E27FC236}">
                <a16:creationId xmlns:a16="http://schemas.microsoft.com/office/drawing/2014/main" id="{C0CB1420-D472-B84F-A934-36D1C725E7D6}"/>
              </a:ext>
            </a:extLst>
          </p:cNvPr>
          <p:cNvSpPr txBox="1"/>
          <p:nvPr/>
        </p:nvSpPr>
        <p:spPr>
          <a:xfrm>
            <a:off x="7796295" y="3543117"/>
            <a:ext cx="1495752" cy="276999"/>
          </a:xfrm>
          <a:prstGeom prst="rect">
            <a:avLst/>
          </a:prstGeom>
          <a:noFill/>
        </p:spPr>
        <p:txBody>
          <a:bodyPr wrap="square" rtlCol="0">
            <a:spAutoFit/>
          </a:bodyPr>
          <a:lstStyle/>
          <a:p>
            <a:pPr algn="ctr"/>
            <a:r>
              <a:rPr lang="de-DE" sz="1200" dirty="0" err="1"/>
              <a:t>Document</a:t>
            </a:r>
            <a:r>
              <a:rPr lang="de-DE" sz="1200" dirty="0"/>
              <a:t> PDF</a:t>
            </a:r>
          </a:p>
        </p:txBody>
      </p:sp>
      <p:sp>
        <p:nvSpPr>
          <p:cNvPr id="112" name="Textfeld 111">
            <a:extLst>
              <a:ext uri="{FF2B5EF4-FFF2-40B4-BE49-F238E27FC236}">
                <a16:creationId xmlns:a16="http://schemas.microsoft.com/office/drawing/2014/main" id="{8ED3B300-E000-3769-6E9D-BD87902CEC73}"/>
              </a:ext>
            </a:extLst>
          </p:cNvPr>
          <p:cNvSpPr txBox="1"/>
          <p:nvPr/>
        </p:nvSpPr>
        <p:spPr>
          <a:xfrm>
            <a:off x="9155350" y="3543117"/>
            <a:ext cx="1236617" cy="276999"/>
          </a:xfrm>
          <a:prstGeom prst="rect">
            <a:avLst/>
          </a:prstGeom>
          <a:noFill/>
        </p:spPr>
        <p:txBody>
          <a:bodyPr wrap="square" rtlCol="0">
            <a:spAutoFit/>
          </a:bodyPr>
          <a:lstStyle/>
          <a:p>
            <a:pPr algn="ctr"/>
            <a:r>
              <a:rPr lang="de-DE" sz="1200" dirty="0"/>
              <a:t>Data SAP</a:t>
            </a:r>
          </a:p>
        </p:txBody>
      </p:sp>
      <p:sp>
        <p:nvSpPr>
          <p:cNvPr id="113" name="Textfeld 112">
            <a:extLst>
              <a:ext uri="{FF2B5EF4-FFF2-40B4-BE49-F238E27FC236}">
                <a16:creationId xmlns:a16="http://schemas.microsoft.com/office/drawing/2014/main" id="{19BDB0F2-7D6B-989F-C41B-6F06DD97C079}"/>
              </a:ext>
            </a:extLst>
          </p:cNvPr>
          <p:cNvSpPr txBox="1"/>
          <p:nvPr/>
        </p:nvSpPr>
        <p:spPr>
          <a:xfrm>
            <a:off x="10429510" y="3543117"/>
            <a:ext cx="1236617" cy="276999"/>
          </a:xfrm>
          <a:prstGeom prst="rect">
            <a:avLst/>
          </a:prstGeom>
          <a:noFill/>
        </p:spPr>
        <p:txBody>
          <a:bodyPr wrap="square" rtlCol="0">
            <a:spAutoFit/>
          </a:bodyPr>
          <a:lstStyle/>
          <a:p>
            <a:pPr algn="ctr"/>
            <a:r>
              <a:rPr lang="de-DE" sz="1200" dirty="0" err="1"/>
              <a:t>Document</a:t>
            </a:r>
            <a:r>
              <a:rPr lang="de-DE" sz="1200" dirty="0"/>
              <a:t> TIFF</a:t>
            </a:r>
          </a:p>
        </p:txBody>
      </p:sp>
      <p:sp>
        <p:nvSpPr>
          <p:cNvPr id="236" name="Textfeld 235">
            <a:extLst>
              <a:ext uri="{FF2B5EF4-FFF2-40B4-BE49-F238E27FC236}">
                <a16:creationId xmlns:a16="http://schemas.microsoft.com/office/drawing/2014/main" id="{7B874C9B-9203-89EB-D180-4F934455CE7E}"/>
              </a:ext>
            </a:extLst>
          </p:cNvPr>
          <p:cNvSpPr txBox="1"/>
          <p:nvPr/>
        </p:nvSpPr>
        <p:spPr>
          <a:xfrm>
            <a:off x="10349688" y="4919276"/>
            <a:ext cx="1396584" cy="461665"/>
          </a:xfrm>
          <a:prstGeom prst="rect">
            <a:avLst/>
          </a:prstGeom>
          <a:noFill/>
        </p:spPr>
        <p:txBody>
          <a:bodyPr wrap="square" rtlCol="0">
            <a:spAutoFit/>
          </a:bodyPr>
          <a:lstStyle/>
          <a:p>
            <a:pPr algn="ctr"/>
            <a:r>
              <a:rPr lang="de-DE" sz="1200" dirty="0"/>
              <a:t>SAP </a:t>
            </a:r>
            <a:r>
              <a:rPr lang="de-DE" sz="1200" dirty="0" err="1"/>
              <a:t>Document</a:t>
            </a:r>
            <a:r>
              <a:rPr lang="de-DE" sz="1200" dirty="0"/>
              <a:t> </a:t>
            </a:r>
            <a:r>
              <a:rPr lang="de-DE" sz="1200" dirty="0" err="1"/>
              <a:t>security</a:t>
            </a:r>
            <a:endParaRPr lang="de-DE" sz="1200" dirty="0"/>
          </a:p>
        </p:txBody>
      </p:sp>
      <p:sp>
        <p:nvSpPr>
          <p:cNvPr id="237" name="Textfeld 236">
            <a:extLst>
              <a:ext uri="{FF2B5EF4-FFF2-40B4-BE49-F238E27FC236}">
                <a16:creationId xmlns:a16="http://schemas.microsoft.com/office/drawing/2014/main" id="{47322AC4-B34E-C9F5-231D-D4357E0AD79C}"/>
              </a:ext>
            </a:extLst>
          </p:cNvPr>
          <p:cNvSpPr txBox="1"/>
          <p:nvPr/>
        </p:nvSpPr>
        <p:spPr>
          <a:xfrm>
            <a:off x="368296" y="4919276"/>
            <a:ext cx="1495752" cy="461665"/>
          </a:xfrm>
          <a:prstGeom prst="rect">
            <a:avLst/>
          </a:prstGeom>
          <a:noFill/>
        </p:spPr>
        <p:txBody>
          <a:bodyPr wrap="square" rtlCol="0">
            <a:spAutoFit/>
          </a:bodyPr>
          <a:lstStyle/>
          <a:p>
            <a:pPr algn="ctr"/>
            <a:r>
              <a:rPr lang="de-DE" sz="1200" dirty="0"/>
              <a:t>PDF </a:t>
            </a:r>
            <a:r>
              <a:rPr lang="de-DE" sz="1200" dirty="0" err="1"/>
              <a:t>Document</a:t>
            </a:r>
            <a:r>
              <a:rPr lang="de-DE" sz="1200" dirty="0"/>
              <a:t> </a:t>
            </a:r>
            <a:r>
              <a:rPr lang="de-DE" sz="1200" dirty="0" err="1"/>
              <a:t>security</a:t>
            </a:r>
            <a:endParaRPr lang="de-DE" sz="1200" dirty="0"/>
          </a:p>
        </p:txBody>
      </p:sp>
      <p:sp>
        <p:nvSpPr>
          <p:cNvPr id="238" name="Textfeld 237">
            <a:extLst>
              <a:ext uri="{FF2B5EF4-FFF2-40B4-BE49-F238E27FC236}">
                <a16:creationId xmlns:a16="http://schemas.microsoft.com/office/drawing/2014/main" id="{F03EFFD5-8DB9-5E63-EDB8-636514414F81}"/>
              </a:ext>
            </a:extLst>
          </p:cNvPr>
          <p:cNvSpPr txBox="1"/>
          <p:nvPr/>
        </p:nvSpPr>
        <p:spPr>
          <a:xfrm>
            <a:off x="1727351" y="4919276"/>
            <a:ext cx="1236617" cy="276999"/>
          </a:xfrm>
          <a:prstGeom prst="rect">
            <a:avLst/>
          </a:prstGeom>
          <a:noFill/>
        </p:spPr>
        <p:txBody>
          <a:bodyPr wrap="square" rtlCol="0">
            <a:spAutoFit/>
          </a:bodyPr>
          <a:lstStyle/>
          <a:p>
            <a:pPr algn="ctr"/>
            <a:r>
              <a:rPr lang="de-DE" sz="1200" dirty="0"/>
              <a:t>PDF Security PC</a:t>
            </a:r>
          </a:p>
        </p:txBody>
      </p:sp>
      <p:sp>
        <p:nvSpPr>
          <p:cNvPr id="239" name="Textfeld 238">
            <a:extLst>
              <a:ext uri="{FF2B5EF4-FFF2-40B4-BE49-F238E27FC236}">
                <a16:creationId xmlns:a16="http://schemas.microsoft.com/office/drawing/2014/main" id="{B5A6FF01-45CE-3691-E407-1BE615890CC7}"/>
              </a:ext>
            </a:extLst>
          </p:cNvPr>
          <p:cNvSpPr txBox="1"/>
          <p:nvPr/>
        </p:nvSpPr>
        <p:spPr>
          <a:xfrm>
            <a:off x="3001511" y="4919276"/>
            <a:ext cx="1236617" cy="276999"/>
          </a:xfrm>
          <a:prstGeom prst="rect">
            <a:avLst/>
          </a:prstGeom>
          <a:noFill/>
        </p:spPr>
        <p:txBody>
          <a:bodyPr wrap="square" rtlCol="0">
            <a:spAutoFit/>
          </a:bodyPr>
          <a:lstStyle/>
          <a:p>
            <a:pPr algn="ctr"/>
            <a:r>
              <a:rPr lang="de-DE" sz="1200" dirty="0"/>
              <a:t>PDF/A</a:t>
            </a:r>
          </a:p>
        </p:txBody>
      </p:sp>
      <p:sp>
        <p:nvSpPr>
          <p:cNvPr id="248" name="Textfeld 247">
            <a:extLst>
              <a:ext uri="{FF2B5EF4-FFF2-40B4-BE49-F238E27FC236}">
                <a16:creationId xmlns:a16="http://schemas.microsoft.com/office/drawing/2014/main" id="{3183E254-5584-2B28-4738-27321A6AA517}"/>
              </a:ext>
            </a:extLst>
          </p:cNvPr>
          <p:cNvSpPr txBox="1"/>
          <p:nvPr/>
        </p:nvSpPr>
        <p:spPr>
          <a:xfrm>
            <a:off x="9155350" y="4918714"/>
            <a:ext cx="1236617" cy="276999"/>
          </a:xfrm>
          <a:prstGeom prst="rect">
            <a:avLst/>
          </a:prstGeom>
          <a:noFill/>
        </p:spPr>
        <p:txBody>
          <a:bodyPr wrap="square" rtlCol="0">
            <a:spAutoFit/>
          </a:bodyPr>
          <a:lstStyle/>
          <a:p>
            <a:pPr algn="ctr"/>
            <a:r>
              <a:rPr lang="de-DE" sz="1200" dirty="0"/>
              <a:t>Conversion SAP</a:t>
            </a:r>
          </a:p>
        </p:txBody>
      </p:sp>
      <p:sp>
        <p:nvSpPr>
          <p:cNvPr id="249" name="Textfeld 248">
            <a:extLst>
              <a:ext uri="{FF2B5EF4-FFF2-40B4-BE49-F238E27FC236}">
                <a16:creationId xmlns:a16="http://schemas.microsoft.com/office/drawing/2014/main" id="{187B1EE1-E8BC-9948-2292-AC81DCAD4B2C}"/>
              </a:ext>
            </a:extLst>
          </p:cNvPr>
          <p:cNvSpPr txBox="1"/>
          <p:nvPr/>
        </p:nvSpPr>
        <p:spPr>
          <a:xfrm>
            <a:off x="4224744" y="4918714"/>
            <a:ext cx="1236617" cy="461665"/>
          </a:xfrm>
          <a:prstGeom prst="rect">
            <a:avLst/>
          </a:prstGeom>
          <a:noFill/>
        </p:spPr>
        <p:txBody>
          <a:bodyPr wrap="square" rtlCol="0">
            <a:spAutoFit/>
          </a:bodyPr>
          <a:lstStyle/>
          <a:p>
            <a:pPr algn="ctr"/>
            <a:r>
              <a:rPr lang="de-DE" sz="1200" dirty="0"/>
              <a:t>Conversion Word</a:t>
            </a:r>
          </a:p>
        </p:txBody>
      </p:sp>
      <p:sp>
        <p:nvSpPr>
          <p:cNvPr id="250" name="Textfeld 249">
            <a:extLst>
              <a:ext uri="{FF2B5EF4-FFF2-40B4-BE49-F238E27FC236}">
                <a16:creationId xmlns:a16="http://schemas.microsoft.com/office/drawing/2014/main" id="{E8510738-F715-4584-9178-6F3F914ABF6F}"/>
              </a:ext>
            </a:extLst>
          </p:cNvPr>
          <p:cNvSpPr txBox="1"/>
          <p:nvPr/>
        </p:nvSpPr>
        <p:spPr>
          <a:xfrm>
            <a:off x="5501150" y="4918714"/>
            <a:ext cx="1236617" cy="276999"/>
          </a:xfrm>
          <a:prstGeom prst="rect">
            <a:avLst/>
          </a:prstGeom>
          <a:noFill/>
        </p:spPr>
        <p:txBody>
          <a:bodyPr wrap="square" rtlCol="0">
            <a:spAutoFit/>
          </a:bodyPr>
          <a:lstStyle/>
          <a:p>
            <a:pPr algn="ctr"/>
            <a:r>
              <a:rPr lang="de-DE" sz="1200" dirty="0"/>
              <a:t>Conversion CAD</a:t>
            </a:r>
          </a:p>
        </p:txBody>
      </p:sp>
      <p:sp>
        <p:nvSpPr>
          <p:cNvPr id="251" name="Textfeld 250">
            <a:extLst>
              <a:ext uri="{FF2B5EF4-FFF2-40B4-BE49-F238E27FC236}">
                <a16:creationId xmlns:a16="http://schemas.microsoft.com/office/drawing/2014/main" id="{BD9C7F80-3605-FFCB-BDF1-E7E73E3E44B6}"/>
              </a:ext>
            </a:extLst>
          </p:cNvPr>
          <p:cNvSpPr txBox="1"/>
          <p:nvPr/>
        </p:nvSpPr>
        <p:spPr>
          <a:xfrm>
            <a:off x="6632720" y="4918714"/>
            <a:ext cx="1396584" cy="276999"/>
          </a:xfrm>
          <a:prstGeom prst="rect">
            <a:avLst/>
          </a:prstGeom>
          <a:noFill/>
        </p:spPr>
        <p:txBody>
          <a:bodyPr wrap="square" rtlCol="0">
            <a:spAutoFit/>
          </a:bodyPr>
          <a:lstStyle/>
          <a:p>
            <a:pPr algn="ctr"/>
            <a:r>
              <a:rPr lang="de-DE" sz="1200" dirty="0"/>
              <a:t>Conversion CAO</a:t>
            </a:r>
          </a:p>
        </p:txBody>
      </p:sp>
      <p:sp>
        <p:nvSpPr>
          <p:cNvPr id="252" name="Textfeld 251">
            <a:extLst>
              <a:ext uri="{FF2B5EF4-FFF2-40B4-BE49-F238E27FC236}">
                <a16:creationId xmlns:a16="http://schemas.microsoft.com/office/drawing/2014/main" id="{0BA12F72-22DB-9625-588E-388F249D6B1D}"/>
              </a:ext>
            </a:extLst>
          </p:cNvPr>
          <p:cNvSpPr txBox="1"/>
          <p:nvPr/>
        </p:nvSpPr>
        <p:spPr>
          <a:xfrm>
            <a:off x="7796295" y="4918714"/>
            <a:ext cx="1495752" cy="276999"/>
          </a:xfrm>
          <a:prstGeom prst="rect">
            <a:avLst/>
          </a:prstGeom>
          <a:noFill/>
        </p:spPr>
        <p:txBody>
          <a:bodyPr wrap="square" rtlCol="0">
            <a:spAutoFit/>
          </a:bodyPr>
          <a:lstStyle/>
          <a:p>
            <a:pPr algn="ctr"/>
            <a:r>
              <a:rPr lang="de-DE" sz="1200" dirty="0"/>
              <a:t>Conversion PDF</a:t>
            </a:r>
          </a:p>
        </p:txBody>
      </p:sp>
      <p:pic>
        <p:nvPicPr>
          <p:cNvPr id="5" name="Grafik 4">
            <a:extLst>
              <a:ext uri="{FF2B5EF4-FFF2-40B4-BE49-F238E27FC236}">
                <a16:creationId xmlns:a16="http://schemas.microsoft.com/office/drawing/2014/main" id="{6050DBED-7DC3-9053-8AF5-D371E077833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9468430" y="1518958"/>
            <a:ext cx="648000" cy="648000"/>
          </a:xfrm>
          <a:prstGeom prst="rect">
            <a:avLst/>
          </a:prstGeom>
        </p:spPr>
      </p:pic>
      <p:pic>
        <p:nvPicPr>
          <p:cNvPr id="8" name="Grafik 7">
            <a:extLst>
              <a:ext uri="{FF2B5EF4-FFF2-40B4-BE49-F238E27FC236}">
                <a16:creationId xmlns:a16="http://schemas.microsoft.com/office/drawing/2014/main" id="{C0763AF0-59D8-3D6D-98BD-AB7CDCB8AF1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3305894" y="1518958"/>
            <a:ext cx="648000" cy="648000"/>
          </a:xfrm>
          <a:prstGeom prst="rect">
            <a:avLst/>
          </a:prstGeom>
        </p:spPr>
      </p:pic>
      <p:pic>
        <p:nvPicPr>
          <p:cNvPr id="10" name="Grafik 9">
            <a:extLst>
              <a:ext uri="{FF2B5EF4-FFF2-40B4-BE49-F238E27FC236}">
                <a16:creationId xmlns:a16="http://schemas.microsoft.com/office/drawing/2014/main" id="{BA43E80C-77E2-6AEB-2EAD-C02D9118F61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5772000" y="1518958"/>
            <a:ext cx="648000" cy="648000"/>
          </a:xfrm>
          <a:prstGeom prst="rect">
            <a:avLst/>
          </a:prstGeom>
        </p:spPr>
      </p:pic>
      <p:pic>
        <p:nvPicPr>
          <p:cNvPr id="13" name="Grafik 12">
            <a:extLst>
              <a:ext uri="{FF2B5EF4-FFF2-40B4-BE49-F238E27FC236}">
                <a16:creationId xmlns:a16="http://schemas.microsoft.com/office/drawing/2014/main" id="{9C4395AA-BD34-D848-FC7E-71C2931E7AB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p:blipFill>
        <p:spPr>
          <a:xfrm>
            <a:off x="4538947" y="1518958"/>
            <a:ext cx="648000" cy="648000"/>
          </a:xfrm>
          <a:prstGeom prst="rect">
            <a:avLst/>
          </a:prstGeom>
        </p:spPr>
      </p:pic>
      <p:pic>
        <p:nvPicPr>
          <p:cNvPr id="19" name="Grafik 18">
            <a:extLst>
              <a:ext uri="{FF2B5EF4-FFF2-40B4-BE49-F238E27FC236}">
                <a16:creationId xmlns:a16="http://schemas.microsoft.com/office/drawing/2014/main" id="{7CB8D5BE-4856-1BB1-79AB-946DD93509D7}"/>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p:blipFill>
        <p:spPr>
          <a:xfrm>
            <a:off x="7005053" y="1518958"/>
            <a:ext cx="648000" cy="648000"/>
          </a:xfrm>
          <a:prstGeom prst="rect">
            <a:avLst/>
          </a:prstGeom>
        </p:spPr>
      </p:pic>
      <p:pic>
        <p:nvPicPr>
          <p:cNvPr id="23" name="Grafik 22">
            <a:extLst>
              <a:ext uri="{FF2B5EF4-FFF2-40B4-BE49-F238E27FC236}">
                <a16:creationId xmlns:a16="http://schemas.microsoft.com/office/drawing/2014/main" id="{B8A01CF6-8027-24DC-6740-7790A1474F8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a:stretch/>
        </p:blipFill>
        <p:spPr>
          <a:xfrm>
            <a:off x="8216606" y="1518958"/>
            <a:ext cx="648000" cy="648000"/>
          </a:xfrm>
          <a:prstGeom prst="rect">
            <a:avLst/>
          </a:prstGeom>
        </p:spPr>
      </p:pic>
      <p:pic>
        <p:nvPicPr>
          <p:cNvPr id="25" name="Grafik 24">
            <a:extLst>
              <a:ext uri="{FF2B5EF4-FFF2-40B4-BE49-F238E27FC236}">
                <a16:creationId xmlns:a16="http://schemas.microsoft.com/office/drawing/2014/main" id="{14C576D1-17C3-1C89-F5A8-2B559D5BF36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a:stretch/>
        </p:blipFill>
        <p:spPr>
          <a:xfrm>
            <a:off x="10717697" y="1504573"/>
            <a:ext cx="648000" cy="648000"/>
          </a:xfrm>
          <a:prstGeom prst="rect">
            <a:avLst/>
          </a:prstGeom>
        </p:spPr>
      </p:pic>
      <p:pic>
        <p:nvPicPr>
          <p:cNvPr id="27" name="Grafik 26">
            <a:extLst>
              <a:ext uri="{FF2B5EF4-FFF2-40B4-BE49-F238E27FC236}">
                <a16:creationId xmlns:a16="http://schemas.microsoft.com/office/drawing/2014/main" id="{D895EC56-C9DC-BF6A-55E0-72C504F5DB50}"/>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a:stretch/>
        </p:blipFill>
        <p:spPr>
          <a:xfrm>
            <a:off x="2075570" y="1447498"/>
            <a:ext cx="648000" cy="648000"/>
          </a:xfrm>
          <a:prstGeom prst="rect">
            <a:avLst/>
          </a:prstGeom>
        </p:spPr>
      </p:pic>
      <p:pic>
        <p:nvPicPr>
          <p:cNvPr id="28" name="Grafik 27">
            <a:extLst>
              <a:ext uri="{FF2B5EF4-FFF2-40B4-BE49-F238E27FC236}">
                <a16:creationId xmlns:a16="http://schemas.microsoft.com/office/drawing/2014/main" id="{9E6E4211-F2EB-59A0-F31D-12B8E0B03513}"/>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a:stretch/>
        </p:blipFill>
        <p:spPr>
          <a:xfrm>
            <a:off x="826671" y="1447498"/>
            <a:ext cx="648000" cy="648000"/>
          </a:xfrm>
          <a:prstGeom prst="rect">
            <a:avLst/>
          </a:prstGeom>
        </p:spPr>
      </p:pic>
      <p:pic>
        <p:nvPicPr>
          <p:cNvPr id="29" name="Grafik 28">
            <a:extLst>
              <a:ext uri="{FF2B5EF4-FFF2-40B4-BE49-F238E27FC236}">
                <a16:creationId xmlns:a16="http://schemas.microsoft.com/office/drawing/2014/main" id="{B2CDF062-36B8-9AA9-858A-379F5A4772C4}"/>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a:stretch/>
        </p:blipFill>
        <p:spPr>
          <a:xfrm>
            <a:off x="2053720" y="2887603"/>
            <a:ext cx="648000" cy="648000"/>
          </a:xfrm>
          <a:prstGeom prst="rect">
            <a:avLst/>
          </a:prstGeom>
        </p:spPr>
      </p:pic>
      <p:pic>
        <p:nvPicPr>
          <p:cNvPr id="30" name="Grafik 29">
            <a:extLst>
              <a:ext uri="{FF2B5EF4-FFF2-40B4-BE49-F238E27FC236}">
                <a16:creationId xmlns:a16="http://schemas.microsoft.com/office/drawing/2014/main" id="{B7A0AB2C-C50F-78DF-20EE-A000D41F2E71}"/>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a:stretch/>
        </p:blipFill>
        <p:spPr>
          <a:xfrm>
            <a:off x="3289505" y="2887603"/>
            <a:ext cx="648000" cy="648000"/>
          </a:xfrm>
          <a:prstGeom prst="rect">
            <a:avLst/>
          </a:prstGeom>
        </p:spPr>
      </p:pic>
      <p:pic>
        <p:nvPicPr>
          <p:cNvPr id="32" name="Grafik 31">
            <a:extLst>
              <a:ext uri="{FF2B5EF4-FFF2-40B4-BE49-F238E27FC236}">
                <a16:creationId xmlns:a16="http://schemas.microsoft.com/office/drawing/2014/main" id="{AC6CC2D3-5C2F-9FCF-5494-611660327A6A}"/>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a:stretch/>
        </p:blipFill>
        <p:spPr>
          <a:xfrm>
            <a:off x="826671" y="2887603"/>
            <a:ext cx="648000" cy="648000"/>
          </a:xfrm>
          <a:prstGeom prst="rect">
            <a:avLst/>
          </a:prstGeom>
        </p:spPr>
      </p:pic>
      <p:pic>
        <p:nvPicPr>
          <p:cNvPr id="34" name="Grafik 33">
            <a:extLst>
              <a:ext uri="{FF2B5EF4-FFF2-40B4-BE49-F238E27FC236}">
                <a16:creationId xmlns:a16="http://schemas.microsoft.com/office/drawing/2014/main" id="{3AC9A3B8-B35D-365F-6AED-46F8DBF78D2B}"/>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a:stretch/>
        </p:blipFill>
        <p:spPr>
          <a:xfrm>
            <a:off x="4532699" y="2886408"/>
            <a:ext cx="648000" cy="648000"/>
          </a:xfrm>
          <a:prstGeom prst="rect">
            <a:avLst/>
          </a:prstGeom>
        </p:spPr>
      </p:pic>
      <p:pic>
        <p:nvPicPr>
          <p:cNvPr id="35" name="Grafik 34">
            <a:extLst>
              <a:ext uri="{FF2B5EF4-FFF2-40B4-BE49-F238E27FC236}">
                <a16:creationId xmlns:a16="http://schemas.microsoft.com/office/drawing/2014/main" id="{4104EEE6-C057-61A7-0058-DE1BFCE18C0F}"/>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a:stretch/>
        </p:blipFill>
        <p:spPr>
          <a:xfrm>
            <a:off x="5774165" y="2894555"/>
            <a:ext cx="648000" cy="648000"/>
          </a:xfrm>
          <a:prstGeom prst="rect">
            <a:avLst/>
          </a:prstGeom>
        </p:spPr>
      </p:pic>
      <p:pic>
        <p:nvPicPr>
          <p:cNvPr id="36" name="Grafik 35">
            <a:extLst>
              <a:ext uri="{FF2B5EF4-FFF2-40B4-BE49-F238E27FC236}">
                <a16:creationId xmlns:a16="http://schemas.microsoft.com/office/drawing/2014/main" id="{9AEB2CC2-5E85-4D81-50DA-2A07568AE23D}"/>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rcRect/>
          <a:stretch/>
        </p:blipFill>
        <p:spPr>
          <a:xfrm>
            <a:off x="7017359" y="2886408"/>
            <a:ext cx="648000" cy="648000"/>
          </a:xfrm>
          <a:prstGeom prst="rect">
            <a:avLst/>
          </a:prstGeom>
        </p:spPr>
      </p:pic>
      <p:pic>
        <p:nvPicPr>
          <p:cNvPr id="37" name="Grafik 36">
            <a:extLst>
              <a:ext uri="{FF2B5EF4-FFF2-40B4-BE49-F238E27FC236}">
                <a16:creationId xmlns:a16="http://schemas.microsoft.com/office/drawing/2014/main" id="{2E9E9BB3-F11E-E4BE-4498-5E5EE208EB37}"/>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rcRect/>
          <a:stretch/>
        </p:blipFill>
        <p:spPr>
          <a:xfrm>
            <a:off x="8216606" y="2886408"/>
            <a:ext cx="648000" cy="648000"/>
          </a:xfrm>
          <a:prstGeom prst="rect">
            <a:avLst/>
          </a:prstGeom>
        </p:spPr>
      </p:pic>
      <p:pic>
        <p:nvPicPr>
          <p:cNvPr id="38" name="Grafik 37">
            <a:extLst>
              <a:ext uri="{FF2B5EF4-FFF2-40B4-BE49-F238E27FC236}">
                <a16:creationId xmlns:a16="http://schemas.microsoft.com/office/drawing/2014/main" id="{0F297F89-1588-4591-B3A5-FF491D6468C3}"/>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rcRect/>
          <a:stretch/>
        </p:blipFill>
        <p:spPr>
          <a:xfrm>
            <a:off x="9449658" y="2886408"/>
            <a:ext cx="648000" cy="648000"/>
          </a:xfrm>
          <a:prstGeom prst="rect">
            <a:avLst/>
          </a:prstGeom>
        </p:spPr>
      </p:pic>
      <p:pic>
        <p:nvPicPr>
          <p:cNvPr id="39" name="Grafik 38">
            <a:extLst>
              <a:ext uri="{FF2B5EF4-FFF2-40B4-BE49-F238E27FC236}">
                <a16:creationId xmlns:a16="http://schemas.microsoft.com/office/drawing/2014/main" id="{F783C393-C897-38B6-8ADA-F76DA8FC8D32}"/>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rcRect/>
          <a:stretch/>
        </p:blipFill>
        <p:spPr>
          <a:xfrm>
            <a:off x="10718947" y="2886408"/>
            <a:ext cx="648000" cy="648000"/>
          </a:xfrm>
          <a:prstGeom prst="rect">
            <a:avLst/>
          </a:prstGeom>
        </p:spPr>
      </p:pic>
      <p:pic>
        <p:nvPicPr>
          <p:cNvPr id="40" name="Grafik 39">
            <a:extLst>
              <a:ext uri="{FF2B5EF4-FFF2-40B4-BE49-F238E27FC236}">
                <a16:creationId xmlns:a16="http://schemas.microsoft.com/office/drawing/2014/main" id="{608FC0ED-1D24-6478-E194-85F85CA5570F}"/>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rcRect/>
          <a:stretch/>
        </p:blipFill>
        <p:spPr>
          <a:xfrm>
            <a:off x="826671" y="4263762"/>
            <a:ext cx="648000" cy="648000"/>
          </a:xfrm>
          <a:prstGeom prst="rect">
            <a:avLst/>
          </a:prstGeom>
        </p:spPr>
      </p:pic>
      <p:pic>
        <p:nvPicPr>
          <p:cNvPr id="41" name="Grafik 40">
            <a:extLst>
              <a:ext uri="{FF2B5EF4-FFF2-40B4-BE49-F238E27FC236}">
                <a16:creationId xmlns:a16="http://schemas.microsoft.com/office/drawing/2014/main" id="{A548312C-E838-DE39-503C-7654FF8C0DFC}"/>
              </a:ext>
            </a:extLst>
          </p:cNvPr>
          <p:cNvPicPr>
            <a:picLocks noChangeAspect="1"/>
          </p:cNvPicPr>
          <p:nvPr/>
        </p:nvPicPr>
        <p:blipFill>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rcRect/>
          <a:stretch/>
        </p:blipFill>
        <p:spPr>
          <a:xfrm>
            <a:off x="2021659" y="4263762"/>
            <a:ext cx="648000" cy="648000"/>
          </a:xfrm>
          <a:prstGeom prst="rect">
            <a:avLst/>
          </a:prstGeom>
        </p:spPr>
      </p:pic>
      <p:pic>
        <p:nvPicPr>
          <p:cNvPr id="42" name="Grafik 41">
            <a:extLst>
              <a:ext uri="{FF2B5EF4-FFF2-40B4-BE49-F238E27FC236}">
                <a16:creationId xmlns:a16="http://schemas.microsoft.com/office/drawing/2014/main" id="{13553157-A5CA-95FA-48EA-18AFE30216A3}"/>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rcRect/>
          <a:stretch/>
        </p:blipFill>
        <p:spPr>
          <a:xfrm>
            <a:off x="3289262" y="4263762"/>
            <a:ext cx="648000" cy="648000"/>
          </a:xfrm>
          <a:prstGeom prst="rect">
            <a:avLst/>
          </a:prstGeom>
        </p:spPr>
      </p:pic>
      <p:pic>
        <p:nvPicPr>
          <p:cNvPr id="43" name="Grafik 42">
            <a:extLst>
              <a:ext uri="{FF2B5EF4-FFF2-40B4-BE49-F238E27FC236}">
                <a16:creationId xmlns:a16="http://schemas.microsoft.com/office/drawing/2014/main" id="{9116790D-E2DE-2822-09D3-C7E3F6A84579}"/>
              </a:ext>
            </a:extLst>
          </p:cNvPr>
          <p:cNvPicPr>
            <a:picLocks noChangeAspect="1"/>
          </p:cNvPicPr>
          <p:nvPr/>
        </p:nvPicPr>
        <p:blipFill>
          <a:blip r:embed="rId44">
            <a:extLst>
              <a:ext uri="{28A0092B-C50C-407E-A947-70E740481C1C}">
                <a14:useLocalDpi xmlns:a14="http://schemas.microsoft.com/office/drawing/2010/main" val="0"/>
              </a:ext>
              <a:ext uri="{96DAC541-7B7A-43D3-8B79-37D633B846F1}">
                <asvg:svgBlip xmlns:asvg="http://schemas.microsoft.com/office/drawing/2016/SVG/main" r:embed="rId45"/>
              </a:ext>
            </a:extLst>
          </a:blip>
          <a:srcRect/>
          <a:stretch/>
        </p:blipFill>
        <p:spPr>
          <a:xfrm>
            <a:off x="10719783" y="4237580"/>
            <a:ext cx="648000" cy="648000"/>
          </a:xfrm>
          <a:prstGeom prst="rect">
            <a:avLst/>
          </a:prstGeom>
        </p:spPr>
      </p:pic>
      <p:pic>
        <p:nvPicPr>
          <p:cNvPr id="44" name="Grafik 43">
            <a:extLst>
              <a:ext uri="{FF2B5EF4-FFF2-40B4-BE49-F238E27FC236}">
                <a16:creationId xmlns:a16="http://schemas.microsoft.com/office/drawing/2014/main" id="{B5D800F9-363C-AD47-C90A-EE2CEC3D5A72}"/>
              </a:ext>
            </a:extLst>
          </p:cNvPr>
          <p:cNvPicPr>
            <a:picLocks noChangeAspect="1"/>
          </p:cNvPicPr>
          <p:nvPr/>
        </p:nvPicPr>
        <p:blipFill>
          <a:blip r:embed="rId46">
            <a:extLst>
              <a:ext uri="{28A0092B-C50C-407E-A947-70E740481C1C}">
                <a14:useLocalDpi xmlns:a14="http://schemas.microsoft.com/office/drawing/2010/main" val="0"/>
              </a:ext>
              <a:ext uri="{96DAC541-7B7A-43D3-8B79-37D633B846F1}">
                <asvg:svgBlip xmlns:asvg="http://schemas.microsoft.com/office/drawing/2016/SVG/main" r:embed="rId47"/>
              </a:ext>
            </a:extLst>
          </a:blip>
          <a:srcRect/>
          <a:stretch/>
        </p:blipFill>
        <p:spPr>
          <a:xfrm>
            <a:off x="5772000" y="4237580"/>
            <a:ext cx="648000" cy="648000"/>
          </a:xfrm>
          <a:prstGeom prst="rect">
            <a:avLst/>
          </a:prstGeom>
        </p:spPr>
      </p:pic>
      <p:pic>
        <p:nvPicPr>
          <p:cNvPr id="45" name="Grafik 44">
            <a:extLst>
              <a:ext uri="{FF2B5EF4-FFF2-40B4-BE49-F238E27FC236}">
                <a16:creationId xmlns:a16="http://schemas.microsoft.com/office/drawing/2014/main" id="{E719295F-2B4B-FAEE-FC0D-7F763AC88193}"/>
              </a:ext>
            </a:extLst>
          </p:cNvPr>
          <p:cNvPicPr>
            <a:picLocks noChangeAspect="1"/>
          </p:cNvPicPr>
          <p:nvPr/>
        </p:nvPicPr>
        <p:blipFill>
          <a:blip r:embed="rId48">
            <a:extLst>
              <a:ext uri="{28A0092B-C50C-407E-A947-70E740481C1C}">
                <a14:useLocalDpi xmlns:a14="http://schemas.microsoft.com/office/drawing/2010/main" val="0"/>
              </a:ext>
              <a:ext uri="{96DAC541-7B7A-43D3-8B79-37D633B846F1}">
                <asvg:svgBlip xmlns:asvg="http://schemas.microsoft.com/office/drawing/2016/SVG/main" r:embed="rId49"/>
              </a:ext>
            </a:extLst>
          </a:blip>
          <a:srcRect/>
          <a:stretch/>
        </p:blipFill>
        <p:spPr>
          <a:xfrm>
            <a:off x="6998853" y="4262005"/>
            <a:ext cx="648000" cy="648000"/>
          </a:xfrm>
          <a:prstGeom prst="rect">
            <a:avLst/>
          </a:prstGeom>
        </p:spPr>
      </p:pic>
      <p:pic>
        <p:nvPicPr>
          <p:cNvPr id="46" name="Grafik 45">
            <a:extLst>
              <a:ext uri="{FF2B5EF4-FFF2-40B4-BE49-F238E27FC236}">
                <a16:creationId xmlns:a16="http://schemas.microsoft.com/office/drawing/2014/main" id="{5B25D9B9-93B5-3420-068B-89C1FB0BC172}"/>
              </a:ext>
            </a:extLst>
          </p:cNvPr>
          <p:cNvPicPr>
            <a:picLocks noChangeAspect="1"/>
          </p:cNvPicPr>
          <p:nvPr/>
        </p:nvPicPr>
        <p:blipFill>
          <a:blip r:embed="rId50">
            <a:extLst>
              <a:ext uri="{28A0092B-C50C-407E-A947-70E740481C1C}">
                <a14:useLocalDpi xmlns:a14="http://schemas.microsoft.com/office/drawing/2010/main" val="0"/>
              </a:ext>
              <a:ext uri="{96DAC541-7B7A-43D3-8B79-37D633B846F1}">
                <asvg:svgBlip xmlns:asvg="http://schemas.microsoft.com/office/drawing/2016/SVG/main" r:embed="rId51"/>
              </a:ext>
            </a:extLst>
          </a:blip>
          <a:srcRect/>
          <a:stretch/>
        </p:blipFill>
        <p:spPr>
          <a:xfrm>
            <a:off x="8211433" y="4262005"/>
            <a:ext cx="648000" cy="648000"/>
          </a:xfrm>
          <a:prstGeom prst="rect">
            <a:avLst/>
          </a:prstGeom>
        </p:spPr>
      </p:pic>
      <p:pic>
        <p:nvPicPr>
          <p:cNvPr id="47" name="Grafik 46">
            <a:extLst>
              <a:ext uri="{FF2B5EF4-FFF2-40B4-BE49-F238E27FC236}">
                <a16:creationId xmlns:a16="http://schemas.microsoft.com/office/drawing/2014/main" id="{1AA3AFA6-6021-BDB2-440C-815139D68A55}"/>
              </a:ext>
            </a:extLst>
          </p:cNvPr>
          <p:cNvPicPr>
            <a:picLocks noChangeAspect="1"/>
          </p:cNvPicPr>
          <p:nvPr/>
        </p:nvPicPr>
        <p:blipFill>
          <a:blip r:embed="rId52">
            <a:extLst>
              <a:ext uri="{28A0092B-C50C-407E-A947-70E740481C1C}">
                <a14:useLocalDpi xmlns:a14="http://schemas.microsoft.com/office/drawing/2010/main" val="0"/>
              </a:ext>
              <a:ext uri="{96DAC541-7B7A-43D3-8B79-37D633B846F1}">
                <asvg:svgBlip xmlns:asvg="http://schemas.microsoft.com/office/drawing/2016/SVG/main" r:embed="rId53"/>
              </a:ext>
            </a:extLst>
          </a:blip>
          <a:srcRect/>
          <a:stretch/>
        </p:blipFill>
        <p:spPr>
          <a:xfrm>
            <a:off x="9449658" y="4266971"/>
            <a:ext cx="648000" cy="648000"/>
          </a:xfrm>
          <a:prstGeom prst="rect">
            <a:avLst/>
          </a:prstGeom>
        </p:spPr>
      </p:pic>
      <p:pic>
        <p:nvPicPr>
          <p:cNvPr id="48" name="Grafik 47">
            <a:extLst>
              <a:ext uri="{FF2B5EF4-FFF2-40B4-BE49-F238E27FC236}">
                <a16:creationId xmlns:a16="http://schemas.microsoft.com/office/drawing/2014/main" id="{F4780A47-3D02-D1AB-5B55-F0C3CB9855D4}"/>
              </a:ext>
            </a:extLst>
          </p:cNvPr>
          <p:cNvPicPr>
            <a:picLocks noChangeAspect="1"/>
          </p:cNvPicPr>
          <p:nvPr/>
        </p:nvPicPr>
        <p:blipFill>
          <a:blip r:embed="rId54">
            <a:extLst>
              <a:ext uri="{28A0092B-C50C-407E-A947-70E740481C1C}">
                <a14:useLocalDpi xmlns:a14="http://schemas.microsoft.com/office/drawing/2010/main" val="0"/>
              </a:ext>
              <a:ext uri="{96DAC541-7B7A-43D3-8B79-37D633B846F1}">
                <asvg:svgBlip xmlns:asvg="http://schemas.microsoft.com/office/drawing/2016/SVG/main" r:embed="rId55"/>
              </a:ext>
            </a:extLst>
          </a:blip>
          <a:srcRect/>
          <a:stretch/>
        </p:blipFill>
        <p:spPr>
          <a:xfrm>
            <a:off x="4519052" y="4262005"/>
            <a:ext cx="648000" cy="648000"/>
          </a:xfrm>
          <a:prstGeom prst="rect">
            <a:avLst/>
          </a:prstGeom>
        </p:spPr>
      </p:pic>
      <p:pic>
        <p:nvPicPr>
          <p:cNvPr id="49" name="Grafik 48">
            <a:extLst>
              <a:ext uri="{FF2B5EF4-FFF2-40B4-BE49-F238E27FC236}">
                <a16:creationId xmlns:a16="http://schemas.microsoft.com/office/drawing/2014/main" id="{39C75C3E-98F0-00E0-C5A4-70E5D9BEAB65}"/>
              </a:ext>
            </a:extLst>
          </p:cNvPr>
          <p:cNvPicPr>
            <a:picLocks noChangeAspect="1"/>
          </p:cNvPicPr>
          <p:nvPr/>
        </p:nvPicPr>
        <p:blipFill>
          <a:blip r:embed="rId56">
            <a:extLst>
              <a:ext uri="{28A0092B-C50C-407E-A947-70E740481C1C}">
                <a14:useLocalDpi xmlns:a14="http://schemas.microsoft.com/office/drawing/2010/main" val="0"/>
              </a:ext>
              <a:ext uri="{96DAC541-7B7A-43D3-8B79-37D633B846F1}">
                <asvg:svgBlip xmlns:asvg="http://schemas.microsoft.com/office/drawing/2016/SVG/main" r:embed="rId57"/>
              </a:ext>
            </a:extLst>
          </a:blip>
          <a:srcRect/>
          <a:stretch/>
        </p:blipFill>
        <p:spPr>
          <a:xfrm>
            <a:off x="2038523" y="5648629"/>
            <a:ext cx="648000" cy="648000"/>
          </a:xfrm>
          <a:prstGeom prst="rect">
            <a:avLst/>
          </a:prstGeom>
        </p:spPr>
      </p:pic>
      <p:pic>
        <p:nvPicPr>
          <p:cNvPr id="50" name="Grafik 49">
            <a:extLst>
              <a:ext uri="{FF2B5EF4-FFF2-40B4-BE49-F238E27FC236}">
                <a16:creationId xmlns:a16="http://schemas.microsoft.com/office/drawing/2014/main" id="{F28D64D6-F100-2A99-5152-5DFAAD8CA152}"/>
              </a:ext>
            </a:extLst>
          </p:cNvPr>
          <p:cNvPicPr>
            <a:picLocks noChangeAspect="1"/>
          </p:cNvPicPr>
          <p:nvPr/>
        </p:nvPicPr>
        <p:blipFill>
          <a:blip r:embed="rId58">
            <a:extLst>
              <a:ext uri="{28A0092B-C50C-407E-A947-70E740481C1C}">
                <a14:useLocalDpi xmlns:a14="http://schemas.microsoft.com/office/drawing/2010/main" val="0"/>
              </a:ext>
              <a:ext uri="{96DAC541-7B7A-43D3-8B79-37D633B846F1}">
                <asvg:svgBlip xmlns:asvg="http://schemas.microsoft.com/office/drawing/2016/SVG/main" r:embed="rId59"/>
              </a:ext>
            </a:extLst>
          </a:blip>
          <a:srcRect/>
          <a:stretch/>
        </p:blipFill>
        <p:spPr>
          <a:xfrm>
            <a:off x="826671" y="5648629"/>
            <a:ext cx="648000" cy="648000"/>
          </a:xfrm>
          <a:prstGeom prst="rect">
            <a:avLst/>
          </a:prstGeom>
        </p:spPr>
      </p:pic>
      <p:pic>
        <p:nvPicPr>
          <p:cNvPr id="51" name="Grafik 50">
            <a:extLst>
              <a:ext uri="{FF2B5EF4-FFF2-40B4-BE49-F238E27FC236}">
                <a16:creationId xmlns:a16="http://schemas.microsoft.com/office/drawing/2014/main" id="{ED187822-E11C-F0A2-58A9-25D07C36CE95}"/>
              </a:ext>
            </a:extLst>
          </p:cNvPr>
          <p:cNvPicPr>
            <a:picLocks noChangeAspect="1"/>
          </p:cNvPicPr>
          <p:nvPr/>
        </p:nvPicPr>
        <p:blipFill>
          <a:blip r:embed="rId60">
            <a:extLst>
              <a:ext uri="{28A0092B-C50C-407E-A947-70E740481C1C}">
                <a14:useLocalDpi xmlns:a14="http://schemas.microsoft.com/office/drawing/2010/main" val="0"/>
              </a:ext>
              <a:ext uri="{96DAC541-7B7A-43D3-8B79-37D633B846F1}">
                <asvg:svgBlip xmlns:asvg="http://schemas.microsoft.com/office/drawing/2016/SVG/main" r:embed="rId61"/>
              </a:ext>
            </a:extLst>
          </a:blip>
          <a:srcRect/>
          <a:stretch/>
        </p:blipFill>
        <p:spPr>
          <a:xfrm>
            <a:off x="8292955" y="5648629"/>
            <a:ext cx="648000" cy="648000"/>
          </a:xfrm>
          <a:prstGeom prst="rect">
            <a:avLst/>
          </a:prstGeom>
        </p:spPr>
      </p:pic>
      <p:pic>
        <p:nvPicPr>
          <p:cNvPr id="53" name="Grafik 52">
            <a:extLst>
              <a:ext uri="{FF2B5EF4-FFF2-40B4-BE49-F238E27FC236}">
                <a16:creationId xmlns:a16="http://schemas.microsoft.com/office/drawing/2014/main" id="{18642BFB-8719-A9D1-364F-984C01211D28}"/>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rcRect/>
          <a:stretch/>
        </p:blipFill>
        <p:spPr>
          <a:xfrm>
            <a:off x="7087624" y="5648629"/>
            <a:ext cx="648000" cy="648000"/>
          </a:xfrm>
          <a:prstGeom prst="rect">
            <a:avLst/>
          </a:prstGeom>
        </p:spPr>
      </p:pic>
      <p:pic>
        <p:nvPicPr>
          <p:cNvPr id="54" name="Grafik 53">
            <a:extLst>
              <a:ext uri="{FF2B5EF4-FFF2-40B4-BE49-F238E27FC236}">
                <a16:creationId xmlns:a16="http://schemas.microsoft.com/office/drawing/2014/main" id="{11D70253-894A-EE0E-8A64-21F7AE653468}"/>
              </a:ext>
            </a:extLst>
          </p:cNvPr>
          <p:cNvPicPr>
            <a:picLocks noChangeAspect="1"/>
          </p:cNvPicPr>
          <p:nvPr/>
        </p:nvPicPr>
        <p:blipFill>
          <a:blip r:embed="rId64">
            <a:extLst>
              <a:ext uri="{28A0092B-C50C-407E-A947-70E740481C1C}">
                <a14:useLocalDpi xmlns:a14="http://schemas.microsoft.com/office/drawing/2010/main" val="0"/>
              </a:ext>
              <a:ext uri="{96DAC541-7B7A-43D3-8B79-37D633B846F1}">
                <asvg:svgBlip xmlns:asvg="http://schemas.microsoft.com/office/drawing/2016/SVG/main" r:embed="rId65"/>
              </a:ext>
            </a:extLst>
          </a:blip>
          <a:srcRect/>
          <a:stretch/>
        </p:blipFill>
        <p:spPr>
          <a:xfrm>
            <a:off x="5811218" y="5648629"/>
            <a:ext cx="648000" cy="648000"/>
          </a:xfrm>
          <a:prstGeom prst="rect">
            <a:avLst/>
          </a:prstGeom>
        </p:spPr>
      </p:pic>
      <p:pic>
        <p:nvPicPr>
          <p:cNvPr id="55" name="Grafik 54">
            <a:extLst>
              <a:ext uri="{FF2B5EF4-FFF2-40B4-BE49-F238E27FC236}">
                <a16:creationId xmlns:a16="http://schemas.microsoft.com/office/drawing/2014/main" id="{FC94EB87-3276-0B89-4096-FBFEF8B00DB9}"/>
              </a:ext>
            </a:extLst>
          </p:cNvPr>
          <p:cNvPicPr>
            <a:picLocks noChangeAspect="1"/>
          </p:cNvPicPr>
          <p:nvPr/>
        </p:nvPicPr>
        <p:blipFill>
          <a:blip r:embed="rId66">
            <a:extLst>
              <a:ext uri="{28A0092B-C50C-407E-A947-70E740481C1C}">
                <a14:useLocalDpi xmlns:a14="http://schemas.microsoft.com/office/drawing/2010/main" val="0"/>
              </a:ext>
              <a:ext uri="{96DAC541-7B7A-43D3-8B79-37D633B846F1}">
                <asvg:svgBlip xmlns:asvg="http://schemas.microsoft.com/office/drawing/2016/SVG/main" r:embed="rId67"/>
              </a:ext>
            </a:extLst>
          </a:blip>
          <a:srcRect/>
          <a:stretch/>
        </p:blipFill>
        <p:spPr>
          <a:xfrm>
            <a:off x="3281054" y="5648629"/>
            <a:ext cx="648000" cy="648000"/>
          </a:xfrm>
          <a:prstGeom prst="rect">
            <a:avLst/>
          </a:prstGeom>
        </p:spPr>
      </p:pic>
      <p:pic>
        <p:nvPicPr>
          <p:cNvPr id="56" name="Grafik 55">
            <a:extLst>
              <a:ext uri="{FF2B5EF4-FFF2-40B4-BE49-F238E27FC236}">
                <a16:creationId xmlns:a16="http://schemas.microsoft.com/office/drawing/2014/main" id="{82D040F4-ABB8-AD9F-E83A-569C1E48A2E9}"/>
              </a:ext>
            </a:extLst>
          </p:cNvPr>
          <p:cNvPicPr>
            <a:picLocks noChangeAspect="1"/>
          </p:cNvPicPr>
          <p:nvPr/>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rcRect/>
          <a:stretch/>
        </p:blipFill>
        <p:spPr>
          <a:xfrm>
            <a:off x="10717697" y="5647627"/>
            <a:ext cx="648000" cy="648000"/>
          </a:xfrm>
          <a:prstGeom prst="rect">
            <a:avLst/>
          </a:prstGeom>
        </p:spPr>
      </p:pic>
      <p:pic>
        <p:nvPicPr>
          <p:cNvPr id="57" name="Grafik 56">
            <a:extLst>
              <a:ext uri="{FF2B5EF4-FFF2-40B4-BE49-F238E27FC236}">
                <a16:creationId xmlns:a16="http://schemas.microsoft.com/office/drawing/2014/main" id="{DD58B521-88A9-827D-C554-DE3C82411856}"/>
              </a:ext>
            </a:extLst>
          </p:cNvPr>
          <p:cNvPicPr>
            <a:picLocks noChangeAspect="1"/>
          </p:cNvPicPr>
          <p:nvPr/>
        </p:nvPicPr>
        <p:blipFill>
          <a:blip r:embed="rId70">
            <a:extLst>
              <a:ext uri="{28A0092B-C50C-407E-A947-70E740481C1C}">
                <a14:useLocalDpi xmlns:a14="http://schemas.microsoft.com/office/drawing/2010/main" val="0"/>
              </a:ext>
              <a:ext uri="{96DAC541-7B7A-43D3-8B79-37D633B846F1}">
                <asvg:svgBlip xmlns:asvg="http://schemas.microsoft.com/office/drawing/2016/SVG/main" r:embed="rId71"/>
              </a:ext>
            </a:extLst>
          </a:blip>
          <a:srcRect/>
          <a:stretch/>
        </p:blipFill>
        <p:spPr>
          <a:xfrm>
            <a:off x="9518559" y="5648629"/>
            <a:ext cx="648000" cy="648000"/>
          </a:xfrm>
          <a:prstGeom prst="rect">
            <a:avLst/>
          </a:prstGeom>
        </p:spPr>
      </p:pic>
      <p:pic>
        <p:nvPicPr>
          <p:cNvPr id="58" name="Grafik 57">
            <a:extLst>
              <a:ext uri="{FF2B5EF4-FFF2-40B4-BE49-F238E27FC236}">
                <a16:creationId xmlns:a16="http://schemas.microsoft.com/office/drawing/2014/main" id="{A4744E04-E56C-A873-D241-CB4072536BA2}"/>
              </a:ext>
            </a:extLst>
          </p:cNvPr>
          <p:cNvPicPr>
            <a:picLocks noChangeAspect="1"/>
          </p:cNvPicPr>
          <p:nvPr/>
        </p:nvPicPr>
        <p:blipFill>
          <a:blip r:embed="rId72">
            <a:extLst>
              <a:ext uri="{28A0092B-C50C-407E-A947-70E740481C1C}">
                <a14:useLocalDpi xmlns:a14="http://schemas.microsoft.com/office/drawing/2010/main" val="0"/>
              </a:ext>
              <a:ext uri="{96DAC541-7B7A-43D3-8B79-37D633B846F1}">
                <asvg:svgBlip xmlns:asvg="http://schemas.microsoft.com/office/drawing/2016/SVG/main" r:embed="rId73"/>
              </a:ext>
            </a:extLst>
          </a:blip>
          <a:srcRect/>
          <a:stretch/>
        </p:blipFill>
        <p:spPr>
          <a:xfrm>
            <a:off x="4546136" y="5639920"/>
            <a:ext cx="648000" cy="648000"/>
          </a:xfrm>
          <a:prstGeom prst="rect">
            <a:avLst/>
          </a:prstGeom>
        </p:spPr>
      </p:pic>
    </p:spTree>
    <p:extLst>
      <p:ext uri="{BB962C8B-B14F-4D97-AF65-F5344CB8AC3E}">
        <p14:creationId xmlns:p14="http://schemas.microsoft.com/office/powerpoint/2010/main" val="34605546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67D126F6-A288-49EC-70E6-3C29275B4503}"/>
              </a:ext>
            </a:extLst>
          </p:cNvPr>
          <p:cNvSpPr>
            <a:spLocks noGrp="1"/>
          </p:cNvSpPr>
          <p:nvPr>
            <p:ph type="sldNum" sz="quarter" idx="12"/>
          </p:nvPr>
        </p:nvSpPr>
        <p:spPr/>
        <p:txBody>
          <a:bodyPr/>
          <a:lstStyle/>
          <a:p>
            <a:fld id="{D21C33D4-00A5-43D5-B722-D2F2FA4CCA11}" type="slidenum">
              <a:rPr lang="de-DE" smtClean="0"/>
              <a:t>12</a:t>
            </a:fld>
            <a:endParaRPr lang="de-DE"/>
          </a:p>
        </p:txBody>
      </p:sp>
      <p:sp>
        <p:nvSpPr>
          <p:cNvPr id="4" name="Titel 3">
            <a:extLst>
              <a:ext uri="{FF2B5EF4-FFF2-40B4-BE49-F238E27FC236}">
                <a16:creationId xmlns:a16="http://schemas.microsoft.com/office/drawing/2014/main" id="{1AF36534-604C-07D7-A1AA-B3D732F5AF28}"/>
              </a:ext>
            </a:extLst>
          </p:cNvPr>
          <p:cNvSpPr>
            <a:spLocks noGrp="1"/>
          </p:cNvSpPr>
          <p:nvPr>
            <p:ph type="ctrTitle"/>
          </p:nvPr>
        </p:nvSpPr>
        <p:spPr/>
        <p:txBody>
          <a:bodyPr/>
          <a:lstStyle/>
          <a:p>
            <a:r>
              <a:rPr lang="en-US" dirty="0"/>
              <a:t>Selection of the most important icons </a:t>
            </a:r>
            <a:r>
              <a:rPr lang="de-DE" dirty="0"/>
              <a:t>(2/3)</a:t>
            </a:r>
          </a:p>
        </p:txBody>
      </p:sp>
      <p:sp>
        <p:nvSpPr>
          <p:cNvPr id="218" name="Textfeld 217">
            <a:extLst>
              <a:ext uri="{FF2B5EF4-FFF2-40B4-BE49-F238E27FC236}">
                <a16:creationId xmlns:a16="http://schemas.microsoft.com/office/drawing/2014/main" id="{2BAF4641-D288-539A-8062-BFBDED7A0E5C}"/>
              </a:ext>
            </a:extLst>
          </p:cNvPr>
          <p:cNvSpPr txBox="1"/>
          <p:nvPr/>
        </p:nvSpPr>
        <p:spPr>
          <a:xfrm>
            <a:off x="578579" y="2181648"/>
            <a:ext cx="1236617" cy="276999"/>
          </a:xfrm>
          <a:prstGeom prst="rect">
            <a:avLst/>
          </a:prstGeom>
          <a:noFill/>
        </p:spPr>
        <p:txBody>
          <a:bodyPr wrap="square" rtlCol="0">
            <a:spAutoFit/>
          </a:bodyPr>
          <a:lstStyle/>
          <a:p>
            <a:pPr algn="ctr"/>
            <a:r>
              <a:rPr lang="de-DE" sz="1200" dirty="0"/>
              <a:t>EOS</a:t>
            </a:r>
          </a:p>
        </p:txBody>
      </p:sp>
      <p:sp>
        <p:nvSpPr>
          <p:cNvPr id="227" name="Textfeld 226">
            <a:extLst>
              <a:ext uri="{FF2B5EF4-FFF2-40B4-BE49-F238E27FC236}">
                <a16:creationId xmlns:a16="http://schemas.microsoft.com/office/drawing/2014/main" id="{305CD1CB-43F3-89DC-044E-498500885FE3}"/>
              </a:ext>
            </a:extLst>
          </p:cNvPr>
          <p:cNvSpPr txBox="1"/>
          <p:nvPr/>
        </p:nvSpPr>
        <p:spPr>
          <a:xfrm>
            <a:off x="1781720" y="2181648"/>
            <a:ext cx="1236617" cy="276999"/>
          </a:xfrm>
          <a:prstGeom prst="rect">
            <a:avLst/>
          </a:prstGeom>
          <a:noFill/>
        </p:spPr>
        <p:txBody>
          <a:bodyPr wrap="square" rtlCol="0">
            <a:spAutoFit/>
          </a:bodyPr>
          <a:lstStyle/>
          <a:p>
            <a:pPr algn="ctr"/>
            <a:r>
              <a:rPr lang="de-DE" sz="1200" dirty="0"/>
              <a:t>Windows</a:t>
            </a:r>
          </a:p>
        </p:txBody>
      </p:sp>
      <p:sp>
        <p:nvSpPr>
          <p:cNvPr id="228" name="Textfeld 227">
            <a:extLst>
              <a:ext uri="{FF2B5EF4-FFF2-40B4-BE49-F238E27FC236}">
                <a16:creationId xmlns:a16="http://schemas.microsoft.com/office/drawing/2014/main" id="{E81A9198-2186-C97E-ABA8-079620055112}"/>
              </a:ext>
            </a:extLst>
          </p:cNvPr>
          <p:cNvSpPr txBox="1"/>
          <p:nvPr/>
        </p:nvSpPr>
        <p:spPr>
          <a:xfrm>
            <a:off x="2993572" y="2181648"/>
            <a:ext cx="1236617" cy="276999"/>
          </a:xfrm>
          <a:prstGeom prst="rect">
            <a:avLst/>
          </a:prstGeom>
          <a:noFill/>
        </p:spPr>
        <p:txBody>
          <a:bodyPr wrap="square" rtlCol="0">
            <a:spAutoFit/>
          </a:bodyPr>
          <a:lstStyle/>
          <a:p>
            <a:pPr algn="ctr"/>
            <a:r>
              <a:rPr lang="de-DE" sz="1200" dirty="0"/>
              <a:t>SAP</a:t>
            </a:r>
          </a:p>
        </p:txBody>
      </p:sp>
      <p:sp>
        <p:nvSpPr>
          <p:cNvPr id="229" name="Textfeld 228">
            <a:extLst>
              <a:ext uri="{FF2B5EF4-FFF2-40B4-BE49-F238E27FC236}">
                <a16:creationId xmlns:a16="http://schemas.microsoft.com/office/drawing/2014/main" id="{08FFC1EA-9D60-3950-E073-555B3E620A7B}"/>
              </a:ext>
            </a:extLst>
          </p:cNvPr>
          <p:cNvSpPr txBox="1"/>
          <p:nvPr/>
        </p:nvSpPr>
        <p:spPr>
          <a:xfrm>
            <a:off x="4238316" y="2181648"/>
            <a:ext cx="1236617" cy="276999"/>
          </a:xfrm>
          <a:prstGeom prst="rect">
            <a:avLst/>
          </a:prstGeom>
          <a:noFill/>
        </p:spPr>
        <p:txBody>
          <a:bodyPr wrap="square" rtlCol="0">
            <a:spAutoFit/>
          </a:bodyPr>
          <a:lstStyle/>
          <a:p>
            <a:pPr algn="ctr"/>
            <a:r>
              <a:rPr lang="de-DE" sz="1200" dirty="0"/>
              <a:t>Arrow </a:t>
            </a:r>
            <a:r>
              <a:rPr lang="de-DE" sz="1200" dirty="0" err="1"/>
              <a:t>left</a:t>
            </a:r>
            <a:endParaRPr lang="de-DE" sz="1200" dirty="0"/>
          </a:p>
        </p:txBody>
      </p:sp>
      <p:sp>
        <p:nvSpPr>
          <p:cNvPr id="230" name="Textfeld 229">
            <a:extLst>
              <a:ext uri="{FF2B5EF4-FFF2-40B4-BE49-F238E27FC236}">
                <a16:creationId xmlns:a16="http://schemas.microsoft.com/office/drawing/2014/main" id="{074EE20B-3A40-54B9-0E82-ED903D922F96}"/>
              </a:ext>
            </a:extLst>
          </p:cNvPr>
          <p:cNvSpPr txBox="1"/>
          <p:nvPr/>
        </p:nvSpPr>
        <p:spPr>
          <a:xfrm>
            <a:off x="5460984" y="2181648"/>
            <a:ext cx="1236617" cy="276999"/>
          </a:xfrm>
          <a:prstGeom prst="rect">
            <a:avLst/>
          </a:prstGeom>
          <a:noFill/>
        </p:spPr>
        <p:txBody>
          <a:bodyPr wrap="square" rtlCol="0">
            <a:spAutoFit/>
          </a:bodyPr>
          <a:lstStyle/>
          <a:p>
            <a:pPr algn="ctr"/>
            <a:r>
              <a:rPr lang="de-DE" sz="1200" dirty="0"/>
              <a:t>Arrow top</a:t>
            </a:r>
          </a:p>
        </p:txBody>
      </p:sp>
      <p:sp>
        <p:nvSpPr>
          <p:cNvPr id="231" name="Textfeld 230">
            <a:extLst>
              <a:ext uri="{FF2B5EF4-FFF2-40B4-BE49-F238E27FC236}">
                <a16:creationId xmlns:a16="http://schemas.microsoft.com/office/drawing/2014/main" id="{140D3CDB-29A8-AA9B-D41D-9741C3CA0C8B}"/>
              </a:ext>
            </a:extLst>
          </p:cNvPr>
          <p:cNvSpPr txBox="1"/>
          <p:nvPr/>
        </p:nvSpPr>
        <p:spPr>
          <a:xfrm>
            <a:off x="6737390" y="2181648"/>
            <a:ext cx="1236617" cy="276999"/>
          </a:xfrm>
          <a:prstGeom prst="rect">
            <a:avLst/>
          </a:prstGeom>
          <a:noFill/>
        </p:spPr>
        <p:txBody>
          <a:bodyPr wrap="square" rtlCol="0">
            <a:spAutoFit/>
          </a:bodyPr>
          <a:lstStyle/>
          <a:p>
            <a:pPr algn="ctr"/>
            <a:r>
              <a:rPr lang="de-DE" sz="1200" dirty="0"/>
              <a:t>Arrow </a:t>
            </a:r>
            <a:r>
              <a:rPr lang="de-DE" sz="1200" dirty="0" err="1"/>
              <a:t>right</a:t>
            </a:r>
            <a:endParaRPr lang="de-DE" sz="1200" dirty="0"/>
          </a:p>
        </p:txBody>
      </p:sp>
      <p:sp>
        <p:nvSpPr>
          <p:cNvPr id="232" name="Textfeld 231">
            <a:extLst>
              <a:ext uri="{FF2B5EF4-FFF2-40B4-BE49-F238E27FC236}">
                <a16:creationId xmlns:a16="http://schemas.microsoft.com/office/drawing/2014/main" id="{CBD66C32-E0F0-998A-FF04-03358E9F5A2A}"/>
              </a:ext>
            </a:extLst>
          </p:cNvPr>
          <p:cNvSpPr txBox="1"/>
          <p:nvPr/>
        </p:nvSpPr>
        <p:spPr>
          <a:xfrm>
            <a:off x="7948943" y="2181648"/>
            <a:ext cx="1236617" cy="276999"/>
          </a:xfrm>
          <a:prstGeom prst="rect">
            <a:avLst/>
          </a:prstGeom>
          <a:noFill/>
        </p:spPr>
        <p:txBody>
          <a:bodyPr wrap="square" rtlCol="0">
            <a:spAutoFit/>
          </a:bodyPr>
          <a:lstStyle/>
          <a:p>
            <a:pPr algn="ctr"/>
            <a:r>
              <a:rPr lang="de-DE" sz="1200" dirty="0"/>
              <a:t>Arrow down</a:t>
            </a:r>
          </a:p>
        </p:txBody>
      </p:sp>
      <p:sp>
        <p:nvSpPr>
          <p:cNvPr id="233" name="Textfeld 232">
            <a:extLst>
              <a:ext uri="{FF2B5EF4-FFF2-40B4-BE49-F238E27FC236}">
                <a16:creationId xmlns:a16="http://schemas.microsoft.com/office/drawing/2014/main" id="{0857A4E4-228A-590D-C6BF-36CA79E362AF}"/>
              </a:ext>
            </a:extLst>
          </p:cNvPr>
          <p:cNvSpPr txBox="1"/>
          <p:nvPr/>
        </p:nvSpPr>
        <p:spPr>
          <a:xfrm>
            <a:off x="9162102" y="2181648"/>
            <a:ext cx="1236617" cy="276999"/>
          </a:xfrm>
          <a:prstGeom prst="rect">
            <a:avLst/>
          </a:prstGeom>
          <a:noFill/>
        </p:spPr>
        <p:txBody>
          <a:bodyPr wrap="square" rtlCol="0">
            <a:spAutoFit/>
          </a:bodyPr>
          <a:lstStyle/>
          <a:p>
            <a:pPr algn="ctr"/>
            <a:r>
              <a:rPr lang="de-DE" sz="1200" dirty="0"/>
              <a:t>Security</a:t>
            </a:r>
          </a:p>
        </p:txBody>
      </p:sp>
      <p:sp>
        <p:nvSpPr>
          <p:cNvPr id="234" name="Textfeld 233">
            <a:extLst>
              <a:ext uri="{FF2B5EF4-FFF2-40B4-BE49-F238E27FC236}">
                <a16:creationId xmlns:a16="http://schemas.microsoft.com/office/drawing/2014/main" id="{1AC3C6F4-75B2-E6BA-A307-F5402FECDCE0}"/>
              </a:ext>
            </a:extLst>
          </p:cNvPr>
          <p:cNvSpPr txBox="1"/>
          <p:nvPr/>
        </p:nvSpPr>
        <p:spPr>
          <a:xfrm>
            <a:off x="10391590" y="2181648"/>
            <a:ext cx="1236617" cy="276999"/>
          </a:xfrm>
          <a:prstGeom prst="rect">
            <a:avLst/>
          </a:prstGeom>
          <a:noFill/>
        </p:spPr>
        <p:txBody>
          <a:bodyPr wrap="square" rtlCol="0">
            <a:spAutoFit/>
          </a:bodyPr>
          <a:lstStyle/>
          <a:p>
            <a:pPr algn="ctr"/>
            <a:r>
              <a:rPr lang="de-DE" sz="1200" dirty="0"/>
              <a:t>Security lock</a:t>
            </a:r>
          </a:p>
        </p:txBody>
      </p:sp>
      <p:sp>
        <p:nvSpPr>
          <p:cNvPr id="205" name="Textfeld 204">
            <a:extLst>
              <a:ext uri="{FF2B5EF4-FFF2-40B4-BE49-F238E27FC236}">
                <a16:creationId xmlns:a16="http://schemas.microsoft.com/office/drawing/2014/main" id="{49904ADE-A1CC-3FA6-F60E-B2EFA5875BA6}"/>
              </a:ext>
            </a:extLst>
          </p:cNvPr>
          <p:cNvSpPr txBox="1"/>
          <p:nvPr/>
        </p:nvSpPr>
        <p:spPr>
          <a:xfrm>
            <a:off x="5375487" y="3540338"/>
            <a:ext cx="1419176" cy="461665"/>
          </a:xfrm>
          <a:prstGeom prst="rect">
            <a:avLst/>
          </a:prstGeom>
          <a:noFill/>
        </p:spPr>
        <p:txBody>
          <a:bodyPr wrap="square" rtlCol="0">
            <a:spAutoFit/>
          </a:bodyPr>
          <a:lstStyle/>
          <a:p>
            <a:pPr algn="ctr"/>
            <a:r>
              <a:rPr lang="de-DE" sz="1200" dirty="0">
                <a:latin typeface="Zwo Offc" panose="020B0504020101020102" pitchFamily="34" charset="0"/>
              </a:rPr>
              <a:t>Server </a:t>
            </a:r>
            <a:r>
              <a:rPr lang="de-DE" sz="1200" dirty="0" err="1">
                <a:latin typeface="Zwo Offc" panose="020B0504020101020102" pitchFamily="34" charset="0"/>
              </a:rPr>
              <a:t>data</a:t>
            </a:r>
            <a:r>
              <a:rPr lang="de-DE" sz="1200" dirty="0">
                <a:latin typeface="Zwo Offc" panose="020B0504020101020102" pitchFamily="34" charset="0"/>
              </a:rPr>
              <a:t> </a:t>
            </a:r>
            <a:r>
              <a:rPr lang="de-DE" sz="1200" dirty="0" err="1">
                <a:latin typeface="Zwo Offc" panose="020B0504020101020102" pitchFamily="34" charset="0"/>
              </a:rPr>
              <a:t>transfer</a:t>
            </a:r>
            <a:endParaRPr lang="de-DE" sz="1200" dirty="0">
              <a:latin typeface="Zwo Offc" panose="020B0504020101020102" pitchFamily="34" charset="0"/>
            </a:endParaRPr>
          </a:p>
        </p:txBody>
      </p:sp>
      <p:sp>
        <p:nvSpPr>
          <p:cNvPr id="203" name="Textfeld 202">
            <a:extLst>
              <a:ext uri="{FF2B5EF4-FFF2-40B4-BE49-F238E27FC236}">
                <a16:creationId xmlns:a16="http://schemas.microsoft.com/office/drawing/2014/main" id="{DD9D58C7-B056-A791-816A-678E25E13D18}"/>
              </a:ext>
            </a:extLst>
          </p:cNvPr>
          <p:cNvSpPr txBox="1"/>
          <p:nvPr/>
        </p:nvSpPr>
        <p:spPr>
          <a:xfrm>
            <a:off x="2988127" y="3540338"/>
            <a:ext cx="1236617" cy="276999"/>
          </a:xfrm>
          <a:prstGeom prst="rect">
            <a:avLst/>
          </a:prstGeom>
          <a:noFill/>
        </p:spPr>
        <p:txBody>
          <a:bodyPr wrap="square" rtlCol="0">
            <a:spAutoFit/>
          </a:bodyPr>
          <a:lstStyle/>
          <a:p>
            <a:pPr algn="ctr"/>
            <a:r>
              <a:rPr lang="de-DE" sz="1200" dirty="0"/>
              <a:t>Server check</a:t>
            </a:r>
          </a:p>
        </p:txBody>
      </p:sp>
      <p:sp>
        <p:nvSpPr>
          <p:cNvPr id="204" name="Textfeld 203">
            <a:extLst>
              <a:ext uri="{FF2B5EF4-FFF2-40B4-BE49-F238E27FC236}">
                <a16:creationId xmlns:a16="http://schemas.microsoft.com/office/drawing/2014/main" id="{64E43207-1F29-1EB9-DA17-0DA8C0B625A1}"/>
              </a:ext>
            </a:extLst>
          </p:cNvPr>
          <p:cNvSpPr txBox="1"/>
          <p:nvPr/>
        </p:nvSpPr>
        <p:spPr>
          <a:xfrm>
            <a:off x="4238086" y="3540338"/>
            <a:ext cx="1236617" cy="276999"/>
          </a:xfrm>
          <a:prstGeom prst="rect">
            <a:avLst/>
          </a:prstGeom>
          <a:noFill/>
        </p:spPr>
        <p:txBody>
          <a:bodyPr wrap="square" rtlCol="0">
            <a:spAutoFit/>
          </a:bodyPr>
          <a:lstStyle/>
          <a:p>
            <a:pPr algn="ctr"/>
            <a:r>
              <a:rPr lang="de-DE" sz="1200" dirty="0"/>
              <a:t>Server</a:t>
            </a:r>
          </a:p>
        </p:txBody>
      </p:sp>
      <p:sp>
        <p:nvSpPr>
          <p:cNvPr id="206" name="Textfeld 205">
            <a:extLst>
              <a:ext uri="{FF2B5EF4-FFF2-40B4-BE49-F238E27FC236}">
                <a16:creationId xmlns:a16="http://schemas.microsoft.com/office/drawing/2014/main" id="{654F077E-B19F-E29A-3119-D646DD84B8FE}"/>
              </a:ext>
            </a:extLst>
          </p:cNvPr>
          <p:cNvSpPr txBox="1"/>
          <p:nvPr/>
        </p:nvSpPr>
        <p:spPr>
          <a:xfrm>
            <a:off x="6743054" y="3540338"/>
            <a:ext cx="1236617" cy="276999"/>
          </a:xfrm>
          <a:prstGeom prst="rect">
            <a:avLst/>
          </a:prstGeom>
          <a:noFill/>
        </p:spPr>
        <p:txBody>
          <a:bodyPr wrap="square" rtlCol="0">
            <a:spAutoFit/>
          </a:bodyPr>
          <a:lstStyle/>
          <a:p>
            <a:pPr algn="ctr"/>
            <a:r>
              <a:rPr lang="de-DE" sz="1200" dirty="0"/>
              <a:t>Server </a:t>
            </a:r>
            <a:r>
              <a:rPr lang="de-DE" sz="1200" dirty="0" err="1"/>
              <a:t>secured</a:t>
            </a:r>
            <a:endParaRPr lang="de-DE" sz="1200" dirty="0"/>
          </a:p>
        </p:txBody>
      </p:sp>
      <p:sp>
        <p:nvSpPr>
          <p:cNvPr id="207" name="Textfeld 206">
            <a:extLst>
              <a:ext uri="{FF2B5EF4-FFF2-40B4-BE49-F238E27FC236}">
                <a16:creationId xmlns:a16="http://schemas.microsoft.com/office/drawing/2014/main" id="{ADF75BB2-5769-2CF9-19DF-4B8712EFB461}"/>
              </a:ext>
            </a:extLst>
          </p:cNvPr>
          <p:cNvSpPr txBox="1"/>
          <p:nvPr/>
        </p:nvSpPr>
        <p:spPr>
          <a:xfrm>
            <a:off x="7918733" y="3540338"/>
            <a:ext cx="1236617" cy="276999"/>
          </a:xfrm>
          <a:prstGeom prst="rect">
            <a:avLst/>
          </a:prstGeom>
          <a:noFill/>
        </p:spPr>
        <p:txBody>
          <a:bodyPr wrap="square" rtlCol="0">
            <a:spAutoFit/>
          </a:bodyPr>
          <a:lstStyle/>
          <a:p>
            <a:pPr algn="ctr"/>
            <a:r>
              <a:rPr lang="de-DE" sz="1200" dirty="0"/>
              <a:t>Integration</a:t>
            </a:r>
          </a:p>
        </p:txBody>
      </p:sp>
      <p:sp>
        <p:nvSpPr>
          <p:cNvPr id="236" name="Textfeld 235">
            <a:extLst>
              <a:ext uri="{FF2B5EF4-FFF2-40B4-BE49-F238E27FC236}">
                <a16:creationId xmlns:a16="http://schemas.microsoft.com/office/drawing/2014/main" id="{04F6D8FE-B253-4DF1-1F60-4ABB1DF1033F}"/>
              </a:ext>
            </a:extLst>
          </p:cNvPr>
          <p:cNvSpPr txBox="1"/>
          <p:nvPr/>
        </p:nvSpPr>
        <p:spPr>
          <a:xfrm>
            <a:off x="1765459" y="3540338"/>
            <a:ext cx="1236617" cy="276999"/>
          </a:xfrm>
          <a:prstGeom prst="rect">
            <a:avLst/>
          </a:prstGeom>
          <a:noFill/>
        </p:spPr>
        <p:txBody>
          <a:bodyPr wrap="square" rtlCol="0">
            <a:spAutoFit/>
          </a:bodyPr>
          <a:lstStyle/>
          <a:p>
            <a:pPr algn="ctr"/>
            <a:r>
              <a:rPr lang="de-DE" sz="1200" dirty="0"/>
              <a:t>Firewall</a:t>
            </a:r>
          </a:p>
        </p:txBody>
      </p:sp>
      <p:sp>
        <p:nvSpPr>
          <p:cNvPr id="237" name="Textfeld 236">
            <a:extLst>
              <a:ext uri="{FF2B5EF4-FFF2-40B4-BE49-F238E27FC236}">
                <a16:creationId xmlns:a16="http://schemas.microsoft.com/office/drawing/2014/main" id="{FE448C3B-6579-31BC-425D-16C9AF8CD3FB}"/>
              </a:ext>
            </a:extLst>
          </p:cNvPr>
          <p:cNvSpPr txBox="1"/>
          <p:nvPr/>
        </p:nvSpPr>
        <p:spPr>
          <a:xfrm>
            <a:off x="545480" y="3540338"/>
            <a:ext cx="1236617" cy="276999"/>
          </a:xfrm>
          <a:prstGeom prst="rect">
            <a:avLst/>
          </a:prstGeom>
          <a:noFill/>
        </p:spPr>
        <p:txBody>
          <a:bodyPr wrap="square" rtlCol="0">
            <a:spAutoFit/>
          </a:bodyPr>
          <a:lstStyle/>
          <a:p>
            <a:pPr algn="ctr"/>
            <a:r>
              <a:rPr lang="de-DE" sz="1200" dirty="0"/>
              <a:t>PC Security</a:t>
            </a:r>
          </a:p>
        </p:txBody>
      </p:sp>
      <p:sp>
        <p:nvSpPr>
          <p:cNvPr id="238" name="Textfeld 237">
            <a:extLst>
              <a:ext uri="{FF2B5EF4-FFF2-40B4-BE49-F238E27FC236}">
                <a16:creationId xmlns:a16="http://schemas.microsoft.com/office/drawing/2014/main" id="{4EF2631C-44C7-3B66-890F-1301A32A7287}"/>
              </a:ext>
            </a:extLst>
          </p:cNvPr>
          <p:cNvSpPr txBox="1"/>
          <p:nvPr/>
        </p:nvSpPr>
        <p:spPr>
          <a:xfrm>
            <a:off x="9162102" y="3540338"/>
            <a:ext cx="1236617" cy="276999"/>
          </a:xfrm>
          <a:prstGeom prst="rect">
            <a:avLst/>
          </a:prstGeom>
          <a:noFill/>
        </p:spPr>
        <p:txBody>
          <a:bodyPr wrap="square" rtlCol="0">
            <a:spAutoFit/>
          </a:bodyPr>
          <a:lstStyle/>
          <a:p>
            <a:pPr algn="ctr"/>
            <a:r>
              <a:rPr lang="de-DE" sz="1200" dirty="0"/>
              <a:t>User</a:t>
            </a:r>
          </a:p>
        </p:txBody>
      </p:sp>
      <p:sp>
        <p:nvSpPr>
          <p:cNvPr id="239" name="Textfeld 238">
            <a:extLst>
              <a:ext uri="{FF2B5EF4-FFF2-40B4-BE49-F238E27FC236}">
                <a16:creationId xmlns:a16="http://schemas.microsoft.com/office/drawing/2014/main" id="{E4DE975E-5AE0-896E-5620-68F972DC25BA}"/>
              </a:ext>
            </a:extLst>
          </p:cNvPr>
          <p:cNvSpPr txBox="1"/>
          <p:nvPr/>
        </p:nvSpPr>
        <p:spPr>
          <a:xfrm>
            <a:off x="10409903" y="3540338"/>
            <a:ext cx="1236617" cy="276999"/>
          </a:xfrm>
          <a:prstGeom prst="rect">
            <a:avLst/>
          </a:prstGeom>
          <a:noFill/>
        </p:spPr>
        <p:txBody>
          <a:bodyPr wrap="square" rtlCol="0">
            <a:spAutoFit/>
          </a:bodyPr>
          <a:lstStyle/>
          <a:p>
            <a:pPr algn="ctr"/>
            <a:r>
              <a:rPr lang="de-DE" sz="1200" dirty="0"/>
              <a:t>Rights &amp; </a:t>
            </a:r>
            <a:r>
              <a:rPr lang="de-DE" sz="1200" dirty="0" err="1"/>
              <a:t>Roles</a:t>
            </a:r>
            <a:endParaRPr lang="de-DE" sz="1200" dirty="0"/>
          </a:p>
        </p:txBody>
      </p:sp>
      <p:sp>
        <p:nvSpPr>
          <p:cNvPr id="241" name="Textfeld 240">
            <a:extLst>
              <a:ext uri="{FF2B5EF4-FFF2-40B4-BE49-F238E27FC236}">
                <a16:creationId xmlns:a16="http://schemas.microsoft.com/office/drawing/2014/main" id="{3EAD003A-ABCD-925D-DD1D-EDE096C113B5}"/>
              </a:ext>
            </a:extLst>
          </p:cNvPr>
          <p:cNvSpPr txBox="1"/>
          <p:nvPr/>
        </p:nvSpPr>
        <p:spPr>
          <a:xfrm>
            <a:off x="578579" y="4922128"/>
            <a:ext cx="1236617" cy="461665"/>
          </a:xfrm>
          <a:prstGeom prst="rect">
            <a:avLst/>
          </a:prstGeom>
          <a:noFill/>
        </p:spPr>
        <p:txBody>
          <a:bodyPr wrap="square" rtlCol="0">
            <a:spAutoFit/>
          </a:bodyPr>
          <a:lstStyle/>
          <a:p>
            <a:pPr algn="ctr"/>
            <a:r>
              <a:rPr lang="de-DE" sz="1200" dirty="0" err="1"/>
              <a:t>Increase</a:t>
            </a:r>
            <a:r>
              <a:rPr lang="de-DE" sz="1200" dirty="0"/>
              <a:t> </a:t>
            </a:r>
            <a:r>
              <a:rPr lang="de-DE" sz="1200" dirty="0" err="1"/>
              <a:t>efficiency</a:t>
            </a:r>
            <a:endParaRPr lang="de-DE" sz="1200" dirty="0"/>
          </a:p>
        </p:txBody>
      </p:sp>
      <p:sp>
        <p:nvSpPr>
          <p:cNvPr id="242" name="Textfeld 241">
            <a:extLst>
              <a:ext uri="{FF2B5EF4-FFF2-40B4-BE49-F238E27FC236}">
                <a16:creationId xmlns:a16="http://schemas.microsoft.com/office/drawing/2014/main" id="{6D27D888-3558-C455-69F1-A39417B8F7C5}"/>
              </a:ext>
            </a:extLst>
          </p:cNvPr>
          <p:cNvSpPr txBox="1"/>
          <p:nvPr/>
        </p:nvSpPr>
        <p:spPr>
          <a:xfrm>
            <a:off x="1781720" y="4922128"/>
            <a:ext cx="1236617" cy="276999"/>
          </a:xfrm>
          <a:prstGeom prst="rect">
            <a:avLst/>
          </a:prstGeom>
          <a:noFill/>
        </p:spPr>
        <p:txBody>
          <a:bodyPr wrap="square" rtlCol="0">
            <a:spAutoFit/>
          </a:bodyPr>
          <a:lstStyle/>
          <a:p>
            <a:pPr algn="ctr"/>
            <a:r>
              <a:rPr lang="de-DE" sz="1200" dirty="0"/>
              <a:t>Time</a:t>
            </a:r>
          </a:p>
        </p:txBody>
      </p:sp>
      <p:sp>
        <p:nvSpPr>
          <p:cNvPr id="243" name="Textfeld 242">
            <a:extLst>
              <a:ext uri="{FF2B5EF4-FFF2-40B4-BE49-F238E27FC236}">
                <a16:creationId xmlns:a16="http://schemas.microsoft.com/office/drawing/2014/main" id="{B30D1D06-A240-012C-9082-D550B80A7063}"/>
              </a:ext>
            </a:extLst>
          </p:cNvPr>
          <p:cNvSpPr txBox="1"/>
          <p:nvPr/>
        </p:nvSpPr>
        <p:spPr>
          <a:xfrm>
            <a:off x="2993572" y="4922128"/>
            <a:ext cx="1236617" cy="461665"/>
          </a:xfrm>
          <a:prstGeom prst="rect">
            <a:avLst/>
          </a:prstGeom>
          <a:noFill/>
        </p:spPr>
        <p:txBody>
          <a:bodyPr wrap="square" rtlCol="0">
            <a:spAutoFit/>
          </a:bodyPr>
          <a:lstStyle/>
          <a:p>
            <a:pPr algn="ctr"/>
            <a:r>
              <a:rPr lang="de-DE" sz="1200" dirty="0" err="1"/>
              <a:t>Saving</a:t>
            </a:r>
            <a:r>
              <a:rPr lang="de-DE" sz="1200" dirty="0"/>
              <a:t> time and </a:t>
            </a:r>
            <a:r>
              <a:rPr lang="de-DE" sz="1200" dirty="0" err="1"/>
              <a:t>money</a:t>
            </a:r>
            <a:endParaRPr lang="de-DE" sz="1200" dirty="0"/>
          </a:p>
        </p:txBody>
      </p:sp>
      <p:sp>
        <p:nvSpPr>
          <p:cNvPr id="244" name="Textfeld 243">
            <a:extLst>
              <a:ext uri="{FF2B5EF4-FFF2-40B4-BE49-F238E27FC236}">
                <a16:creationId xmlns:a16="http://schemas.microsoft.com/office/drawing/2014/main" id="{A1320778-27A6-EB54-B384-7372B0E46AB9}"/>
              </a:ext>
            </a:extLst>
          </p:cNvPr>
          <p:cNvSpPr txBox="1"/>
          <p:nvPr/>
        </p:nvSpPr>
        <p:spPr>
          <a:xfrm>
            <a:off x="4238316" y="4922128"/>
            <a:ext cx="1236617" cy="461665"/>
          </a:xfrm>
          <a:prstGeom prst="rect">
            <a:avLst/>
          </a:prstGeom>
          <a:noFill/>
        </p:spPr>
        <p:txBody>
          <a:bodyPr wrap="square" rtlCol="0">
            <a:spAutoFit/>
          </a:bodyPr>
          <a:lstStyle/>
          <a:p>
            <a:pPr algn="ctr"/>
            <a:r>
              <a:rPr lang="de-DE" sz="1200" dirty="0"/>
              <a:t>Efficiency &amp; </a:t>
            </a:r>
            <a:r>
              <a:rPr lang="de-DE" sz="1200" dirty="0" err="1"/>
              <a:t>Safety</a:t>
            </a:r>
            <a:endParaRPr lang="de-DE" sz="1200" dirty="0"/>
          </a:p>
        </p:txBody>
      </p:sp>
      <p:sp>
        <p:nvSpPr>
          <p:cNvPr id="245" name="Textfeld 244">
            <a:extLst>
              <a:ext uri="{FF2B5EF4-FFF2-40B4-BE49-F238E27FC236}">
                <a16:creationId xmlns:a16="http://schemas.microsoft.com/office/drawing/2014/main" id="{1267EC55-426F-8E51-0453-BDC4C82D6EDC}"/>
              </a:ext>
            </a:extLst>
          </p:cNvPr>
          <p:cNvSpPr txBox="1"/>
          <p:nvPr/>
        </p:nvSpPr>
        <p:spPr>
          <a:xfrm>
            <a:off x="5460984" y="4922128"/>
            <a:ext cx="1236617" cy="276999"/>
          </a:xfrm>
          <a:prstGeom prst="rect">
            <a:avLst/>
          </a:prstGeom>
          <a:noFill/>
        </p:spPr>
        <p:txBody>
          <a:bodyPr wrap="square" rtlCol="0">
            <a:spAutoFit/>
          </a:bodyPr>
          <a:lstStyle/>
          <a:p>
            <a:pPr algn="ctr"/>
            <a:r>
              <a:rPr lang="de-DE" sz="1200" dirty="0" err="1"/>
              <a:t>Sustainability</a:t>
            </a:r>
            <a:endParaRPr lang="de-DE" sz="1200" dirty="0"/>
          </a:p>
        </p:txBody>
      </p:sp>
      <p:sp>
        <p:nvSpPr>
          <p:cNvPr id="246" name="Textfeld 245">
            <a:extLst>
              <a:ext uri="{FF2B5EF4-FFF2-40B4-BE49-F238E27FC236}">
                <a16:creationId xmlns:a16="http://schemas.microsoft.com/office/drawing/2014/main" id="{A9B3E894-3B6B-B213-57E3-33A2E06DEC1E}"/>
              </a:ext>
            </a:extLst>
          </p:cNvPr>
          <p:cNvSpPr txBox="1"/>
          <p:nvPr/>
        </p:nvSpPr>
        <p:spPr>
          <a:xfrm>
            <a:off x="6737390" y="4922128"/>
            <a:ext cx="1236617" cy="276999"/>
          </a:xfrm>
          <a:prstGeom prst="rect">
            <a:avLst/>
          </a:prstGeom>
          <a:noFill/>
        </p:spPr>
        <p:txBody>
          <a:bodyPr wrap="square" rtlCol="0">
            <a:spAutoFit/>
          </a:bodyPr>
          <a:lstStyle/>
          <a:p>
            <a:pPr algn="ctr"/>
            <a:r>
              <a:rPr lang="de-DE" sz="1200" dirty="0"/>
              <a:t>Manufacturing</a:t>
            </a:r>
          </a:p>
        </p:txBody>
      </p:sp>
      <p:sp>
        <p:nvSpPr>
          <p:cNvPr id="247" name="Textfeld 246">
            <a:extLst>
              <a:ext uri="{FF2B5EF4-FFF2-40B4-BE49-F238E27FC236}">
                <a16:creationId xmlns:a16="http://schemas.microsoft.com/office/drawing/2014/main" id="{6573F685-892D-0909-0DA9-FBE829D8559C}"/>
              </a:ext>
            </a:extLst>
          </p:cNvPr>
          <p:cNvSpPr txBox="1"/>
          <p:nvPr/>
        </p:nvSpPr>
        <p:spPr>
          <a:xfrm>
            <a:off x="7948943" y="4922128"/>
            <a:ext cx="1236617" cy="276999"/>
          </a:xfrm>
          <a:prstGeom prst="rect">
            <a:avLst/>
          </a:prstGeom>
          <a:noFill/>
        </p:spPr>
        <p:txBody>
          <a:bodyPr wrap="square" rtlCol="0">
            <a:spAutoFit/>
          </a:bodyPr>
          <a:lstStyle/>
          <a:p>
            <a:pPr algn="ctr"/>
            <a:r>
              <a:rPr lang="de-DE" sz="1200" dirty="0"/>
              <a:t>Company</a:t>
            </a:r>
          </a:p>
        </p:txBody>
      </p:sp>
      <p:sp>
        <p:nvSpPr>
          <p:cNvPr id="248" name="Textfeld 247">
            <a:extLst>
              <a:ext uri="{FF2B5EF4-FFF2-40B4-BE49-F238E27FC236}">
                <a16:creationId xmlns:a16="http://schemas.microsoft.com/office/drawing/2014/main" id="{D9F56590-8F73-B0DD-EE6F-BC29A5351360}"/>
              </a:ext>
            </a:extLst>
          </p:cNvPr>
          <p:cNvSpPr txBox="1"/>
          <p:nvPr/>
        </p:nvSpPr>
        <p:spPr>
          <a:xfrm>
            <a:off x="9162102" y="4922128"/>
            <a:ext cx="1236617" cy="276999"/>
          </a:xfrm>
          <a:prstGeom prst="rect">
            <a:avLst/>
          </a:prstGeom>
          <a:noFill/>
        </p:spPr>
        <p:txBody>
          <a:bodyPr wrap="square" rtlCol="0">
            <a:spAutoFit/>
          </a:bodyPr>
          <a:lstStyle/>
          <a:p>
            <a:pPr algn="ctr"/>
            <a:r>
              <a:rPr lang="de-DE" sz="1200" dirty="0"/>
              <a:t>Web</a:t>
            </a:r>
          </a:p>
        </p:txBody>
      </p:sp>
      <p:sp>
        <p:nvSpPr>
          <p:cNvPr id="249" name="Textfeld 248">
            <a:extLst>
              <a:ext uri="{FF2B5EF4-FFF2-40B4-BE49-F238E27FC236}">
                <a16:creationId xmlns:a16="http://schemas.microsoft.com/office/drawing/2014/main" id="{3F5CF19E-88B0-1290-760D-0A63934F653C}"/>
              </a:ext>
            </a:extLst>
          </p:cNvPr>
          <p:cNvSpPr txBox="1"/>
          <p:nvPr/>
        </p:nvSpPr>
        <p:spPr>
          <a:xfrm>
            <a:off x="10391590" y="4922128"/>
            <a:ext cx="1236617" cy="276999"/>
          </a:xfrm>
          <a:prstGeom prst="rect">
            <a:avLst/>
          </a:prstGeom>
          <a:noFill/>
        </p:spPr>
        <p:txBody>
          <a:bodyPr wrap="square" rtlCol="0">
            <a:spAutoFit/>
          </a:bodyPr>
          <a:lstStyle/>
          <a:p>
            <a:pPr algn="ctr"/>
            <a:r>
              <a:rPr lang="de-DE" sz="1200" dirty="0"/>
              <a:t>Settings</a:t>
            </a:r>
          </a:p>
        </p:txBody>
      </p:sp>
      <p:sp>
        <p:nvSpPr>
          <p:cNvPr id="123" name="Textfeld 122">
            <a:extLst>
              <a:ext uri="{FF2B5EF4-FFF2-40B4-BE49-F238E27FC236}">
                <a16:creationId xmlns:a16="http://schemas.microsoft.com/office/drawing/2014/main" id="{96EA51BD-0B03-B7E2-1EA3-F99C3D4A6404}"/>
              </a:ext>
            </a:extLst>
          </p:cNvPr>
          <p:cNvSpPr txBox="1"/>
          <p:nvPr/>
        </p:nvSpPr>
        <p:spPr>
          <a:xfrm>
            <a:off x="545480" y="6280817"/>
            <a:ext cx="1236617" cy="276999"/>
          </a:xfrm>
          <a:prstGeom prst="rect">
            <a:avLst/>
          </a:prstGeom>
          <a:noFill/>
        </p:spPr>
        <p:txBody>
          <a:bodyPr wrap="square" rtlCol="0">
            <a:spAutoFit/>
          </a:bodyPr>
          <a:lstStyle/>
          <a:p>
            <a:pPr algn="ctr"/>
            <a:r>
              <a:rPr lang="de-DE" sz="1200" dirty="0"/>
              <a:t>Email</a:t>
            </a:r>
          </a:p>
        </p:txBody>
      </p:sp>
      <p:sp>
        <p:nvSpPr>
          <p:cNvPr id="124" name="Textfeld 123">
            <a:extLst>
              <a:ext uri="{FF2B5EF4-FFF2-40B4-BE49-F238E27FC236}">
                <a16:creationId xmlns:a16="http://schemas.microsoft.com/office/drawing/2014/main" id="{751E6266-47FC-0853-7B91-AA8DB5BD8A54}"/>
              </a:ext>
            </a:extLst>
          </p:cNvPr>
          <p:cNvSpPr txBox="1"/>
          <p:nvPr/>
        </p:nvSpPr>
        <p:spPr>
          <a:xfrm>
            <a:off x="1757332" y="6280817"/>
            <a:ext cx="1236617" cy="276999"/>
          </a:xfrm>
          <a:prstGeom prst="rect">
            <a:avLst/>
          </a:prstGeom>
          <a:noFill/>
        </p:spPr>
        <p:txBody>
          <a:bodyPr wrap="square" rtlCol="0">
            <a:spAutoFit/>
          </a:bodyPr>
          <a:lstStyle/>
          <a:p>
            <a:pPr algn="ctr"/>
            <a:r>
              <a:rPr lang="de-DE" sz="1200" dirty="0"/>
              <a:t>Mail</a:t>
            </a:r>
          </a:p>
        </p:txBody>
      </p:sp>
      <p:sp>
        <p:nvSpPr>
          <p:cNvPr id="125" name="Textfeld 124">
            <a:extLst>
              <a:ext uri="{FF2B5EF4-FFF2-40B4-BE49-F238E27FC236}">
                <a16:creationId xmlns:a16="http://schemas.microsoft.com/office/drawing/2014/main" id="{692511B6-636C-11C6-6A38-E25FB3BEE637}"/>
              </a:ext>
            </a:extLst>
          </p:cNvPr>
          <p:cNvSpPr txBox="1"/>
          <p:nvPr/>
        </p:nvSpPr>
        <p:spPr>
          <a:xfrm>
            <a:off x="3002076" y="6280817"/>
            <a:ext cx="1236617" cy="276999"/>
          </a:xfrm>
          <a:prstGeom prst="rect">
            <a:avLst/>
          </a:prstGeom>
          <a:noFill/>
        </p:spPr>
        <p:txBody>
          <a:bodyPr wrap="square" rtlCol="0">
            <a:spAutoFit/>
          </a:bodyPr>
          <a:lstStyle/>
          <a:p>
            <a:pPr algn="ctr"/>
            <a:r>
              <a:rPr lang="de-DE" sz="1200" dirty="0"/>
              <a:t>Email Security</a:t>
            </a:r>
          </a:p>
        </p:txBody>
      </p:sp>
      <p:sp>
        <p:nvSpPr>
          <p:cNvPr id="126" name="Textfeld 125">
            <a:extLst>
              <a:ext uri="{FF2B5EF4-FFF2-40B4-BE49-F238E27FC236}">
                <a16:creationId xmlns:a16="http://schemas.microsoft.com/office/drawing/2014/main" id="{3F66F9BD-A16F-6BAA-870A-E2D7EC0BA84C}"/>
              </a:ext>
            </a:extLst>
          </p:cNvPr>
          <p:cNvSpPr txBox="1"/>
          <p:nvPr/>
        </p:nvSpPr>
        <p:spPr>
          <a:xfrm>
            <a:off x="4224744" y="6280817"/>
            <a:ext cx="1236617" cy="276999"/>
          </a:xfrm>
          <a:prstGeom prst="rect">
            <a:avLst/>
          </a:prstGeom>
          <a:noFill/>
        </p:spPr>
        <p:txBody>
          <a:bodyPr wrap="square" rtlCol="0">
            <a:spAutoFit/>
          </a:bodyPr>
          <a:lstStyle/>
          <a:p>
            <a:pPr algn="ctr"/>
            <a:r>
              <a:rPr lang="de-DE" sz="1200" dirty="0"/>
              <a:t>Email </a:t>
            </a:r>
            <a:r>
              <a:rPr lang="de-DE" sz="1200" dirty="0" err="1"/>
              <a:t>Encrypted</a:t>
            </a:r>
            <a:endParaRPr lang="de-DE" sz="1200" dirty="0"/>
          </a:p>
        </p:txBody>
      </p:sp>
      <p:sp>
        <p:nvSpPr>
          <p:cNvPr id="127" name="Textfeld 126">
            <a:extLst>
              <a:ext uri="{FF2B5EF4-FFF2-40B4-BE49-F238E27FC236}">
                <a16:creationId xmlns:a16="http://schemas.microsoft.com/office/drawing/2014/main" id="{79EA6EA1-BFB5-0423-51AF-6BD9C957BE56}"/>
              </a:ext>
            </a:extLst>
          </p:cNvPr>
          <p:cNvSpPr txBox="1"/>
          <p:nvPr/>
        </p:nvSpPr>
        <p:spPr>
          <a:xfrm>
            <a:off x="5409871" y="6280817"/>
            <a:ext cx="1419176" cy="276999"/>
          </a:xfrm>
          <a:prstGeom prst="rect">
            <a:avLst/>
          </a:prstGeom>
          <a:noFill/>
        </p:spPr>
        <p:txBody>
          <a:bodyPr wrap="square" rtlCol="0">
            <a:spAutoFit/>
          </a:bodyPr>
          <a:lstStyle/>
          <a:p>
            <a:pPr algn="ctr"/>
            <a:r>
              <a:rPr lang="de-DE" sz="1200" dirty="0"/>
              <a:t>Download</a:t>
            </a:r>
          </a:p>
        </p:txBody>
      </p:sp>
      <p:sp>
        <p:nvSpPr>
          <p:cNvPr id="128" name="Textfeld 127">
            <a:extLst>
              <a:ext uri="{FF2B5EF4-FFF2-40B4-BE49-F238E27FC236}">
                <a16:creationId xmlns:a16="http://schemas.microsoft.com/office/drawing/2014/main" id="{081CFD0F-407E-DFDC-2160-95E88394D444}"/>
              </a:ext>
            </a:extLst>
          </p:cNvPr>
          <p:cNvSpPr txBox="1"/>
          <p:nvPr/>
        </p:nvSpPr>
        <p:spPr>
          <a:xfrm>
            <a:off x="6712703" y="6280817"/>
            <a:ext cx="1236617" cy="276999"/>
          </a:xfrm>
          <a:prstGeom prst="rect">
            <a:avLst/>
          </a:prstGeom>
          <a:noFill/>
        </p:spPr>
        <p:txBody>
          <a:bodyPr wrap="square" rtlCol="0">
            <a:spAutoFit/>
          </a:bodyPr>
          <a:lstStyle/>
          <a:p>
            <a:pPr algn="ctr"/>
            <a:r>
              <a:rPr lang="de-DE" sz="1200" dirty="0"/>
              <a:t>Cloud Security</a:t>
            </a:r>
          </a:p>
        </p:txBody>
      </p:sp>
      <p:sp>
        <p:nvSpPr>
          <p:cNvPr id="129" name="Textfeld 128">
            <a:extLst>
              <a:ext uri="{FF2B5EF4-FFF2-40B4-BE49-F238E27FC236}">
                <a16:creationId xmlns:a16="http://schemas.microsoft.com/office/drawing/2014/main" id="{4A908A0B-CF28-A412-E2C3-16183C455972}"/>
              </a:ext>
            </a:extLst>
          </p:cNvPr>
          <p:cNvSpPr txBox="1"/>
          <p:nvPr/>
        </p:nvSpPr>
        <p:spPr>
          <a:xfrm>
            <a:off x="7925862" y="6280817"/>
            <a:ext cx="1236617" cy="276999"/>
          </a:xfrm>
          <a:prstGeom prst="rect">
            <a:avLst/>
          </a:prstGeom>
          <a:noFill/>
        </p:spPr>
        <p:txBody>
          <a:bodyPr wrap="square" rtlCol="0">
            <a:spAutoFit/>
          </a:bodyPr>
          <a:lstStyle/>
          <a:p>
            <a:pPr algn="ctr"/>
            <a:r>
              <a:rPr lang="de-DE" sz="1200" dirty="0"/>
              <a:t>Cloud Server</a:t>
            </a:r>
          </a:p>
        </p:txBody>
      </p:sp>
      <p:sp>
        <p:nvSpPr>
          <p:cNvPr id="130" name="Textfeld 129">
            <a:extLst>
              <a:ext uri="{FF2B5EF4-FFF2-40B4-BE49-F238E27FC236}">
                <a16:creationId xmlns:a16="http://schemas.microsoft.com/office/drawing/2014/main" id="{E48A6FC5-A841-4C9F-A5D5-930AF1BEEC40}"/>
              </a:ext>
            </a:extLst>
          </p:cNvPr>
          <p:cNvSpPr txBox="1"/>
          <p:nvPr/>
        </p:nvSpPr>
        <p:spPr>
          <a:xfrm>
            <a:off x="9155350" y="6280817"/>
            <a:ext cx="1236617" cy="461665"/>
          </a:xfrm>
          <a:prstGeom prst="rect">
            <a:avLst/>
          </a:prstGeom>
          <a:noFill/>
        </p:spPr>
        <p:txBody>
          <a:bodyPr wrap="square" rtlCol="0">
            <a:spAutoFit/>
          </a:bodyPr>
          <a:lstStyle/>
          <a:p>
            <a:pPr algn="ctr"/>
            <a:r>
              <a:rPr lang="de-DE" sz="1200" dirty="0"/>
              <a:t>Cloud Connection</a:t>
            </a:r>
          </a:p>
        </p:txBody>
      </p:sp>
      <p:sp>
        <p:nvSpPr>
          <p:cNvPr id="131" name="Textfeld 130">
            <a:extLst>
              <a:ext uri="{FF2B5EF4-FFF2-40B4-BE49-F238E27FC236}">
                <a16:creationId xmlns:a16="http://schemas.microsoft.com/office/drawing/2014/main" id="{0483B4E5-B1A2-D8BD-8502-819820BC188C}"/>
              </a:ext>
            </a:extLst>
          </p:cNvPr>
          <p:cNvSpPr txBox="1"/>
          <p:nvPr/>
        </p:nvSpPr>
        <p:spPr>
          <a:xfrm>
            <a:off x="10429510" y="6280817"/>
            <a:ext cx="1236617" cy="276999"/>
          </a:xfrm>
          <a:prstGeom prst="rect">
            <a:avLst/>
          </a:prstGeom>
          <a:noFill/>
        </p:spPr>
        <p:txBody>
          <a:bodyPr wrap="square" rtlCol="0">
            <a:spAutoFit/>
          </a:bodyPr>
          <a:lstStyle/>
          <a:p>
            <a:pPr algn="ctr"/>
            <a:r>
              <a:rPr lang="de-DE" sz="1200" dirty="0"/>
              <a:t>Cloud Update</a:t>
            </a:r>
          </a:p>
        </p:txBody>
      </p:sp>
      <p:pic>
        <p:nvPicPr>
          <p:cNvPr id="2" name="Grafik 1">
            <a:extLst>
              <a:ext uri="{FF2B5EF4-FFF2-40B4-BE49-F238E27FC236}">
                <a16:creationId xmlns:a16="http://schemas.microsoft.com/office/drawing/2014/main" id="{928E9DDC-F4D0-5BDB-B4AD-848FD5F9734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49880" y="1536253"/>
            <a:ext cx="648000" cy="648000"/>
          </a:xfrm>
          <a:prstGeom prst="rect">
            <a:avLst/>
          </a:prstGeom>
        </p:spPr>
      </p:pic>
      <p:pic>
        <p:nvPicPr>
          <p:cNvPr id="5" name="Grafik 4">
            <a:extLst>
              <a:ext uri="{FF2B5EF4-FFF2-40B4-BE49-F238E27FC236}">
                <a16:creationId xmlns:a16="http://schemas.microsoft.com/office/drawing/2014/main" id="{4E7DC070-940B-EE47-12B0-C0C60A4F297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539524" y="1518958"/>
            <a:ext cx="648000" cy="648000"/>
          </a:xfrm>
          <a:prstGeom prst="rect">
            <a:avLst/>
          </a:prstGeom>
        </p:spPr>
      </p:pic>
      <p:pic>
        <p:nvPicPr>
          <p:cNvPr id="6" name="Grafik 5">
            <a:extLst>
              <a:ext uri="{FF2B5EF4-FFF2-40B4-BE49-F238E27FC236}">
                <a16:creationId xmlns:a16="http://schemas.microsoft.com/office/drawing/2014/main" id="{0F9AB9E8-64AC-97F0-F93B-266C10B2512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5773012" y="1518958"/>
            <a:ext cx="648000" cy="648000"/>
          </a:xfrm>
          <a:prstGeom prst="rect">
            <a:avLst/>
          </a:prstGeom>
        </p:spPr>
      </p:pic>
      <p:pic>
        <p:nvPicPr>
          <p:cNvPr id="8" name="Grafik 7">
            <a:extLst>
              <a:ext uri="{FF2B5EF4-FFF2-40B4-BE49-F238E27FC236}">
                <a16:creationId xmlns:a16="http://schemas.microsoft.com/office/drawing/2014/main" id="{EE08E8FB-6BCB-8825-E473-3F04B573AA1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p:blipFill>
        <p:spPr>
          <a:xfrm>
            <a:off x="7006500" y="1518958"/>
            <a:ext cx="648000" cy="648000"/>
          </a:xfrm>
          <a:prstGeom prst="rect">
            <a:avLst/>
          </a:prstGeom>
        </p:spPr>
      </p:pic>
      <p:pic>
        <p:nvPicPr>
          <p:cNvPr id="9" name="Grafik 8">
            <a:extLst>
              <a:ext uri="{FF2B5EF4-FFF2-40B4-BE49-F238E27FC236}">
                <a16:creationId xmlns:a16="http://schemas.microsoft.com/office/drawing/2014/main" id="{6540725D-D700-325E-422C-4745C2F65297}"/>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p:blipFill>
        <p:spPr>
          <a:xfrm>
            <a:off x="8239988" y="1518958"/>
            <a:ext cx="648000" cy="648000"/>
          </a:xfrm>
          <a:prstGeom prst="rect">
            <a:avLst/>
          </a:prstGeom>
        </p:spPr>
      </p:pic>
      <p:pic>
        <p:nvPicPr>
          <p:cNvPr id="10" name="Grafik 9">
            <a:extLst>
              <a:ext uri="{FF2B5EF4-FFF2-40B4-BE49-F238E27FC236}">
                <a16:creationId xmlns:a16="http://schemas.microsoft.com/office/drawing/2014/main" id="{5E97734D-B50B-9C2B-EA8C-7CEADB1B85F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a:stretch/>
        </p:blipFill>
        <p:spPr>
          <a:xfrm>
            <a:off x="3306036" y="1518958"/>
            <a:ext cx="648000" cy="648000"/>
          </a:xfrm>
          <a:prstGeom prst="rect">
            <a:avLst/>
          </a:prstGeom>
        </p:spPr>
      </p:pic>
      <p:pic>
        <p:nvPicPr>
          <p:cNvPr id="11" name="Grafik 10">
            <a:extLst>
              <a:ext uri="{FF2B5EF4-FFF2-40B4-BE49-F238E27FC236}">
                <a16:creationId xmlns:a16="http://schemas.microsoft.com/office/drawing/2014/main" id="{C8094CE7-4E25-81EC-58C9-A00F74596E7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a:stretch/>
        </p:blipFill>
        <p:spPr>
          <a:xfrm>
            <a:off x="9473476" y="1518958"/>
            <a:ext cx="648000" cy="648000"/>
          </a:xfrm>
          <a:prstGeom prst="rect">
            <a:avLst/>
          </a:prstGeom>
        </p:spPr>
      </p:pic>
      <p:pic>
        <p:nvPicPr>
          <p:cNvPr id="12" name="Grafik 11">
            <a:extLst>
              <a:ext uri="{FF2B5EF4-FFF2-40B4-BE49-F238E27FC236}">
                <a16:creationId xmlns:a16="http://schemas.microsoft.com/office/drawing/2014/main" id="{96CB59E2-C268-98EC-2A9A-A4868B1C231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a:stretch/>
        </p:blipFill>
        <p:spPr>
          <a:xfrm>
            <a:off x="10706964" y="1518958"/>
            <a:ext cx="648000" cy="648000"/>
          </a:xfrm>
          <a:prstGeom prst="rect">
            <a:avLst/>
          </a:prstGeom>
        </p:spPr>
      </p:pic>
      <p:pic>
        <p:nvPicPr>
          <p:cNvPr id="13" name="Grafik 12">
            <a:extLst>
              <a:ext uri="{FF2B5EF4-FFF2-40B4-BE49-F238E27FC236}">
                <a16:creationId xmlns:a16="http://schemas.microsoft.com/office/drawing/2014/main" id="{0A549D1F-33A5-789D-005B-4BA68AAE4C8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a:stretch/>
        </p:blipFill>
        <p:spPr>
          <a:xfrm>
            <a:off x="2072548" y="1518958"/>
            <a:ext cx="648000" cy="648000"/>
          </a:xfrm>
          <a:prstGeom prst="rect">
            <a:avLst/>
          </a:prstGeom>
        </p:spPr>
      </p:pic>
      <p:pic>
        <p:nvPicPr>
          <p:cNvPr id="14" name="Grafik 13">
            <a:extLst>
              <a:ext uri="{FF2B5EF4-FFF2-40B4-BE49-F238E27FC236}">
                <a16:creationId xmlns:a16="http://schemas.microsoft.com/office/drawing/2014/main" id="{1E6F74AC-39BD-3AB9-8DE7-37A443B686F5}"/>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a:stretch/>
        </p:blipFill>
        <p:spPr>
          <a:xfrm>
            <a:off x="9474825" y="2877956"/>
            <a:ext cx="648000" cy="648000"/>
          </a:xfrm>
          <a:prstGeom prst="rect">
            <a:avLst/>
          </a:prstGeom>
        </p:spPr>
      </p:pic>
      <p:pic>
        <p:nvPicPr>
          <p:cNvPr id="15" name="Grafik 14">
            <a:extLst>
              <a:ext uri="{FF2B5EF4-FFF2-40B4-BE49-F238E27FC236}">
                <a16:creationId xmlns:a16="http://schemas.microsoft.com/office/drawing/2014/main" id="{208F58B8-DCB1-E699-4487-9A3CD7D3C328}"/>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a:stretch/>
        </p:blipFill>
        <p:spPr>
          <a:xfrm>
            <a:off x="10706964" y="2877956"/>
            <a:ext cx="648000" cy="648000"/>
          </a:xfrm>
          <a:prstGeom prst="rect">
            <a:avLst/>
          </a:prstGeom>
        </p:spPr>
      </p:pic>
      <p:pic>
        <p:nvPicPr>
          <p:cNvPr id="16" name="Grafik 15">
            <a:extLst>
              <a:ext uri="{FF2B5EF4-FFF2-40B4-BE49-F238E27FC236}">
                <a16:creationId xmlns:a16="http://schemas.microsoft.com/office/drawing/2014/main" id="{46F745E3-83EE-5DFE-9A38-70982ABAD033}"/>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a:stretch/>
        </p:blipFill>
        <p:spPr>
          <a:xfrm>
            <a:off x="849880" y="2877956"/>
            <a:ext cx="648000" cy="648000"/>
          </a:xfrm>
          <a:prstGeom prst="rect">
            <a:avLst/>
          </a:prstGeom>
        </p:spPr>
      </p:pic>
      <p:pic>
        <p:nvPicPr>
          <p:cNvPr id="17" name="Grafik 16">
            <a:extLst>
              <a:ext uri="{FF2B5EF4-FFF2-40B4-BE49-F238E27FC236}">
                <a16:creationId xmlns:a16="http://schemas.microsoft.com/office/drawing/2014/main" id="{0BB72B58-CCB3-0803-C0D1-5E8E34AC21EF}"/>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a:stretch/>
        </p:blipFill>
        <p:spPr>
          <a:xfrm>
            <a:off x="2082015" y="2877956"/>
            <a:ext cx="648000" cy="648000"/>
          </a:xfrm>
          <a:prstGeom prst="rect">
            <a:avLst/>
          </a:prstGeom>
        </p:spPr>
      </p:pic>
      <p:pic>
        <p:nvPicPr>
          <p:cNvPr id="18" name="Grafik 17">
            <a:extLst>
              <a:ext uri="{FF2B5EF4-FFF2-40B4-BE49-F238E27FC236}">
                <a16:creationId xmlns:a16="http://schemas.microsoft.com/office/drawing/2014/main" id="{CEBB71EC-4397-B71B-A3B1-DD8EFD7C81F4}"/>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a:stretch/>
        </p:blipFill>
        <p:spPr>
          <a:xfrm>
            <a:off x="8242690" y="2877956"/>
            <a:ext cx="648000" cy="648000"/>
          </a:xfrm>
          <a:prstGeom prst="rect">
            <a:avLst/>
          </a:prstGeom>
        </p:spPr>
      </p:pic>
      <p:pic>
        <p:nvPicPr>
          <p:cNvPr id="19" name="Grafik 18">
            <a:extLst>
              <a:ext uri="{FF2B5EF4-FFF2-40B4-BE49-F238E27FC236}">
                <a16:creationId xmlns:a16="http://schemas.microsoft.com/office/drawing/2014/main" id="{1A2C2E80-B066-6261-381E-2E4AE06D8CD1}"/>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rcRect/>
          <a:stretch/>
        </p:blipFill>
        <p:spPr>
          <a:xfrm>
            <a:off x="4546285" y="2877956"/>
            <a:ext cx="648000" cy="648000"/>
          </a:xfrm>
          <a:prstGeom prst="rect">
            <a:avLst/>
          </a:prstGeom>
        </p:spPr>
      </p:pic>
      <p:pic>
        <p:nvPicPr>
          <p:cNvPr id="20" name="Grafik 19">
            <a:extLst>
              <a:ext uri="{FF2B5EF4-FFF2-40B4-BE49-F238E27FC236}">
                <a16:creationId xmlns:a16="http://schemas.microsoft.com/office/drawing/2014/main" id="{FAC536BE-3483-3ABD-6227-84B8FEBF4EB3}"/>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rcRect/>
          <a:stretch/>
        </p:blipFill>
        <p:spPr>
          <a:xfrm>
            <a:off x="5778420" y="2877956"/>
            <a:ext cx="648000" cy="648000"/>
          </a:xfrm>
          <a:prstGeom prst="rect">
            <a:avLst/>
          </a:prstGeom>
        </p:spPr>
      </p:pic>
      <p:pic>
        <p:nvPicPr>
          <p:cNvPr id="21" name="Grafik 20">
            <a:extLst>
              <a:ext uri="{FF2B5EF4-FFF2-40B4-BE49-F238E27FC236}">
                <a16:creationId xmlns:a16="http://schemas.microsoft.com/office/drawing/2014/main" id="{1BF5E6D0-5FC6-5F4F-054B-DD5475C7D78B}"/>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rcRect/>
          <a:stretch/>
        </p:blipFill>
        <p:spPr>
          <a:xfrm>
            <a:off x="7010555" y="2877956"/>
            <a:ext cx="648000" cy="648000"/>
          </a:xfrm>
          <a:prstGeom prst="rect">
            <a:avLst/>
          </a:prstGeom>
        </p:spPr>
      </p:pic>
      <p:pic>
        <p:nvPicPr>
          <p:cNvPr id="22" name="Grafik 21">
            <a:extLst>
              <a:ext uri="{FF2B5EF4-FFF2-40B4-BE49-F238E27FC236}">
                <a16:creationId xmlns:a16="http://schemas.microsoft.com/office/drawing/2014/main" id="{6DFBF430-8AE5-7D86-9659-55A8AFDD6250}"/>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rcRect/>
          <a:stretch/>
        </p:blipFill>
        <p:spPr>
          <a:xfrm>
            <a:off x="3314150" y="2877956"/>
            <a:ext cx="648000" cy="648000"/>
          </a:xfrm>
          <a:prstGeom prst="rect">
            <a:avLst/>
          </a:prstGeom>
        </p:spPr>
      </p:pic>
      <p:pic>
        <p:nvPicPr>
          <p:cNvPr id="23" name="Grafik 22">
            <a:extLst>
              <a:ext uri="{FF2B5EF4-FFF2-40B4-BE49-F238E27FC236}">
                <a16:creationId xmlns:a16="http://schemas.microsoft.com/office/drawing/2014/main" id="{65057ED6-101D-E3F9-9EC4-A7CD1DB6F852}"/>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rcRect/>
          <a:stretch/>
        </p:blipFill>
        <p:spPr>
          <a:xfrm>
            <a:off x="4546287" y="4236646"/>
            <a:ext cx="648000" cy="648000"/>
          </a:xfrm>
          <a:prstGeom prst="rect">
            <a:avLst/>
          </a:prstGeom>
        </p:spPr>
      </p:pic>
      <p:pic>
        <p:nvPicPr>
          <p:cNvPr id="24" name="Grafik 23">
            <a:extLst>
              <a:ext uri="{FF2B5EF4-FFF2-40B4-BE49-F238E27FC236}">
                <a16:creationId xmlns:a16="http://schemas.microsoft.com/office/drawing/2014/main" id="{DCEE7D35-A27B-49CA-67EF-70F22AFBC3E2}"/>
              </a:ext>
            </a:extLst>
          </p:cNvPr>
          <p:cNvPicPr>
            <a:picLocks noChangeAspect="1"/>
          </p:cNvPicPr>
          <p:nvPr/>
        </p:nvPicPr>
        <p:blipFill>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rcRect/>
          <a:stretch/>
        </p:blipFill>
        <p:spPr>
          <a:xfrm>
            <a:off x="849880" y="4236646"/>
            <a:ext cx="648000" cy="648000"/>
          </a:xfrm>
          <a:prstGeom prst="rect">
            <a:avLst/>
          </a:prstGeom>
        </p:spPr>
      </p:pic>
      <p:pic>
        <p:nvPicPr>
          <p:cNvPr id="25" name="Grafik 24">
            <a:extLst>
              <a:ext uri="{FF2B5EF4-FFF2-40B4-BE49-F238E27FC236}">
                <a16:creationId xmlns:a16="http://schemas.microsoft.com/office/drawing/2014/main" id="{091811C2-A7ED-DA95-3045-C064CE1F3E8A}"/>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rcRect/>
          <a:stretch/>
        </p:blipFill>
        <p:spPr>
          <a:xfrm>
            <a:off x="10706964" y="4236646"/>
            <a:ext cx="648000" cy="648000"/>
          </a:xfrm>
          <a:prstGeom prst="rect">
            <a:avLst/>
          </a:prstGeom>
        </p:spPr>
      </p:pic>
      <p:pic>
        <p:nvPicPr>
          <p:cNvPr id="26" name="Grafik 25">
            <a:extLst>
              <a:ext uri="{FF2B5EF4-FFF2-40B4-BE49-F238E27FC236}">
                <a16:creationId xmlns:a16="http://schemas.microsoft.com/office/drawing/2014/main" id="{A93D0717-B00D-6C07-2EE8-4B93330BFDE3}"/>
              </a:ext>
            </a:extLst>
          </p:cNvPr>
          <p:cNvPicPr>
            <a:picLocks noChangeAspect="1"/>
          </p:cNvPicPr>
          <p:nvPr/>
        </p:nvPicPr>
        <p:blipFill>
          <a:blip r:embed="rId44">
            <a:extLst>
              <a:ext uri="{28A0092B-C50C-407E-A947-70E740481C1C}">
                <a14:useLocalDpi xmlns:a14="http://schemas.microsoft.com/office/drawing/2010/main" val="0"/>
              </a:ext>
              <a:ext uri="{96DAC541-7B7A-43D3-8B79-37D633B846F1}">
                <asvg:svgBlip xmlns:asvg="http://schemas.microsoft.com/office/drawing/2016/SVG/main" r:embed="rId45"/>
              </a:ext>
            </a:extLst>
          </a:blip>
          <a:srcRect/>
          <a:stretch/>
        </p:blipFill>
        <p:spPr>
          <a:xfrm>
            <a:off x="5778423" y="4236646"/>
            <a:ext cx="648000" cy="648000"/>
          </a:xfrm>
          <a:prstGeom prst="rect">
            <a:avLst/>
          </a:prstGeom>
        </p:spPr>
      </p:pic>
      <p:pic>
        <p:nvPicPr>
          <p:cNvPr id="27" name="Grafik 26">
            <a:extLst>
              <a:ext uri="{FF2B5EF4-FFF2-40B4-BE49-F238E27FC236}">
                <a16:creationId xmlns:a16="http://schemas.microsoft.com/office/drawing/2014/main" id="{7F4AE271-957E-18D0-E580-EA5781A6FF17}"/>
              </a:ext>
            </a:extLst>
          </p:cNvPr>
          <p:cNvPicPr>
            <a:picLocks noChangeAspect="1"/>
          </p:cNvPicPr>
          <p:nvPr/>
        </p:nvPicPr>
        <p:blipFill>
          <a:blip r:embed="rId46">
            <a:extLst>
              <a:ext uri="{28A0092B-C50C-407E-A947-70E740481C1C}">
                <a14:useLocalDpi xmlns:a14="http://schemas.microsoft.com/office/drawing/2010/main" val="0"/>
              </a:ext>
              <a:ext uri="{96DAC541-7B7A-43D3-8B79-37D633B846F1}">
                <asvg:svgBlip xmlns:asvg="http://schemas.microsoft.com/office/drawing/2016/SVG/main" r:embed="rId47"/>
              </a:ext>
            </a:extLst>
          </a:blip>
          <a:srcRect/>
          <a:stretch/>
        </p:blipFill>
        <p:spPr>
          <a:xfrm>
            <a:off x="3314151" y="4236646"/>
            <a:ext cx="648000" cy="648000"/>
          </a:xfrm>
          <a:prstGeom prst="rect">
            <a:avLst/>
          </a:prstGeom>
        </p:spPr>
      </p:pic>
      <p:pic>
        <p:nvPicPr>
          <p:cNvPr id="28" name="Grafik 27">
            <a:extLst>
              <a:ext uri="{FF2B5EF4-FFF2-40B4-BE49-F238E27FC236}">
                <a16:creationId xmlns:a16="http://schemas.microsoft.com/office/drawing/2014/main" id="{33AA5639-8E62-29B8-D4D0-773B09A8BB35}"/>
              </a:ext>
            </a:extLst>
          </p:cNvPr>
          <p:cNvPicPr>
            <a:picLocks noChangeAspect="1"/>
          </p:cNvPicPr>
          <p:nvPr/>
        </p:nvPicPr>
        <p:blipFill>
          <a:blip r:embed="rId48">
            <a:extLst>
              <a:ext uri="{28A0092B-C50C-407E-A947-70E740481C1C}">
                <a14:useLocalDpi xmlns:a14="http://schemas.microsoft.com/office/drawing/2010/main" val="0"/>
              </a:ext>
              <a:ext uri="{96DAC541-7B7A-43D3-8B79-37D633B846F1}">
                <asvg:svgBlip xmlns:asvg="http://schemas.microsoft.com/office/drawing/2016/SVG/main" r:embed="rId49"/>
              </a:ext>
            </a:extLst>
          </a:blip>
          <a:srcRect/>
          <a:stretch/>
        </p:blipFill>
        <p:spPr>
          <a:xfrm>
            <a:off x="8242693" y="4236646"/>
            <a:ext cx="648000" cy="648000"/>
          </a:xfrm>
          <a:prstGeom prst="rect">
            <a:avLst/>
          </a:prstGeom>
        </p:spPr>
      </p:pic>
      <p:pic>
        <p:nvPicPr>
          <p:cNvPr id="29" name="Grafik 28">
            <a:extLst>
              <a:ext uri="{FF2B5EF4-FFF2-40B4-BE49-F238E27FC236}">
                <a16:creationId xmlns:a16="http://schemas.microsoft.com/office/drawing/2014/main" id="{36FD114B-9314-B97D-EBEC-2F7FE8A7FE67}"/>
              </a:ext>
            </a:extLst>
          </p:cNvPr>
          <p:cNvPicPr>
            <a:picLocks noChangeAspect="1"/>
          </p:cNvPicPr>
          <p:nvPr/>
        </p:nvPicPr>
        <p:blipFill>
          <a:blip r:embed="rId50">
            <a:extLst>
              <a:ext uri="{28A0092B-C50C-407E-A947-70E740481C1C}">
                <a14:useLocalDpi xmlns:a14="http://schemas.microsoft.com/office/drawing/2010/main" val="0"/>
              </a:ext>
              <a:ext uri="{96DAC541-7B7A-43D3-8B79-37D633B846F1}">
                <asvg:svgBlip xmlns:asvg="http://schemas.microsoft.com/office/drawing/2016/SVG/main" r:embed="rId51"/>
              </a:ext>
            </a:extLst>
          </a:blip>
          <a:srcRect/>
          <a:stretch/>
        </p:blipFill>
        <p:spPr>
          <a:xfrm>
            <a:off x="7010558" y="4236646"/>
            <a:ext cx="648000" cy="648000"/>
          </a:xfrm>
          <a:prstGeom prst="rect">
            <a:avLst/>
          </a:prstGeom>
        </p:spPr>
      </p:pic>
      <p:pic>
        <p:nvPicPr>
          <p:cNvPr id="30" name="Grafik 29">
            <a:extLst>
              <a:ext uri="{FF2B5EF4-FFF2-40B4-BE49-F238E27FC236}">
                <a16:creationId xmlns:a16="http://schemas.microsoft.com/office/drawing/2014/main" id="{81FF7BE0-4C4D-B8FF-425A-E112684385FB}"/>
              </a:ext>
            </a:extLst>
          </p:cNvPr>
          <p:cNvPicPr>
            <a:picLocks noChangeAspect="1"/>
          </p:cNvPicPr>
          <p:nvPr/>
        </p:nvPicPr>
        <p:blipFill>
          <a:blip r:embed="rId52">
            <a:extLst>
              <a:ext uri="{28A0092B-C50C-407E-A947-70E740481C1C}">
                <a14:useLocalDpi xmlns:a14="http://schemas.microsoft.com/office/drawing/2010/main" val="0"/>
              </a:ext>
              <a:ext uri="{96DAC541-7B7A-43D3-8B79-37D633B846F1}">
                <asvg:svgBlip xmlns:asvg="http://schemas.microsoft.com/office/drawing/2016/SVG/main" r:embed="rId53"/>
              </a:ext>
            </a:extLst>
          </a:blip>
          <a:srcRect/>
          <a:stretch/>
        </p:blipFill>
        <p:spPr>
          <a:xfrm>
            <a:off x="9474828" y="4236646"/>
            <a:ext cx="648000" cy="648000"/>
          </a:xfrm>
          <a:prstGeom prst="rect">
            <a:avLst/>
          </a:prstGeom>
        </p:spPr>
      </p:pic>
      <p:pic>
        <p:nvPicPr>
          <p:cNvPr id="31" name="Grafik 30">
            <a:extLst>
              <a:ext uri="{FF2B5EF4-FFF2-40B4-BE49-F238E27FC236}">
                <a16:creationId xmlns:a16="http://schemas.microsoft.com/office/drawing/2014/main" id="{C7D3DE1D-A4B4-5792-3B01-855F393239F6}"/>
              </a:ext>
            </a:extLst>
          </p:cNvPr>
          <p:cNvPicPr>
            <a:picLocks noChangeAspect="1"/>
          </p:cNvPicPr>
          <p:nvPr/>
        </p:nvPicPr>
        <p:blipFill>
          <a:blip r:embed="rId54">
            <a:extLst>
              <a:ext uri="{28A0092B-C50C-407E-A947-70E740481C1C}">
                <a14:useLocalDpi xmlns:a14="http://schemas.microsoft.com/office/drawing/2010/main" val="0"/>
              </a:ext>
              <a:ext uri="{96DAC541-7B7A-43D3-8B79-37D633B846F1}">
                <asvg:svgBlip xmlns:asvg="http://schemas.microsoft.com/office/drawing/2016/SVG/main" r:embed="rId55"/>
              </a:ext>
            </a:extLst>
          </a:blip>
          <a:srcRect/>
          <a:stretch/>
        </p:blipFill>
        <p:spPr>
          <a:xfrm>
            <a:off x="2082015" y="4236646"/>
            <a:ext cx="648000" cy="648000"/>
          </a:xfrm>
          <a:prstGeom prst="rect">
            <a:avLst/>
          </a:prstGeom>
        </p:spPr>
      </p:pic>
      <p:pic>
        <p:nvPicPr>
          <p:cNvPr id="32" name="Grafik 31">
            <a:extLst>
              <a:ext uri="{FF2B5EF4-FFF2-40B4-BE49-F238E27FC236}">
                <a16:creationId xmlns:a16="http://schemas.microsoft.com/office/drawing/2014/main" id="{84C05B34-3676-2749-3E70-94F40D0C87F9}"/>
              </a:ext>
            </a:extLst>
          </p:cNvPr>
          <p:cNvPicPr>
            <a:picLocks noChangeAspect="1"/>
          </p:cNvPicPr>
          <p:nvPr/>
        </p:nvPicPr>
        <p:blipFill>
          <a:blip r:embed="rId56">
            <a:extLst>
              <a:ext uri="{28A0092B-C50C-407E-A947-70E740481C1C}">
                <a14:useLocalDpi xmlns:a14="http://schemas.microsoft.com/office/drawing/2010/main" val="0"/>
              </a:ext>
              <a:ext uri="{96DAC541-7B7A-43D3-8B79-37D633B846F1}">
                <asvg:svgBlip xmlns:asvg="http://schemas.microsoft.com/office/drawing/2016/SVG/main" r:embed="rId57"/>
              </a:ext>
            </a:extLst>
          </a:blip>
          <a:srcRect/>
          <a:stretch/>
        </p:blipFill>
        <p:spPr>
          <a:xfrm>
            <a:off x="5754158" y="5618435"/>
            <a:ext cx="648000" cy="648000"/>
          </a:xfrm>
          <a:prstGeom prst="rect">
            <a:avLst/>
          </a:prstGeom>
        </p:spPr>
      </p:pic>
      <p:pic>
        <p:nvPicPr>
          <p:cNvPr id="33" name="Grafik 32">
            <a:extLst>
              <a:ext uri="{FF2B5EF4-FFF2-40B4-BE49-F238E27FC236}">
                <a16:creationId xmlns:a16="http://schemas.microsoft.com/office/drawing/2014/main" id="{75F35F90-0088-F099-A05C-77F85898E763}"/>
              </a:ext>
            </a:extLst>
          </p:cNvPr>
          <p:cNvPicPr>
            <a:picLocks noChangeAspect="1"/>
          </p:cNvPicPr>
          <p:nvPr/>
        </p:nvPicPr>
        <p:blipFill>
          <a:blip r:embed="rId58">
            <a:extLst>
              <a:ext uri="{28A0092B-C50C-407E-A947-70E740481C1C}">
                <a14:useLocalDpi xmlns:a14="http://schemas.microsoft.com/office/drawing/2010/main" val="0"/>
              </a:ext>
              <a:ext uri="{96DAC541-7B7A-43D3-8B79-37D633B846F1}">
                <asvg:svgBlip xmlns:asvg="http://schemas.microsoft.com/office/drawing/2016/SVG/main" r:embed="rId59"/>
              </a:ext>
            </a:extLst>
          </a:blip>
          <a:srcRect/>
          <a:stretch/>
        </p:blipFill>
        <p:spPr>
          <a:xfrm>
            <a:off x="819338" y="5618435"/>
            <a:ext cx="648000" cy="648000"/>
          </a:xfrm>
          <a:prstGeom prst="rect">
            <a:avLst/>
          </a:prstGeom>
        </p:spPr>
      </p:pic>
      <p:pic>
        <p:nvPicPr>
          <p:cNvPr id="34" name="Grafik 33">
            <a:extLst>
              <a:ext uri="{FF2B5EF4-FFF2-40B4-BE49-F238E27FC236}">
                <a16:creationId xmlns:a16="http://schemas.microsoft.com/office/drawing/2014/main" id="{6B0F986D-A532-2884-8CE2-B19870F04706}"/>
              </a:ext>
            </a:extLst>
          </p:cNvPr>
          <p:cNvPicPr>
            <a:picLocks noChangeAspect="1"/>
          </p:cNvPicPr>
          <p:nvPr/>
        </p:nvPicPr>
        <p:blipFill>
          <a:blip r:embed="rId60">
            <a:extLst>
              <a:ext uri="{28A0092B-C50C-407E-A947-70E740481C1C}">
                <a14:useLocalDpi xmlns:a14="http://schemas.microsoft.com/office/drawing/2010/main" val="0"/>
              </a:ext>
              <a:ext uri="{96DAC541-7B7A-43D3-8B79-37D633B846F1}">
                <asvg:svgBlip xmlns:asvg="http://schemas.microsoft.com/office/drawing/2016/SVG/main" r:embed="rId61"/>
              </a:ext>
            </a:extLst>
          </a:blip>
          <a:srcRect/>
          <a:stretch/>
        </p:blipFill>
        <p:spPr>
          <a:xfrm>
            <a:off x="2053043" y="5618435"/>
            <a:ext cx="648000" cy="648000"/>
          </a:xfrm>
          <a:prstGeom prst="rect">
            <a:avLst/>
          </a:prstGeom>
        </p:spPr>
      </p:pic>
      <p:pic>
        <p:nvPicPr>
          <p:cNvPr id="35" name="Grafik 34">
            <a:extLst>
              <a:ext uri="{FF2B5EF4-FFF2-40B4-BE49-F238E27FC236}">
                <a16:creationId xmlns:a16="http://schemas.microsoft.com/office/drawing/2014/main" id="{1DCD5A19-082A-EE14-C799-BCD06F370B03}"/>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rcRect/>
          <a:stretch/>
        </p:blipFill>
        <p:spPr>
          <a:xfrm>
            <a:off x="4520453" y="5618435"/>
            <a:ext cx="648000" cy="648000"/>
          </a:xfrm>
          <a:prstGeom prst="rect">
            <a:avLst/>
          </a:prstGeom>
        </p:spPr>
      </p:pic>
      <p:pic>
        <p:nvPicPr>
          <p:cNvPr id="36" name="Grafik 35">
            <a:extLst>
              <a:ext uri="{FF2B5EF4-FFF2-40B4-BE49-F238E27FC236}">
                <a16:creationId xmlns:a16="http://schemas.microsoft.com/office/drawing/2014/main" id="{E262169B-A09E-F943-3E60-20907610F609}"/>
              </a:ext>
            </a:extLst>
          </p:cNvPr>
          <p:cNvPicPr>
            <a:picLocks noChangeAspect="1"/>
          </p:cNvPicPr>
          <p:nvPr/>
        </p:nvPicPr>
        <p:blipFill>
          <a:blip r:embed="rId64">
            <a:extLst>
              <a:ext uri="{28A0092B-C50C-407E-A947-70E740481C1C}">
                <a14:useLocalDpi xmlns:a14="http://schemas.microsoft.com/office/drawing/2010/main" val="0"/>
              </a:ext>
              <a:ext uri="{96DAC541-7B7A-43D3-8B79-37D633B846F1}">
                <asvg:svgBlip xmlns:asvg="http://schemas.microsoft.com/office/drawing/2016/SVG/main" r:embed="rId65"/>
              </a:ext>
            </a:extLst>
          </a:blip>
          <a:srcRect/>
          <a:stretch/>
        </p:blipFill>
        <p:spPr>
          <a:xfrm>
            <a:off x="3286748" y="5618435"/>
            <a:ext cx="648000" cy="648000"/>
          </a:xfrm>
          <a:prstGeom prst="rect">
            <a:avLst/>
          </a:prstGeom>
        </p:spPr>
      </p:pic>
      <p:pic>
        <p:nvPicPr>
          <p:cNvPr id="37" name="Grafik 36">
            <a:extLst>
              <a:ext uri="{FF2B5EF4-FFF2-40B4-BE49-F238E27FC236}">
                <a16:creationId xmlns:a16="http://schemas.microsoft.com/office/drawing/2014/main" id="{408EE6B5-F9C0-24A4-25CE-6D0BFC421CA5}"/>
              </a:ext>
            </a:extLst>
          </p:cNvPr>
          <p:cNvPicPr>
            <a:picLocks noChangeAspect="1"/>
          </p:cNvPicPr>
          <p:nvPr/>
        </p:nvPicPr>
        <p:blipFill>
          <a:blip r:embed="rId66">
            <a:extLst>
              <a:ext uri="{28A0092B-C50C-407E-A947-70E740481C1C}">
                <a14:useLocalDpi xmlns:a14="http://schemas.microsoft.com/office/drawing/2010/main" val="0"/>
              </a:ext>
              <a:ext uri="{96DAC541-7B7A-43D3-8B79-37D633B846F1}">
                <asvg:svgBlip xmlns:asvg="http://schemas.microsoft.com/office/drawing/2016/SVG/main" r:embed="rId67"/>
              </a:ext>
            </a:extLst>
          </a:blip>
          <a:srcRect/>
          <a:stretch/>
        </p:blipFill>
        <p:spPr>
          <a:xfrm>
            <a:off x="9455273" y="5618435"/>
            <a:ext cx="648000" cy="648000"/>
          </a:xfrm>
          <a:prstGeom prst="rect">
            <a:avLst/>
          </a:prstGeom>
        </p:spPr>
      </p:pic>
      <p:pic>
        <p:nvPicPr>
          <p:cNvPr id="38" name="Grafik 37">
            <a:extLst>
              <a:ext uri="{FF2B5EF4-FFF2-40B4-BE49-F238E27FC236}">
                <a16:creationId xmlns:a16="http://schemas.microsoft.com/office/drawing/2014/main" id="{A9D017FD-6DEB-FCA4-DAC0-9ADDEA121A8E}"/>
              </a:ext>
            </a:extLst>
          </p:cNvPr>
          <p:cNvPicPr>
            <a:picLocks noChangeAspect="1"/>
          </p:cNvPicPr>
          <p:nvPr/>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rcRect/>
          <a:stretch/>
        </p:blipFill>
        <p:spPr>
          <a:xfrm>
            <a:off x="8221568" y="5618435"/>
            <a:ext cx="648000" cy="648000"/>
          </a:xfrm>
          <a:prstGeom prst="rect">
            <a:avLst/>
          </a:prstGeom>
        </p:spPr>
      </p:pic>
      <p:pic>
        <p:nvPicPr>
          <p:cNvPr id="39" name="Grafik 38">
            <a:extLst>
              <a:ext uri="{FF2B5EF4-FFF2-40B4-BE49-F238E27FC236}">
                <a16:creationId xmlns:a16="http://schemas.microsoft.com/office/drawing/2014/main" id="{B440A446-4F35-1887-52C4-8F282120E4FD}"/>
              </a:ext>
            </a:extLst>
          </p:cNvPr>
          <p:cNvPicPr>
            <a:picLocks noChangeAspect="1"/>
          </p:cNvPicPr>
          <p:nvPr/>
        </p:nvPicPr>
        <p:blipFill>
          <a:blip r:embed="rId70">
            <a:extLst>
              <a:ext uri="{28A0092B-C50C-407E-A947-70E740481C1C}">
                <a14:useLocalDpi xmlns:a14="http://schemas.microsoft.com/office/drawing/2010/main" val="0"/>
              </a:ext>
              <a:ext uri="{96DAC541-7B7A-43D3-8B79-37D633B846F1}">
                <asvg:svgBlip xmlns:asvg="http://schemas.microsoft.com/office/drawing/2016/SVG/main" r:embed="rId71"/>
              </a:ext>
            </a:extLst>
          </a:blip>
          <a:srcRect/>
          <a:stretch/>
        </p:blipFill>
        <p:spPr>
          <a:xfrm>
            <a:off x="6987863" y="5618435"/>
            <a:ext cx="648000" cy="648000"/>
          </a:xfrm>
          <a:prstGeom prst="rect">
            <a:avLst/>
          </a:prstGeom>
        </p:spPr>
      </p:pic>
      <p:pic>
        <p:nvPicPr>
          <p:cNvPr id="40" name="Grafik 39">
            <a:extLst>
              <a:ext uri="{FF2B5EF4-FFF2-40B4-BE49-F238E27FC236}">
                <a16:creationId xmlns:a16="http://schemas.microsoft.com/office/drawing/2014/main" id="{B87EF1B9-CE4F-A95A-4C0E-75B1AD2A3A4A}"/>
              </a:ext>
            </a:extLst>
          </p:cNvPr>
          <p:cNvPicPr>
            <a:picLocks noChangeAspect="1"/>
          </p:cNvPicPr>
          <p:nvPr/>
        </p:nvPicPr>
        <p:blipFill>
          <a:blip r:embed="rId72">
            <a:extLst>
              <a:ext uri="{28A0092B-C50C-407E-A947-70E740481C1C}">
                <a14:useLocalDpi xmlns:a14="http://schemas.microsoft.com/office/drawing/2010/main" val="0"/>
              </a:ext>
              <a:ext uri="{96DAC541-7B7A-43D3-8B79-37D633B846F1}">
                <asvg:svgBlip xmlns:asvg="http://schemas.microsoft.com/office/drawing/2016/SVG/main" r:embed="rId73"/>
              </a:ext>
            </a:extLst>
          </a:blip>
          <a:srcRect/>
          <a:stretch/>
        </p:blipFill>
        <p:spPr>
          <a:xfrm>
            <a:off x="10688982" y="5618435"/>
            <a:ext cx="648000" cy="648000"/>
          </a:xfrm>
          <a:prstGeom prst="rect">
            <a:avLst/>
          </a:prstGeom>
        </p:spPr>
      </p:pic>
    </p:spTree>
    <p:extLst>
      <p:ext uri="{BB962C8B-B14F-4D97-AF65-F5344CB8AC3E}">
        <p14:creationId xmlns:p14="http://schemas.microsoft.com/office/powerpoint/2010/main" val="18656059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hteck: abgerundete Ecken 1">
            <a:hlinkClick r:id="rId2"/>
            <a:extLst>
              <a:ext uri="{FF2B5EF4-FFF2-40B4-BE49-F238E27FC236}">
                <a16:creationId xmlns:a16="http://schemas.microsoft.com/office/drawing/2014/main" id="{1A806543-B355-3302-23B1-088F5A240E2A}"/>
              </a:ext>
            </a:extLst>
          </p:cNvPr>
          <p:cNvSpPr/>
          <p:nvPr/>
        </p:nvSpPr>
        <p:spPr>
          <a:xfrm flipH="1">
            <a:off x="708852" y="5512642"/>
            <a:ext cx="5197966" cy="938135"/>
          </a:xfrm>
          <a:prstGeom prst="roundRect">
            <a:avLst>
              <a:gd name="adj" fmla="val 15923"/>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Foliennummernplatzhalter 2">
            <a:extLst>
              <a:ext uri="{FF2B5EF4-FFF2-40B4-BE49-F238E27FC236}">
                <a16:creationId xmlns:a16="http://schemas.microsoft.com/office/drawing/2014/main" id="{67D126F6-A288-49EC-70E6-3C29275B4503}"/>
              </a:ext>
            </a:extLst>
          </p:cNvPr>
          <p:cNvSpPr>
            <a:spLocks noGrp="1"/>
          </p:cNvSpPr>
          <p:nvPr>
            <p:ph type="sldNum" sz="quarter" idx="12"/>
          </p:nvPr>
        </p:nvSpPr>
        <p:spPr/>
        <p:txBody>
          <a:bodyPr/>
          <a:lstStyle/>
          <a:p>
            <a:fld id="{D21C33D4-00A5-43D5-B722-D2F2FA4CCA11}" type="slidenum">
              <a:rPr lang="de-DE" smtClean="0"/>
              <a:t>13</a:t>
            </a:fld>
            <a:endParaRPr lang="de-DE"/>
          </a:p>
        </p:txBody>
      </p:sp>
      <p:sp>
        <p:nvSpPr>
          <p:cNvPr id="4" name="Titel 3">
            <a:extLst>
              <a:ext uri="{FF2B5EF4-FFF2-40B4-BE49-F238E27FC236}">
                <a16:creationId xmlns:a16="http://schemas.microsoft.com/office/drawing/2014/main" id="{1AF36534-604C-07D7-A1AA-B3D732F5AF28}"/>
              </a:ext>
            </a:extLst>
          </p:cNvPr>
          <p:cNvSpPr>
            <a:spLocks noGrp="1"/>
          </p:cNvSpPr>
          <p:nvPr>
            <p:ph type="ctrTitle"/>
          </p:nvPr>
        </p:nvSpPr>
        <p:spPr/>
        <p:txBody>
          <a:bodyPr/>
          <a:lstStyle/>
          <a:p>
            <a:r>
              <a:rPr lang="en-US" dirty="0"/>
              <a:t>Selection of the most important icons </a:t>
            </a:r>
            <a:r>
              <a:rPr lang="de-DE" dirty="0"/>
              <a:t>(3/3)</a:t>
            </a:r>
          </a:p>
        </p:txBody>
      </p:sp>
      <p:sp>
        <p:nvSpPr>
          <p:cNvPr id="5" name="Textfeld 4">
            <a:extLst>
              <a:ext uri="{FF2B5EF4-FFF2-40B4-BE49-F238E27FC236}">
                <a16:creationId xmlns:a16="http://schemas.microsoft.com/office/drawing/2014/main" id="{F66CFD3B-1AFF-9480-2127-E5D6BC205047}"/>
              </a:ext>
            </a:extLst>
          </p:cNvPr>
          <p:cNvSpPr txBox="1"/>
          <p:nvPr/>
        </p:nvSpPr>
        <p:spPr>
          <a:xfrm>
            <a:off x="543573" y="2201387"/>
            <a:ext cx="1236617" cy="276999"/>
          </a:xfrm>
          <a:prstGeom prst="rect">
            <a:avLst/>
          </a:prstGeom>
          <a:noFill/>
        </p:spPr>
        <p:txBody>
          <a:bodyPr wrap="square" rtlCol="0">
            <a:spAutoFit/>
          </a:bodyPr>
          <a:lstStyle/>
          <a:p>
            <a:pPr algn="ctr"/>
            <a:r>
              <a:rPr lang="de-DE" sz="1200" dirty="0"/>
              <a:t>Folder / Storage</a:t>
            </a:r>
          </a:p>
        </p:txBody>
      </p:sp>
      <p:sp>
        <p:nvSpPr>
          <p:cNvPr id="6" name="Textfeld 5">
            <a:extLst>
              <a:ext uri="{FF2B5EF4-FFF2-40B4-BE49-F238E27FC236}">
                <a16:creationId xmlns:a16="http://schemas.microsoft.com/office/drawing/2014/main" id="{91D49822-14CB-69E0-8BAE-1C1CF02C1CC9}"/>
              </a:ext>
            </a:extLst>
          </p:cNvPr>
          <p:cNvSpPr txBox="1"/>
          <p:nvPr/>
        </p:nvSpPr>
        <p:spPr>
          <a:xfrm>
            <a:off x="1755425" y="2201387"/>
            <a:ext cx="1236617" cy="461665"/>
          </a:xfrm>
          <a:prstGeom prst="rect">
            <a:avLst/>
          </a:prstGeom>
          <a:noFill/>
        </p:spPr>
        <p:txBody>
          <a:bodyPr wrap="square" rtlCol="0">
            <a:spAutoFit/>
          </a:bodyPr>
          <a:lstStyle/>
          <a:p>
            <a:pPr algn="ctr"/>
            <a:r>
              <a:rPr lang="de-DE" sz="1200" dirty="0"/>
              <a:t>Download </a:t>
            </a:r>
            <a:r>
              <a:rPr lang="de-DE" sz="1200" dirty="0" err="1"/>
              <a:t>document</a:t>
            </a:r>
            <a:endParaRPr lang="de-DE" sz="1200" dirty="0"/>
          </a:p>
        </p:txBody>
      </p:sp>
      <p:sp>
        <p:nvSpPr>
          <p:cNvPr id="8" name="Textfeld 7">
            <a:extLst>
              <a:ext uri="{FF2B5EF4-FFF2-40B4-BE49-F238E27FC236}">
                <a16:creationId xmlns:a16="http://schemas.microsoft.com/office/drawing/2014/main" id="{9DEEC1EA-7140-A0D8-188D-DA33485104C3}"/>
              </a:ext>
            </a:extLst>
          </p:cNvPr>
          <p:cNvSpPr txBox="1"/>
          <p:nvPr/>
        </p:nvSpPr>
        <p:spPr>
          <a:xfrm>
            <a:off x="3000169" y="2201387"/>
            <a:ext cx="1236617" cy="461665"/>
          </a:xfrm>
          <a:prstGeom prst="rect">
            <a:avLst/>
          </a:prstGeom>
          <a:noFill/>
        </p:spPr>
        <p:txBody>
          <a:bodyPr wrap="square" rtlCol="0">
            <a:spAutoFit/>
          </a:bodyPr>
          <a:lstStyle/>
          <a:p>
            <a:pPr algn="ctr"/>
            <a:r>
              <a:rPr lang="de-DE" sz="1200" dirty="0" err="1"/>
              <a:t>Document</a:t>
            </a:r>
            <a:r>
              <a:rPr lang="de-DE" sz="1200" dirty="0"/>
              <a:t> </a:t>
            </a:r>
            <a:r>
              <a:rPr lang="de-DE" sz="1200" dirty="0" err="1"/>
              <a:t>batch</a:t>
            </a:r>
            <a:endParaRPr lang="de-DE" sz="1200" dirty="0"/>
          </a:p>
        </p:txBody>
      </p:sp>
      <p:sp>
        <p:nvSpPr>
          <p:cNvPr id="9" name="Textfeld 8">
            <a:extLst>
              <a:ext uri="{FF2B5EF4-FFF2-40B4-BE49-F238E27FC236}">
                <a16:creationId xmlns:a16="http://schemas.microsoft.com/office/drawing/2014/main" id="{E6560122-32C2-693B-A259-6E2C1B2AE107}"/>
              </a:ext>
            </a:extLst>
          </p:cNvPr>
          <p:cNvSpPr txBox="1"/>
          <p:nvPr/>
        </p:nvSpPr>
        <p:spPr>
          <a:xfrm>
            <a:off x="5528120" y="2201387"/>
            <a:ext cx="1236617" cy="276999"/>
          </a:xfrm>
          <a:prstGeom prst="rect">
            <a:avLst/>
          </a:prstGeom>
          <a:noFill/>
        </p:spPr>
        <p:txBody>
          <a:bodyPr wrap="square" rtlCol="0">
            <a:spAutoFit/>
          </a:bodyPr>
          <a:lstStyle/>
          <a:p>
            <a:pPr algn="ctr"/>
            <a:r>
              <a:rPr lang="de-DE" sz="1200" dirty="0" err="1"/>
              <a:t>Document</a:t>
            </a:r>
            <a:r>
              <a:rPr lang="de-DE" sz="1200" dirty="0"/>
              <a:t> </a:t>
            </a:r>
            <a:r>
              <a:rPr lang="de-DE" sz="1200" dirty="0" err="1"/>
              <a:t>seal</a:t>
            </a:r>
            <a:endParaRPr lang="de-DE" sz="1200" dirty="0"/>
          </a:p>
        </p:txBody>
      </p:sp>
      <p:sp>
        <p:nvSpPr>
          <p:cNvPr id="10" name="Textfeld 9">
            <a:extLst>
              <a:ext uri="{FF2B5EF4-FFF2-40B4-BE49-F238E27FC236}">
                <a16:creationId xmlns:a16="http://schemas.microsoft.com/office/drawing/2014/main" id="{DF9C5D9A-1F86-F620-F510-CFD8379C769B}"/>
              </a:ext>
            </a:extLst>
          </p:cNvPr>
          <p:cNvSpPr txBox="1"/>
          <p:nvPr/>
        </p:nvSpPr>
        <p:spPr>
          <a:xfrm>
            <a:off x="6804526" y="2201387"/>
            <a:ext cx="1236617" cy="461665"/>
          </a:xfrm>
          <a:prstGeom prst="rect">
            <a:avLst/>
          </a:prstGeom>
          <a:noFill/>
        </p:spPr>
        <p:txBody>
          <a:bodyPr wrap="square" rtlCol="0">
            <a:spAutoFit/>
          </a:bodyPr>
          <a:lstStyle/>
          <a:p>
            <a:pPr algn="ctr"/>
            <a:r>
              <a:rPr lang="de-DE" sz="1200" dirty="0" err="1"/>
              <a:t>Document</a:t>
            </a:r>
            <a:r>
              <a:rPr lang="de-DE" sz="1200" dirty="0"/>
              <a:t> </a:t>
            </a:r>
            <a:r>
              <a:rPr lang="de-DE" sz="1200" dirty="0" err="1"/>
              <a:t>security</a:t>
            </a:r>
            <a:endParaRPr lang="de-DE" sz="1200" dirty="0"/>
          </a:p>
        </p:txBody>
      </p:sp>
      <p:sp>
        <p:nvSpPr>
          <p:cNvPr id="11" name="Textfeld 10">
            <a:extLst>
              <a:ext uri="{FF2B5EF4-FFF2-40B4-BE49-F238E27FC236}">
                <a16:creationId xmlns:a16="http://schemas.microsoft.com/office/drawing/2014/main" id="{4CB6915A-4743-A13F-3CFA-6BF636EA1EE5}"/>
              </a:ext>
            </a:extLst>
          </p:cNvPr>
          <p:cNvSpPr txBox="1"/>
          <p:nvPr/>
        </p:nvSpPr>
        <p:spPr>
          <a:xfrm>
            <a:off x="4175131" y="2201387"/>
            <a:ext cx="1435078" cy="461665"/>
          </a:xfrm>
          <a:prstGeom prst="rect">
            <a:avLst/>
          </a:prstGeom>
          <a:noFill/>
        </p:spPr>
        <p:txBody>
          <a:bodyPr wrap="square" rtlCol="0">
            <a:spAutoFit/>
          </a:bodyPr>
          <a:lstStyle/>
          <a:p>
            <a:pPr algn="ctr"/>
            <a:r>
              <a:rPr lang="de-DE" sz="1200" dirty="0" err="1"/>
              <a:t>Document</a:t>
            </a:r>
            <a:r>
              <a:rPr lang="de-DE" sz="1200" dirty="0"/>
              <a:t> </a:t>
            </a:r>
            <a:r>
              <a:rPr lang="de-DE" sz="1200" dirty="0" err="1"/>
              <a:t>upload</a:t>
            </a:r>
            <a:r>
              <a:rPr lang="de-DE" sz="1200" dirty="0"/>
              <a:t> </a:t>
            </a:r>
            <a:r>
              <a:rPr lang="de-DE" sz="1200" dirty="0" err="1"/>
              <a:t>download</a:t>
            </a:r>
            <a:endParaRPr lang="de-DE" sz="1200" dirty="0"/>
          </a:p>
        </p:txBody>
      </p:sp>
      <p:sp>
        <p:nvSpPr>
          <p:cNvPr id="21" name="Textfeld 20">
            <a:extLst>
              <a:ext uri="{FF2B5EF4-FFF2-40B4-BE49-F238E27FC236}">
                <a16:creationId xmlns:a16="http://schemas.microsoft.com/office/drawing/2014/main" id="{476600AA-4C2D-F27F-59FC-8A32525ACAE9}"/>
              </a:ext>
            </a:extLst>
          </p:cNvPr>
          <p:cNvSpPr txBox="1"/>
          <p:nvPr/>
        </p:nvSpPr>
        <p:spPr>
          <a:xfrm>
            <a:off x="7927265" y="2201387"/>
            <a:ext cx="1236617" cy="276999"/>
          </a:xfrm>
          <a:prstGeom prst="rect">
            <a:avLst/>
          </a:prstGeom>
          <a:noFill/>
        </p:spPr>
        <p:txBody>
          <a:bodyPr wrap="square" rtlCol="0">
            <a:spAutoFit/>
          </a:bodyPr>
          <a:lstStyle/>
          <a:p>
            <a:pPr algn="ctr"/>
            <a:r>
              <a:rPr lang="de-DE" sz="1200" dirty="0" err="1"/>
              <a:t>Signature</a:t>
            </a:r>
            <a:endParaRPr lang="de-DE" sz="1200" dirty="0"/>
          </a:p>
        </p:txBody>
      </p:sp>
      <p:sp>
        <p:nvSpPr>
          <p:cNvPr id="22" name="Textfeld 21">
            <a:extLst>
              <a:ext uri="{FF2B5EF4-FFF2-40B4-BE49-F238E27FC236}">
                <a16:creationId xmlns:a16="http://schemas.microsoft.com/office/drawing/2014/main" id="{0936741F-3AB1-51D6-EE35-BC788D86906B}"/>
              </a:ext>
            </a:extLst>
          </p:cNvPr>
          <p:cNvSpPr txBox="1"/>
          <p:nvPr/>
        </p:nvSpPr>
        <p:spPr>
          <a:xfrm>
            <a:off x="10458726" y="2201387"/>
            <a:ext cx="1236617" cy="276999"/>
          </a:xfrm>
          <a:prstGeom prst="rect">
            <a:avLst/>
          </a:prstGeom>
          <a:noFill/>
        </p:spPr>
        <p:txBody>
          <a:bodyPr wrap="square" rtlCol="0">
            <a:spAutoFit/>
          </a:bodyPr>
          <a:lstStyle/>
          <a:p>
            <a:pPr algn="ctr"/>
            <a:r>
              <a:rPr lang="de-DE" sz="1200" dirty="0"/>
              <a:t>Stamp</a:t>
            </a:r>
          </a:p>
        </p:txBody>
      </p:sp>
      <p:sp>
        <p:nvSpPr>
          <p:cNvPr id="23" name="Textfeld 22">
            <a:extLst>
              <a:ext uri="{FF2B5EF4-FFF2-40B4-BE49-F238E27FC236}">
                <a16:creationId xmlns:a16="http://schemas.microsoft.com/office/drawing/2014/main" id="{80159345-7249-3C84-D268-77E1EA101330}"/>
              </a:ext>
            </a:extLst>
          </p:cNvPr>
          <p:cNvSpPr txBox="1"/>
          <p:nvPr/>
        </p:nvSpPr>
        <p:spPr>
          <a:xfrm>
            <a:off x="9235461" y="2201387"/>
            <a:ext cx="1236617" cy="276999"/>
          </a:xfrm>
          <a:prstGeom prst="rect">
            <a:avLst/>
          </a:prstGeom>
          <a:noFill/>
        </p:spPr>
        <p:txBody>
          <a:bodyPr wrap="square" rtlCol="0">
            <a:spAutoFit/>
          </a:bodyPr>
          <a:lstStyle/>
          <a:p>
            <a:pPr algn="ctr"/>
            <a:r>
              <a:rPr lang="de-DE" sz="1200" dirty="0"/>
              <a:t>ZIP </a:t>
            </a:r>
            <a:r>
              <a:rPr lang="de-DE" sz="1200" dirty="0" err="1"/>
              <a:t>folder</a:t>
            </a:r>
            <a:endParaRPr lang="de-DE" sz="1200" dirty="0"/>
          </a:p>
        </p:txBody>
      </p:sp>
      <p:sp>
        <p:nvSpPr>
          <p:cNvPr id="7" name="Textfeld 6">
            <a:extLst>
              <a:ext uri="{FF2B5EF4-FFF2-40B4-BE49-F238E27FC236}">
                <a16:creationId xmlns:a16="http://schemas.microsoft.com/office/drawing/2014/main" id="{2008CB1B-2CFA-DC6B-4775-785F13FF48AF}"/>
              </a:ext>
            </a:extLst>
          </p:cNvPr>
          <p:cNvSpPr txBox="1"/>
          <p:nvPr/>
        </p:nvSpPr>
        <p:spPr>
          <a:xfrm>
            <a:off x="1583824" y="5659275"/>
            <a:ext cx="4139057" cy="646331"/>
          </a:xfrm>
          <a:prstGeom prst="rect">
            <a:avLst/>
          </a:prstGeom>
          <a:noFill/>
        </p:spPr>
        <p:txBody>
          <a:bodyPr wrap="square" rtlCol="0">
            <a:spAutoFit/>
          </a:bodyPr>
          <a:lstStyle/>
          <a:p>
            <a:r>
              <a:rPr lang="en-US" i="1" dirty="0">
                <a:solidFill>
                  <a:schemeClr val="bg1"/>
                </a:solidFill>
                <a:latin typeface="+mj-lt"/>
                <a:hlinkClick r:id="rId2">
                  <a:extLst>
                    <a:ext uri="{A12FA001-AC4F-418D-AE19-62706E023703}">
                      <ahyp:hlinkClr xmlns:ahyp="http://schemas.microsoft.com/office/drawing/2018/hyperlinkcolor" val="tx"/>
                    </a:ext>
                  </a:extLst>
                </a:hlinkClick>
              </a:rPr>
              <a:t>Couldn't find the right icon? Here you can find more icons!</a:t>
            </a:r>
            <a:r>
              <a:rPr lang="de-DE" i="1" dirty="0">
                <a:solidFill>
                  <a:schemeClr val="bg1"/>
                </a:solidFill>
                <a:latin typeface="+mj-lt"/>
                <a:hlinkClick r:id="rId2">
                  <a:extLst>
                    <a:ext uri="{A12FA001-AC4F-418D-AE19-62706E023703}">
                      <ahyp:hlinkClr xmlns:ahyp="http://schemas.microsoft.com/office/drawing/2018/hyperlinkcolor" val="tx"/>
                    </a:ext>
                  </a:extLst>
                </a:hlinkClick>
              </a:rPr>
              <a:t> </a:t>
            </a:r>
            <a:endParaRPr lang="de-DE" i="1" dirty="0">
              <a:solidFill>
                <a:schemeClr val="bg1"/>
              </a:solidFill>
              <a:latin typeface="+mj-lt"/>
            </a:endParaRPr>
          </a:p>
        </p:txBody>
      </p:sp>
      <p:pic>
        <p:nvPicPr>
          <p:cNvPr id="24" name="Grafik 23">
            <a:extLst>
              <a:ext uri="{FF2B5EF4-FFF2-40B4-BE49-F238E27FC236}">
                <a16:creationId xmlns:a16="http://schemas.microsoft.com/office/drawing/2014/main" id="{54F37307-06DE-70A4-AF8A-E661152A052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804856" y="5636508"/>
            <a:ext cx="720000" cy="720000"/>
          </a:xfrm>
          <a:prstGeom prst="rect">
            <a:avLst/>
          </a:prstGeom>
        </p:spPr>
      </p:pic>
      <p:pic>
        <p:nvPicPr>
          <p:cNvPr id="25" name="Grafik 24">
            <a:extLst>
              <a:ext uri="{FF2B5EF4-FFF2-40B4-BE49-F238E27FC236}">
                <a16:creationId xmlns:a16="http://schemas.microsoft.com/office/drawing/2014/main" id="{24338543-F7EC-8150-AD18-C29E590D013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9482720" y="1536253"/>
            <a:ext cx="648000" cy="648000"/>
          </a:xfrm>
          <a:prstGeom prst="rect">
            <a:avLst/>
          </a:prstGeom>
        </p:spPr>
      </p:pic>
      <p:pic>
        <p:nvPicPr>
          <p:cNvPr id="26" name="Grafik 25">
            <a:extLst>
              <a:ext uri="{FF2B5EF4-FFF2-40B4-BE49-F238E27FC236}">
                <a16:creationId xmlns:a16="http://schemas.microsoft.com/office/drawing/2014/main" id="{74B8910A-B920-7680-3458-42F1F065986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a:off x="4542812" y="1536253"/>
            <a:ext cx="648000" cy="648000"/>
          </a:xfrm>
          <a:prstGeom prst="rect">
            <a:avLst/>
          </a:prstGeom>
        </p:spPr>
      </p:pic>
      <p:pic>
        <p:nvPicPr>
          <p:cNvPr id="27" name="Grafik 26">
            <a:extLst>
              <a:ext uri="{FF2B5EF4-FFF2-40B4-BE49-F238E27FC236}">
                <a16:creationId xmlns:a16="http://schemas.microsoft.com/office/drawing/2014/main" id="{BE069D15-56FE-D1F9-867E-B23EA89B27CB}"/>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7012766" y="1536253"/>
            <a:ext cx="648000" cy="648000"/>
          </a:xfrm>
          <a:prstGeom prst="rect">
            <a:avLst/>
          </a:prstGeom>
        </p:spPr>
      </p:pic>
      <p:pic>
        <p:nvPicPr>
          <p:cNvPr id="28" name="Grafik 27">
            <a:extLst>
              <a:ext uri="{FF2B5EF4-FFF2-40B4-BE49-F238E27FC236}">
                <a16:creationId xmlns:a16="http://schemas.microsoft.com/office/drawing/2014/main" id="{2615E3D3-4B3E-5E9A-C7B0-2FE23E66B13B}"/>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5777789" y="1536253"/>
            <a:ext cx="648000" cy="648000"/>
          </a:xfrm>
          <a:prstGeom prst="rect">
            <a:avLst/>
          </a:prstGeom>
        </p:spPr>
      </p:pic>
      <p:pic>
        <p:nvPicPr>
          <p:cNvPr id="29" name="Grafik 28">
            <a:extLst>
              <a:ext uri="{FF2B5EF4-FFF2-40B4-BE49-F238E27FC236}">
                <a16:creationId xmlns:a16="http://schemas.microsoft.com/office/drawing/2014/main" id="{3B1E4FCD-3FD0-4CA8-1709-15630EAAA1F7}"/>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a:stretch/>
        </p:blipFill>
        <p:spPr>
          <a:xfrm>
            <a:off x="3307835" y="1536253"/>
            <a:ext cx="648000" cy="648000"/>
          </a:xfrm>
          <a:prstGeom prst="rect">
            <a:avLst/>
          </a:prstGeom>
        </p:spPr>
      </p:pic>
      <p:pic>
        <p:nvPicPr>
          <p:cNvPr id="30" name="Grafik 29">
            <a:extLst>
              <a:ext uri="{FF2B5EF4-FFF2-40B4-BE49-F238E27FC236}">
                <a16:creationId xmlns:a16="http://schemas.microsoft.com/office/drawing/2014/main" id="{D23040E0-5775-4EDE-8337-739E2C12E697}"/>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p:blipFill>
        <p:spPr>
          <a:xfrm>
            <a:off x="2072858" y="1536253"/>
            <a:ext cx="648000" cy="648000"/>
          </a:xfrm>
          <a:prstGeom prst="rect">
            <a:avLst/>
          </a:prstGeom>
        </p:spPr>
      </p:pic>
      <p:pic>
        <p:nvPicPr>
          <p:cNvPr id="31" name="Grafik 30">
            <a:extLst>
              <a:ext uri="{FF2B5EF4-FFF2-40B4-BE49-F238E27FC236}">
                <a16:creationId xmlns:a16="http://schemas.microsoft.com/office/drawing/2014/main" id="{FA28EC15-E39D-7F6E-4E8A-03B19ADBD21C}"/>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a:stretch/>
        </p:blipFill>
        <p:spPr>
          <a:xfrm>
            <a:off x="8247743" y="1536253"/>
            <a:ext cx="648000" cy="648000"/>
          </a:xfrm>
          <a:prstGeom prst="rect">
            <a:avLst/>
          </a:prstGeom>
        </p:spPr>
      </p:pic>
      <p:pic>
        <p:nvPicPr>
          <p:cNvPr id="32" name="Grafik 31">
            <a:extLst>
              <a:ext uri="{FF2B5EF4-FFF2-40B4-BE49-F238E27FC236}">
                <a16:creationId xmlns:a16="http://schemas.microsoft.com/office/drawing/2014/main" id="{2A43FD1F-D1B1-0E1D-F899-5EEFBDC988DF}"/>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rcRect/>
          <a:stretch/>
        </p:blipFill>
        <p:spPr>
          <a:xfrm>
            <a:off x="10717697" y="1536253"/>
            <a:ext cx="648000" cy="648000"/>
          </a:xfrm>
          <a:prstGeom prst="rect">
            <a:avLst/>
          </a:prstGeom>
        </p:spPr>
      </p:pic>
      <p:pic>
        <p:nvPicPr>
          <p:cNvPr id="33" name="Grafik 32">
            <a:extLst>
              <a:ext uri="{FF2B5EF4-FFF2-40B4-BE49-F238E27FC236}">
                <a16:creationId xmlns:a16="http://schemas.microsoft.com/office/drawing/2014/main" id="{41AAD5B8-26F3-EB9A-1841-DFE9F9ADDB25}"/>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rcRect/>
          <a:stretch/>
        </p:blipFill>
        <p:spPr>
          <a:xfrm>
            <a:off x="826671" y="1536253"/>
            <a:ext cx="648000" cy="648000"/>
          </a:xfrm>
          <a:prstGeom prst="rect">
            <a:avLst/>
          </a:prstGeom>
        </p:spPr>
      </p:pic>
      <p:pic>
        <p:nvPicPr>
          <p:cNvPr id="12" name="Grafik 11">
            <a:extLst>
              <a:ext uri="{FF2B5EF4-FFF2-40B4-BE49-F238E27FC236}">
                <a16:creationId xmlns:a16="http://schemas.microsoft.com/office/drawing/2014/main" id="{E06759E7-0FF7-506B-0958-79D939CCA637}"/>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9480403" y="2877956"/>
            <a:ext cx="648000" cy="648000"/>
          </a:xfrm>
          <a:prstGeom prst="rect">
            <a:avLst/>
          </a:prstGeom>
        </p:spPr>
      </p:pic>
      <p:pic>
        <p:nvPicPr>
          <p:cNvPr id="13" name="Grafik 12">
            <a:extLst>
              <a:ext uri="{FF2B5EF4-FFF2-40B4-BE49-F238E27FC236}">
                <a16:creationId xmlns:a16="http://schemas.microsoft.com/office/drawing/2014/main" id="{70F1E993-9CDE-0AEE-AF4B-791C9A7C74A7}"/>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8243108" y="2877956"/>
            <a:ext cx="648000" cy="648000"/>
          </a:xfrm>
          <a:prstGeom prst="rect">
            <a:avLst/>
          </a:prstGeom>
        </p:spPr>
      </p:pic>
      <p:pic>
        <p:nvPicPr>
          <p:cNvPr id="14" name="Grafik 13">
            <a:extLst>
              <a:ext uri="{FF2B5EF4-FFF2-40B4-BE49-F238E27FC236}">
                <a16:creationId xmlns:a16="http://schemas.microsoft.com/office/drawing/2014/main" id="{9ED75155-95ED-BF67-7069-0B0FF1AC8900}"/>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2056633" y="2877956"/>
            <a:ext cx="648000" cy="648000"/>
          </a:xfrm>
          <a:prstGeom prst="rect">
            <a:avLst/>
          </a:prstGeom>
        </p:spPr>
      </p:pic>
      <p:pic>
        <p:nvPicPr>
          <p:cNvPr id="15" name="Grafik 14">
            <a:extLst>
              <a:ext uri="{FF2B5EF4-FFF2-40B4-BE49-F238E27FC236}">
                <a16:creationId xmlns:a16="http://schemas.microsoft.com/office/drawing/2014/main" id="{10BE0CE8-F98A-048F-FEAD-052FC8E6C54E}"/>
              </a:ext>
            </a:extLst>
          </p:cNvPr>
          <p:cNvPicPr>
            <a:picLocks noChangeAspect="1"/>
          </p:cNvPicPr>
          <p:nvPr/>
        </p:nvPicPr>
        <p:blipFill>
          <a:blip r:embed="rId29">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5777789" y="2877956"/>
            <a:ext cx="648000" cy="648000"/>
          </a:xfrm>
          <a:prstGeom prst="rect">
            <a:avLst/>
          </a:prstGeom>
        </p:spPr>
      </p:pic>
      <p:pic>
        <p:nvPicPr>
          <p:cNvPr id="16" name="Grafik 15">
            <a:extLst>
              <a:ext uri="{FF2B5EF4-FFF2-40B4-BE49-F238E27FC236}">
                <a16:creationId xmlns:a16="http://schemas.microsoft.com/office/drawing/2014/main" id="{9BC36F44-6129-C92A-CA63-2E1DA2A0696A}"/>
              </a:ext>
            </a:extLst>
          </p:cNvPr>
          <p:cNvPicPr>
            <a:picLocks noChangeAspect="1"/>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rcRect/>
          <a:stretch/>
        </p:blipFill>
        <p:spPr>
          <a:xfrm>
            <a:off x="3264289" y="2941534"/>
            <a:ext cx="612000" cy="612000"/>
          </a:xfrm>
          <a:prstGeom prst="rect">
            <a:avLst/>
          </a:prstGeom>
        </p:spPr>
      </p:pic>
      <p:pic>
        <p:nvPicPr>
          <p:cNvPr id="17" name="Grafik 16">
            <a:extLst>
              <a:ext uri="{FF2B5EF4-FFF2-40B4-BE49-F238E27FC236}">
                <a16:creationId xmlns:a16="http://schemas.microsoft.com/office/drawing/2014/main" id="{979A74A8-2596-1B25-38E7-61EF28FE15DC}"/>
              </a:ext>
            </a:extLst>
          </p:cNvPr>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rcRect/>
          <a:stretch/>
        </p:blipFill>
        <p:spPr>
          <a:xfrm>
            <a:off x="4613390" y="2956291"/>
            <a:ext cx="540000" cy="540000"/>
          </a:xfrm>
          <a:prstGeom prst="rect">
            <a:avLst/>
          </a:prstGeom>
        </p:spPr>
      </p:pic>
      <p:pic>
        <p:nvPicPr>
          <p:cNvPr id="18" name="Grafik 17">
            <a:extLst>
              <a:ext uri="{FF2B5EF4-FFF2-40B4-BE49-F238E27FC236}">
                <a16:creationId xmlns:a16="http://schemas.microsoft.com/office/drawing/2014/main" id="{231A9968-99FC-A3BE-BA73-95D9C2DBF095}"/>
              </a:ext>
            </a:extLst>
          </p:cNvPr>
          <p:cNvPicPr>
            <a:picLocks noChangeAspect="1"/>
          </p:cNvPicPr>
          <p:nvPr/>
        </p:nvPicPr>
        <p:blipFill>
          <a:blip r:embed="rId35">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7005813" y="2877956"/>
            <a:ext cx="648000" cy="648000"/>
          </a:xfrm>
          <a:prstGeom prst="rect">
            <a:avLst/>
          </a:prstGeom>
        </p:spPr>
      </p:pic>
      <p:sp>
        <p:nvSpPr>
          <p:cNvPr id="19" name="Textfeld 18">
            <a:extLst>
              <a:ext uri="{FF2B5EF4-FFF2-40B4-BE49-F238E27FC236}">
                <a16:creationId xmlns:a16="http://schemas.microsoft.com/office/drawing/2014/main" id="{5CE406FC-F329-561E-DAE9-4179D1106BBE}"/>
              </a:ext>
            </a:extLst>
          </p:cNvPr>
          <p:cNvSpPr txBox="1"/>
          <p:nvPr/>
        </p:nvSpPr>
        <p:spPr>
          <a:xfrm>
            <a:off x="5472713" y="3525956"/>
            <a:ext cx="1236617" cy="276999"/>
          </a:xfrm>
          <a:prstGeom prst="rect">
            <a:avLst/>
          </a:prstGeom>
          <a:noFill/>
        </p:spPr>
        <p:txBody>
          <a:bodyPr wrap="square" rtlCol="0">
            <a:spAutoFit/>
          </a:bodyPr>
          <a:lstStyle/>
          <a:p>
            <a:pPr algn="ctr"/>
            <a:r>
              <a:rPr lang="de-DE" sz="1200" dirty="0"/>
              <a:t>PLOSSYS® 4</a:t>
            </a:r>
          </a:p>
        </p:txBody>
      </p:sp>
      <p:sp>
        <p:nvSpPr>
          <p:cNvPr id="20" name="Textfeld 19">
            <a:extLst>
              <a:ext uri="{FF2B5EF4-FFF2-40B4-BE49-F238E27FC236}">
                <a16:creationId xmlns:a16="http://schemas.microsoft.com/office/drawing/2014/main" id="{E6B350AD-68E1-00B5-F590-4CF4350A1243}"/>
              </a:ext>
            </a:extLst>
          </p:cNvPr>
          <p:cNvSpPr txBox="1"/>
          <p:nvPr/>
        </p:nvSpPr>
        <p:spPr>
          <a:xfrm>
            <a:off x="546883" y="3543374"/>
            <a:ext cx="1236617" cy="276999"/>
          </a:xfrm>
          <a:prstGeom prst="rect">
            <a:avLst/>
          </a:prstGeom>
          <a:noFill/>
        </p:spPr>
        <p:txBody>
          <a:bodyPr wrap="square" rtlCol="0">
            <a:spAutoFit/>
          </a:bodyPr>
          <a:lstStyle/>
          <a:p>
            <a:pPr algn="ctr"/>
            <a:r>
              <a:rPr lang="de-DE" sz="1200" dirty="0"/>
              <a:t>Control Center</a:t>
            </a:r>
          </a:p>
        </p:txBody>
      </p:sp>
      <p:sp>
        <p:nvSpPr>
          <p:cNvPr id="43" name="Textfeld 42">
            <a:extLst>
              <a:ext uri="{FF2B5EF4-FFF2-40B4-BE49-F238E27FC236}">
                <a16:creationId xmlns:a16="http://schemas.microsoft.com/office/drawing/2014/main" id="{F1060EBD-81D6-11F1-5A87-1CFDD53D097C}"/>
              </a:ext>
            </a:extLst>
          </p:cNvPr>
          <p:cNvSpPr txBox="1"/>
          <p:nvPr/>
        </p:nvSpPr>
        <p:spPr>
          <a:xfrm>
            <a:off x="1758735" y="3543374"/>
            <a:ext cx="1236617" cy="461665"/>
          </a:xfrm>
          <a:prstGeom prst="rect">
            <a:avLst/>
          </a:prstGeom>
          <a:noFill/>
        </p:spPr>
        <p:txBody>
          <a:bodyPr wrap="square" rtlCol="0">
            <a:spAutoFit/>
          </a:bodyPr>
          <a:lstStyle/>
          <a:p>
            <a:pPr algn="ctr"/>
            <a:r>
              <a:rPr lang="de-DE" sz="1200" dirty="0" err="1"/>
              <a:t>Paperless</a:t>
            </a:r>
            <a:r>
              <a:rPr lang="de-DE" sz="1200" dirty="0"/>
              <a:t> </a:t>
            </a:r>
            <a:r>
              <a:rPr lang="de-DE" sz="1200" dirty="0" err="1"/>
              <a:t>Production</a:t>
            </a:r>
            <a:endParaRPr lang="de-DE" sz="1200" dirty="0"/>
          </a:p>
        </p:txBody>
      </p:sp>
      <p:sp>
        <p:nvSpPr>
          <p:cNvPr id="44" name="Textfeld 43">
            <a:extLst>
              <a:ext uri="{FF2B5EF4-FFF2-40B4-BE49-F238E27FC236}">
                <a16:creationId xmlns:a16="http://schemas.microsoft.com/office/drawing/2014/main" id="{AD10AFC4-0382-67A9-A4FE-6F6F5C201E3C}"/>
              </a:ext>
            </a:extLst>
          </p:cNvPr>
          <p:cNvSpPr txBox="1"/>
          <p:nvPr/>
        </p:nvSpPr>
        <p:spPr>
          <a:xfrm>
            <a:off x="3003479" y="3543374"/>
            <a:ext cx="1236617" cy="461665"/>
          </a:xfrm>
          <a:prstGeom prst="rect">
            <a:avLst/>
          </a:prstGeom>
          <a:noFill/>
        </p:spPr>
        <p:txBody>
          <a:bodyPr wrap="square" rtlCol="0">
            <a:spAutoFit/>
          </a:bodyPr>
          <a:lstStyle/>
          <a:p>
            <a:pPr algn="ctr"/>
            <a:r>
              <a:rPr lang="de-DE" sz="1200" dirty="0"/>
              <a:t>PLOSSYS® Output Engine  </a:t>
            </a:r>
          </a:p>
        </p:txBody>
      </p:sp>
      <p:sp>
        <p:nvSpPr>
          <p:cNvPr id="45" name="Textfeld 44">
            <a:extLst>
              <a:ext uri="{FF2B5EF4-FFF2-40B4-BE49-F238E27FC236}">
                <a16:creationId xmlns:a16="http://schemas.microsoft.com/office/drawing/2014/main" id="{DE716193-F367-7FB0-8D87-C3BBBF3AEE2D}"/>
              </a:ext>
            </a:extLst>
          </p:cNvPr>
          <p:cNvSpPr txBox="1"/>
          <p:nvPr/>
        </p:nvSpPr>
        <p:spPr>
          <a:xfrm>
            <a:off x="4171612" y="3543374"/>
            <a:ext cx="1435078" cy="461665"/>
          </a:xfrm>
          <a:prstGeom prst="rect">
            <a:avLst/>
          </a:prstGeom>
          <a:noFill/>
        </p:spPr>
        <p:txBody>
          <a:bodyPr wrap="square" rtlCol="0">
            <a:spAutoFit/>
          </a:bodyPr>
          <a:lstStyle/>
          <a:p>
            <a:r>
              <a:rPr lang="de-DE" sz="1200" dirty="0"/>
              <a:t>PLOSSYS® Output	</a:t>
            </a:r>
          </a:p>
        </p:txBody>
      </p:sp>
      <p:sp>
        <p:nvSpPr>
          <p:cNvPr id="46" name="Textfeld 45">
            <a:extLst>
              <a:ext uri="{FF2B5EF4-FFF2-40B4-BE49-F238E27FC236}">
                <a16:creationId xmlns:a16="http://schemas.microsoft.com/office/drawing/2014/main" id="{688701C8-F671-9276-B771-FB6DB997EEC7}"/>
              </a:ext>
            </a:extLst>
          </p:cNvPr>
          <p:cNvSpPr txBox="1"/>
          <p:nvPr/>
        </p:nvSpPr>
        <p:spPr>
          <a:xfrm>
            <a:off x="6712767" y="3543374"/>
            <a:ext cx="1236617" cy="276999"/>
          </a:xfrm>
          <a:prstGeom prst="rect">
            <a:avLst/>
          </a:prstGeom>
          <a:noFill/>
        </p:spPr>
        <p:txBody>
          <a:bodyPr wrap="square" rtlCol="0">
            <a:spAutoFit/>
          </a:bodyPr>
          <a:lstStyle/>
          <a:p>
            <a:pPr algn="ctr"/>
            <a:r>
              <a:rPr lang="de-DE" sz="1200" dirty="0"/>
              <a:t>DPF</a:t>
            </a:r>
          </a:p>
        </p:txBody>
      </p:sp>
      <p:sp>
        <p:nvSpPr>
          <p:cNvPr id="47" name="Textfeld 46">
            <a:extLst>
              <a:ext uri="{FF2B5EF4-FFF2-40B4-BE49-F238E27FC236}">
                <a16:creationId xmlns:a16="http://schemas.microsoft.com/office/drawing/2014/main" id="{0E46BA8A-BE9C-13A9-820E-DBEEFEE2D70C}"/>
              </a:ext>
            </a:extLst>
          </p:cNvPr>
          <p:cNvSpPr txBox="1"/>
          <p:nvPr/>
        </p:nvSpPr>
        <p:spPr>
          <a:xfrm>
            <a:off x="7948799" y="3543374"/>
            <a:ext cx="1236617" cy="461665"/>
          </a:xfrm>
          <a:prstGeom prst="rect">
            <a:avLst/>
          </a:prstGeom>
          <a:noFill/>
        </p:spPr>
        <p:txBody>
          <a:bodyPr wrap="square" rtlCol="0">
            <a:spAutoFit/>
          </a:bodyPr>
          <a:lstStyle/>
          <a:p>
            <a:pPr algn="ctr"/>
            <a:r>
              <a:rPr lang="de-DE" sz="1200" dirty="0"/>
              <a:t>Direct Publishing</a:t>
            </a:r>
          </a:p>
        </p:txBody>
      </p:sp>
      <p:sp>
        <p:nvSpPr>
          <p:cNvPr id="48" name="Textfeld 47">
            <a:extLst>
              <a:ext uri="{FF2B5EF4-FFF2-40B4-BE49-F238E27FC236}">
                <a16:creationId xmlns:a16="http://schemas.microsoft.com/office/drawing/2014/main" id="{4DCBADDF-387B-74C0-213E-E2BE5C0CD999}"/>
              </a:ext>
            </a:extLst>
          </p:cNvPr>
          <p:cNvSpPr txBox="1"/>
          <p:nvPr/>
        </p:nvSpPr>
        <p:spPr>
          <a:xfrm>
            <a:off x="9186094" y="3543374"/>
            <a:ext cx="1236617" cy="276999"/>
          </a:xfrm>
          <a:prstGeom prst="rect">
            <a:avLst/>
          </a:prstGeom>
          <a:noFill/>
        </p:spPr>
        <p:txBody>
          <a:bodyPr wrap="square" rtlCol="0">
            <a:spAutoFit/>
          </a:bodyPr>
          <a:lstStyle/>
          <a:p>
            <a:pPr algn="ctr"/>
            <a:r>
              <a:rPr lang="de-DE" sz="1200" dirty="0"/>
              <a:t>Web Portal</a:t>
            </a:r>
          </a:p>
        </p:txBody>
      </p:sp>
      <p:sp>
        <p:nvSpPr>
          <p:cNvPr id="49" name="Textfeld 48">
            <a:extLst>
              <a:ext uri="{FF2B5EF4-FFF2-40B4-BE49-F238E27FC236}">
                <a16:creationId xmlns:a16="http://schemas.microsoft.com/office/drawing/2014/main" id="{017F8DCD-3036-000F-0F9B-4689753BFE2F}"/>
              </a:ext>
            </a:extLst>
          </p:cNvPr>
          <p:cNvSpPr txBox="1"/>
          <p:nvPr/>
        </p:nvSpPr>
        <p:spPr>
          <a:xfrm>
            <a:off x="10352472" y="3543374"/>
            <a:ext cx="1393500" cy="461665"/>
          </a:xfrm>
          <a:prstGeom prst="rect">
            <a:avLst/>
          </a:prstGeom>
          <a:noFill/>
        </p:spPr>
        <p:txBody>
          <a:bodyPr wrap="square" rtlCol="0">
            <a:spAutoFit/>
          </a:bodyPr>
          <a:lstStyle/>
          <a:p>
            <a:pPr algn="ctr"/>
            <a:r>
              <a:rPr lang="de-DE" sz="1200" dirty="0"/>
              <a:t>PLOSSYS® </a:t>
            </a:r>
            <a:r>
              <a:rPr lang="de-DE" sz="1200" dirty="0" err="1"/>
              <a:t>Conversion</a:t>
            </a:r>
            <a:endParaRPr lang="de-DE" sz="1200" dirty="0"/>
          </a:p>
        </p:txBody>
      </p:sp>
      <p:pic>
        <p:nvPicPr>
          <p:cNvPr id="50" name="Grafik 49">
            <a:extLst>
              <a:ext uri="{FF2B5EF4-FFF2-40B4-BE49-F238E27FC236}">
                <a16:creationId xmlns:a16="http://schemas.microsoft.com/office/drawing/2014/main" id="{D65395C5-4A15-E9DC-A4E8-0F16B952AC24}"/>
              </a:ext>
            </a:extLst>
          </p:cNvPr>
          <p:cNvPicPr>
            <a:picLocks noChangeAspect="1"/>
          </p:cNvPicPr>
          <p:nvPr/>
        </p:nvPicPr>
        <p:blipFill>
          <a:blip r:embed="rId37">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819338" y="2877956"/>
            <a:ext cx="648000" cy="648000"/>
          </a:xfrm>
          <a:prstGeom prst="rect">
            <a:avLst/>
          </a:prstGeom>
        </p:spPr>
      </p:pic>
      <p:pic>
        <p:nvPicPr>
          <p:cNvPr id="51" name="Grafik 50">
            <a:extLst>
              <a:ext uri="{FF2B5EF4-FFF2-40B4-BE49-F238E27FC236}">
                <a16:creationId xmlns:a16="http://schemas.microsoft.com/office/drawing/2014/main" id="{09208FE1-61D4-74FC-8FEB-0F421E7AA6D6}"/>
              </a:ext>
            </a:extLst>
          </p:cNvPr>
          <p:cNvPicPr>
            <a:picLocks noChangeAspect="1"/>
          </p:cNvPicPr>
          <p:nvPr/>
        </p:nvPicPr>
        <p:blipFill>
          <a:blip r:embed="rId39">
            <a:extLst>
              <a:ext uri="{28A0092B-C50C-407E-A947-70E740481C1C}">
                <a14:useLocalDpi xmlns:a14="http://schemas.microsoft.com/office/drawing/2010/main" val="0"/>
              </a:ext>
              <a:ext uri="{96DAC541-7B7A-43D3-8B79-37D633B846F1}">
                <asvg:svgBlip xmlns:asvg="http://schemas.microsoft.com/office/drawing/2016/SVG/main" r:embed="rId40"/>
              </a:ext>
            </a:extLst>
          </a:blip>
          <a:srcRect/>
          <a:stretch/>
        </p:blipFill>
        <p:spPr>
          <a:xfrm>
            <a:off x="794898" y="4160734"/>
            <a:ext cx="612000" cy="612000"/>
          </a:xfrm>
          <a:prstGeom prst="rect">
            <a:avLst/>
          </a:prstGeom>
        </p:spPr>
      </p:pic>
      <p:pic>
        <p:nvPicPr>
          <p:cNvPr id="52" name="Grafik 51">
            <a:extLst>
              <a:ext uri="{FF2B5EF4-FFF2-40B4-BE49-F238E27FC236}">
                <a16:creationId xmlns:a16="http://schemas.microsoft.com/office/drawing/2014/main" id="{40A20487-0B11-AB8A-E478-79820005B512}"/>
              </a:ext>
            </a:extLst>
          </p:cNvPr>
          <p:cNvPicPr>
            <a:picLocks noChangeAspect="1"/>
          </p:cNvPicPr>
          <p:nvPr/>
        </p:nvPicPr>
        <p:blipFill>
          <a:blip r:embed="rId41">
            <a:extLst>
              <a:ext uri="{28A0092B-C50C-407E-A947-70E740481C1C}">
                <a14:useLocalDpi xmlns:a14="http://schemas.microsoft.com/office/drawing/2010/main" val="0"/>
              </a:ext>
              <a:ext uri="{96DAC541-7B7A-43D3-8B79-37D633B846F1}">
                <asvg:svgBlip xmlns:asvg="http://schemas.microsoft.com/office/drawing/2016/SVG/main" r:embed="rId42"/>
              </a:ext>
            </a:extLst>
          </a:blip>
          <a:srcRect/>
          <a:stretch/>
        </p:blipFill>
        <p:spPr>
          <a:xfrm>
            <a:off x="2110633" y="4160734"/>
            <a:ext cx="540000" cy="540000"/>
          </a:xfrm>
          <a:prstGeom prst="rect">
            <a:avLst/>
          </a:prstGeom>
        </p:spPr>
      </p:pic>
      <p:sp>
        <p:nvSpPr>
          <p:cNvPr id="53" name="Textfeld 52">
            <a:extLst>
              <a:ext uri="{FF2B5EF4-FFF2-40B4-BE49-F238E27FC236}">
                <a16:creationId xmlns:a16="http://schemas.microsoft.com/office/drawing/2014/main" id="{18504A7B-AFA4-B2A1-2D5B-AD6C65F44DD5}"/>
              </a:ext>
            </a:extLst>
          </p:cNvPr>
          <p:cNvSpPr txBox="1"/>
          <p:nvPr/>
        </p:nvSpPr>
        <p:spPr>
          <a:xfrm>
            <a:off x="513768" y="4772734"/>
            <a:ext cx="1236617" cy="646331"/>
          </a:xfrm>
          <a:prstGeom prst="rect">
            <a:avLst/>
          </a:prstGeom>
          <a:noFill/>
        </p:spPr>
        <p:txBody>
          <a:bodyPr wrap="square" rtlCol="0">
            <a:spAutoFit/>
          </a:bodyPr>
          <a:lstStyle/>
          <a:p>
            <a:pPr algn="ctr"/>
            <a:r>
              <a:rPr lang="de-DE" sz="1200" dirty="0"/>
              <a:t>PLOSSYS® Distribution Engine</a:t>
            </a:r>
          </a:p>
        </p:txBody>
      </p:sp>
      <p:sp>
        <p:nvSpPr>
          <p:cNvPr id="54" name="Textfeld 53">
            <a:extLst>
              <a:ext uri="{FF2B5EF4-FFF2-40B4-BE49-F238E27FC236}">
                <a16:creationId xmlns:a16="http://schemas.microsoft.com/office/drawing/2014/main" id="{BF13337A-A5A3-1EBD-1011-4EF5870D11F4}"/>
              </a:ext>
            </a:extLst>
          </p:cNvPr>
          <p:cNvSpPr txBox="1"/>
          <p:nvPr/>
        </p:nvSpPr>
        <p:spPr>
          <a:xfrm>
            <a:off x="1631080" y="4772734"/>
            <a:ext cx="1435078" cy="461665"/>
          </a:xfrm>
          <a:prstGeom prst="rect">
            <a:avLst/>
          </a:prstGeom>
          <a:noFill/>
        </p:spPr>
        <p:txBody>
          <a:bodyPr wrap="square" rtlCol="0">
            <a:spAutoFit/>
          </a:bodyPr>
          <a:lstStyle/>
          <a:p>
            <a:pPr algn="ctr"/>
            <a:r>
              <a:rPr lang="de-DE" sz="1200" dirty="0"/>
              <a:t>PLOSSYS® Distribution</a:t>
            </a:r>
          </a:p>
        </p:txBody>
      </p:sp>
      <p:pic>
        <p:nvPicPr>
          <p:cNvPr id="55" name="Grafik 54">
            <a:extLst>
              <a:ext uri="{FF2B5EF4-FFF2-40B4-BE49-F238E27FC236}">
                <a16:creationId xmlns:a16="http://schemas.microsoft.com/office/drawing/2014/main" id="{224F1A9B-04F1-E92E-D356-17793106B543}"/>
              </a:ext>
            </a:extLst>
          </p:cNvPr>
          <p:cNvPicPr>
            <a:picLocks noChangeAspect="1"/>
          </p:cNvPicPr>
          <p:nvPr/>
        </p:nvPicPr>
        <p:blipFill>
          <a:blip r:embed="rId43">
            <a:extLst>
              <a:ext uri="{28A0092B-C50C-407E-A947-70E740481C1C}">
                <a14:useLocalDpi xmlns:a14="http://schemas.microsoft.com/office/drawing/2010/main" val="0"/>
              </a:ext>
              <a:ext uri="{96DAC541-7B7A-43D3-8B79-37D633B846F1}">
                <asvg:svgBlip xmlns:asvg="http://schemas.microsoft.com/office/drawing/2016/SVG/main" r:embed="rId44"/>
              </a:ext>
            </a:extLst>
          </a:blip>
          <a:srcRect/>
          <a:stretch/>
        </p:blipFill>
        <p:spPr>
          <a:xfrm>
            <a:off x="4572595" y="4160734"/>
            <a:ext cx="540000" cy="540000"/>
          </a:xfrm>
          <a:prstGeom prst="rect">
            <a:avLst/>
          </a:prstGeom>
        </p:spPr>
      </p:pic>
      <p:sp>
        <p:nvSpPr>
          <p:cNvPr id="56" name="Textfeld 55">
            <a:extLst>
              <a:ext uri="{FF2B5EF4-FFF2-40B4-BE49-F238E27FC236}">
                <a16:creationId xmlns:a16="http://schemas.microsoft.com/office/drawing/2014/main" id="{2EE0199E-84F5-9FA2-4A45-2437E9FF7971}"/>
              </a:ext>
            </a:extLst>
          </p:cNvPr>
          <p:cNvSpPr txBox="1"/>
          <p:nvPr/>
        </p:nvSpPr>
        <p:spPr>
          <a:xfrm>
            <a:off x="4093042" y="4772734"/>
            <a:ext cx="1435078" cy="461665"/>
          </a:xfrm>
          <a:prstGeom prst="rect">
            <a:avLst/>
          </a:prstGeom>
          <a:noFill/>
        </p:spPr>
        <p:txBody>
          <a:bodyPr wrap="square" rtlCol="0">
            <a:spAutoFit/>
          </a:bodyPr>
          <a:lstStyle/>
          <a:p>
            <a:pPr algn="ctr"/>
            <a:r>
              <a:rPr lang="de-DE" sz="1200" dirty="0"/>
              <a:t>PLOSSYS® </a:t>
            </a:r>
            <a:r>
              <a:rPr lang="de-DE" sz="1200" dirty="0" err="1"/>
              <a:t>Configuration</a:t>
            </a:r>
            <a:endParaRPr lang="de-DE" sz="1200" dirty="0"/>
          </a:p>
        </p:txBody>
      </p:sp>
      <p:pic>
        <p:nvPicPr>
          <p:cNvPr id="57" name="Grafik 56">
            <a:extLst>
              <a:ext uri="{FF2B5EF4-FFF2-40B4-BE49-F238E27FC236}">
                <a16:creationId xmlns:a16="http://schemas.microsoft.com/office/drawing/2014/main" id="{12F17129-49B8-E4F6-9804-EE15695FE771}"/>
              </a:ext>
            </a:extLst>
          </p:cNvPr>
          <p:cNvPicPr>
            <a:picLocks noChangeAspect="1"/>
          </p:cNvPicPr>
          <p:nvPr/>
        </p:nvPicPr>
        <p:blipFill>
          <a:blip r:embed="rId45">
            <a:extLst>
              <a:ext uri="{28A0092B-C50C-407E-A947-70E740481C1C}">
                <a14:useLocalDpi xmlns:a14="http://schemas.microsoft.com/office/drawing/2010/main" val="0"/>
              </a:ext>
              <a:ext uri="{96DAC541-7B7A-43D3-8B79-37D633B846F1}">
                <asvg:svgBlip xmlns:asvg="http://schemas.microsoft.com/office/drawing/2016/SVG/main" r:embed="rId46"/>
              </a:ext>
            </a:extLst>
          </a:blip>
          <a:srcRect/>
          <a:stretch/>
        </p:blipFill>
        <p:spPr>
          <a:xfrm>
            <a:off x="7069735" y="4160734"/>
            <a:ext cx="540000" cy="540000"/>
          </a:xfrm>
          <a:prstGeom prst="rect">
            <a:avLst/>
          </a:prstGeom>
        </p:spPr>
      </p:pic>
      <p:sp>
        <p:nvSpPr>
          <p:cNvPr id="58" name="Textfeld 57">
            <a:extLst>
              <a:ext uri="{FF2B5EF4-FFF2-40B4-BE49-F238E27FC236}">
                <a16:creationId xmlns:a16="http://schemas.microsoft.com/office/drawing/2014/main" id="{EF103806-E90B-5BE8-2C24-8F4AABE11E84}"/>
              </a:ext>
            </a:extLst>
          </p:cNvPr>
          <p:cNvSpPr txBox="1"/>
          <p:nvPr/>
        </p:nvSpPr>
        <p:spPr>
          <a:xfrm>
            <a:off x="5472870" y="4772734"/>
            <a:ext cx="1236617" cy="461665"/>
          </a:xfrm>
          <a:prstGeom prst="rect">
            <a:avLst/>
          </a:prstGeom>
          <a:noFill/>
        </p:spPr>
        <p:txBody>
          <a:bodyPr wrap="square" rtlCol="0">
            <a:spAutoFit/>
          </a:bodyPr>
          <a:lstStyle/>
          <a:p>
            <a:pPr algn="ctr"/>
            <a:r>
              <a:rPr lang="de-DE" sz="1200" dirty="0"/>
              <a:t>PLOSSYS® Monitor</a:t>
            </a:r>
          </a:p>
        </p:txBody>
      </p:sp>
      <p:sp>
        <p:nvSpPr>
          <p:cNvPr id="59" name="Textfeld 58">
            <a:extLst>
              <a:ext uri="{FF2B5EF4-FFF2-40B4-BE49-F238E27FC236}">
                <a16:creationId xmlns:a16="http://schemas.microsoft.com/office/drawing/2014/main" id="{BFBE5D93-9601-5BCE-95E9-6B14D53351EE}"/>
              </a:ext>
            </a:extLst>
          </p:cNvPr>
          <p:cNvSpPr txBox="1"/>
          <p:nvPr/>
        </p:nvSpPr>
        <p:spPr>
          <a:xfrm>
            <a:off x="6590182" y="4772734"/>
            <a:ext cx="1435078" cy="276999"/>
          </a:xfrm>
          <a:prstGeom prst="rect">
            <a:avLst/>
          </a:prstGeom>
          <a:noFill/>
        </p:spPr>
        <p:txBody>
          <a:bodyPr wrap="square" rtlCol="0">
            <a:spAutoFit/>
          </a:bodyPr>
          <a:lstStyle/>
          <a:p>
            <a:pPr algn="ctr"/>
            <a:r>
              <a:rPr lang="de-DE" sz="1200" dirty="0"/>
              <a:t>SEAL General</a:t>
            </a:r>
          </a:p>
        </p:txBody>
      </p:sp>
      <p:pic>
        <p:nvPicPr>
          <p:cNvPr id="60" name="Grafik 59">
            <a:extLst>
              <a:ext uri="{FF2B5EF4-FFF2-40B4-BE49-F238E27FC236}">
                <a16:creationId xmlns:a16="http://schemas.microsoft.com/office/drawing/2014/main" id="{3642CDF5-0E48-F248-8D4B-A500D283C5CC}"/>
              </a:ext>
            </a:extLst>
          </p:cNvPr>
          <p:cNvPicPr>
            <a:picLocks noChangeAspect="1"/>
          </p:cNvPicPr>
          <p:nvPr/>
        </p:nvPicPr>
        <p:blipFill>
          <a:blip r:embed="rId47">
            <a:extLst>
              <a:ext uri="{28A0092B-C50C-407E-A947-70E740481C1C}">
                <a14:useLocalDpi xmlns:a14="http://schemas.microsoft.com/office/drawing/2010/main" val="0"/>
              </a:ext>
              <a:ext uri="{96DAC541-7B7A-43D3-8B79-37D633B846F1}">
                <asvg:svgBlip xmlns:asvg="http://schemas.microsoft.com/office/drawing/2016/SVG/main" r:embed="rId48"/>
              </a:ext>
            </a:extLst>
          </a:blip>
          <a:srcRect/>
          <a:stretch/>
        </p:blipFill>
        <p:spPr>
          <a:xfrm>
            <a:off x="3355867" y="4160734"/>
            <a:ext cx="540000" cy="540000"/>
          </a:xfrm>
          <a:prstGeom prst="rect">
            <a:avLst/>
          </a:prstGeom>
        </p:spPr>
      </p:pic>
      <p:sp>
        <p:nvSpPr>
          <p:cNvPr id="61" name="Textfeld 60">
            <a:extLst>
              <a:ext uri="{FF2B5EF4-FFF2-40B4-BE49-F238E27FC236}">
                <a16:creationId xmlns:a16="http://schemas.microsoft.com/office/drawing/2014/main" id="{27BB78C7-14DA-22DA-BD9A-92D039199296}"/>
              </a:ext>
            </a:extLst>
          </p:cNvPr>
          <p:cNvSpPr txBox="1"/>
          <p:nvPr/>
        </p:nvSpPr>
        <p:spPr>
          <a:xfrm>
            <a:off x="2876314" y="4772734"/>
            <a:ext cx="1435078" cy="461665"/>
          </a:xfrm>
          <a:prstGeom prst="rect">
            <a:avLst/>
          </a:prstGeom>
          <a:noFill/>
        </p:spPr>
        <p:txBody>
          <a:bodyPr wrap="square" rtlCol="0">
            <a:spAutoFit/>
          </a:bodyPr>
          <a:lstStyle/>
          <a:p>
            <a:pPr algn="ctr"/>
            <a:r>
              <a:rPr lang="de-DE" sz="1200" dirty="0"/>
              <a:t>PLOSSYS® </a:t>
            </a:r>
            <a:br>
              <a:rPr lang="de-DE" sz="1200" dirty="0"/>
            </a:br>
            <a:r>
              <a:rPr lang="de-DE" sz="1200" dirty="0"/>
              <a:t>Client</a:t>
            </a:r>
          </a:p>
        </p:txBody>
      </p:sp>
      <p:pic>
        <p:nvPicPr>
          <p:cNvPr id="62" name="Grafik 61">
            <a:extLst>
              <a:ext uri="{FF2B5EF4-FFF2-40B4-BE49-F238E27FC236}">
                <a16:creationId xmlns:a16="http://schemas.microsoft.com/office/drawing/2014/main" id="{B5639FE7-90FA-8605-86DA-9DE7BC3EB74B}"/>
              </a:ext>
            </a:extLst>
          </p:cNvPr>
          <p:cNvPicPr>
            <a:picLocks noChangeAspect="1"/>
          </p:cNvPicPr>
          <p:nvPr/>
        </p:nvPicPr>
        <p:blipFill>
          <a:blip r:embed="rId49">
            <a:extLst>
              <a:ext uri="{28A0092B-C50C-407E-A947-70E740481C1C}">
                <a14:useLocalDpi xmlns:a14="http://schemas.microsoft.com/office/drawing/2010/main" val="0"/>
              </a:ext>
              <a:ext uri="{96DAC541-7B7A-43D3-8B79-37D633B846F1}">
                <asvg:svgBlip xmlns:asvg="http://schemas.microsoft.com/office/drawing/2016/SVG/main" r:embed="rId50"/>
              </a:ext>
            </a:extLst>
          </a:blip>
          <a:srcRect/>
          <a:stretch/>
        </p:blipFill>
        <p:spPr>
          <a:xfrm>
            <a:off x="10771697" y="2930424"/>
            <a:ext cx="540000" cy="540000"/>
          </a:xfrm>
          <a:prstGeom prst="rect">
            <a:avLst/>
          </a:prstGeom>
        </p:spPr>
      </p:pic>
      <p:pic>
        <p:nvPicPr>
          <p:cNvPr id="63" name="Grafik 62">
            <a:extLst>
              <a:ext uri="{FF2B5EF4-FFF2-40B4-BE49-F238E27FC236}">
                <a16:creationId xmlns:a16="http://schemas.microsoft.com/office/drawing/2014/main" id="{52B8B6F3-54D8-C4C6-D372-395A39F932B8}"/>
              </a:ext>
            </a:extLst>
          </p:cNvPr>
          <p:cNvPicPr>
            <a:picLocks noChangeAspect="1"/>
          </p:cNvPicPr>
          <p:nvPr/>
        </p:nvPicPr>
        <p:blipFill>
          <a:blip r:embed="rId51">
            <a:extLst>
              <a:ext uri="{28A0092B-C50C-407E-A947-70E740481C1C}">
                <a14:useLocalDpi xmlns:a14="http://schemas.microsoft.com/office/drawing/2010/main" val="0"/>
              </a:ext>
              <a:ext uri="{96DAC541-7B7A-43D3-8B79-37D633B846F1}">
                <asvg:svgBlip xmlns:asvg="http://schemas.microsoft.com/office/drawing/2016/SVG/main" r:embed="rId52"/>
              </a:ext>
            </a:extLst>
          </a:blip>
          <a:srcRect/>
          <a:stretch/>
        </p:blipFill>
        <p:spPr>
          <a:xfrm>
            <a:off x="5821178" y="4160734"/>
            <a:ext cx="540000" cy="540000"/>
          </a:xfrm>
          <a:prstGeom prst="rect">
            <a:avLst/>
          </a:prstGeom>
        </p:spPr>
      </p:pic>
    </p:spTree>
    <p:extLst>
      <p:ext uri="{BB962C8B-B14F-4D97-AF65-F5344CB8AC3E}">
        <p14:creationId xmlns:p14="http://schemas.microsoft.com/office/powerpoint/2010/main" val="2406890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67D126F6-A288-49EC-70E6-3C29275B4503}"/>
              </a:ext>
            </a:extLst>
          </p:cNvPr>
          <p:cNvSpPr>
            <a:spLocks noGrp="1"/>
          </p:cNvSpPr>
          <p:nvPr>
            <p:ph type="sldNum" sz="quarter" idx="12"/>
          </p:nvPr>
        </p:nvSpPr>
        <p:spPr/>
        <p:txBody>
          <a:bodyPr/>
          <a:lstStyle/>
          <a:p>
            <a:fld id="{D21C33D4-00A5-43D5-B722-D2F2FA4CCA11}" type="slidenum">
              <a:rPr lang="de-DE" smtClean="0"/>
              <a:t>14</a:t>
            </a:fld>
            <a:endParaRPr lang="de-DE"/>
          </a:p>
        </p:txBody>
      </p:sp>
      <p:sp>
        <p:nvSpPr>
          <p:cNvPr id="4" name="Titel 3">
            <a:extLst>
              <a:ext uri="{FF2B5EF4-FFF2-40B4-BE49-F238E27FC236}">
                <a16:creationId xmlns:a16="http://schemas.microsoft.com/office/drawing/2014/main" id="{1AF36534-604C-07D7-A1AA-B3D732F5AF28}"/>
              </a:ext>
            </a:extLst>
          </p:cNvPr>
          <p:cNvSpPr>
            <a:spLocks noGrp="1"/>
          </p:cNvSpPr>
          <p:nvPr>
            <p:ph type="ctrTitle"/>
          </p:nvPr>
        </p:nvSpPr>
        <p:spPr/>
        <p:txBody>
          <a:bodyPr/>
          <a:lstStyle/>
          <a:p>
            <a:r>
              <a:rPr lang="de-DE" dirty="0" err="1"/>
              <a:t>Creating</a:t>
            </a:r>
            <a:r>
              <a:rPr lang="de-DE" dirty="0"/>
              <a:t> </a:t>
            </a:r>
            <a:r>
              <a:rPr lang="de-DE" dirty="0" err="1"/>
              <a:t>process</a:t>
            </a:r>
            <a:r>
              <a:rPr lang="de-DE" dirty="0"/>
              <a:t> </a:t>
            </a:r>
            <a:r>
              <a:rPr lang="de-DE" dirty="0" err="1"/>
              <a:t>graphics</a:t>
            </a:r>
            <a:r>
              <a:rPr lang="de-DE" dirty="0"/>
              <a:t> </a:t>
            </a:r>
            <a:r>
              <a:rPr lang="de-DE" dirty="0" err="1"/>
              <a:t>using</a:t>
            </a:r>
            <a:r>
              <a:rPr lang="de-DE" dirty="0"/>
              <a:t> </a:t>
            </a:r>
            <a:r>
              <a:rPr lang="de-DE" dirty="0" err="1"/>
              <a:t>icons</a:t>
            </a:r>
            <a:endParaRPr lang="de-DE" dirty="0"/>
          </a:p>
        </p:txBody>
      </p:sp>
      <p:pic>
        <p:nvPicPr>
          <p:cNvPr id="221" name="Grafik 220">
            <a:extLst>
              <a:ext uri="{FF2B5EF4-FFF2-40B4-BE49-F238E27FC236}">
                <a16:creationId xmlns:a16="http://schemas.microsoft.com/office/drawing/2014/main" id="{CE094E36-3834-0BEE-6527-2401ECABCCC0}"/>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497825" y="3307363"/>
            <a:ext cx="648000" cy="648000"/>
          </a:xfrm>
          <a:prstGeom prst="rect">
            <a:avLst/>
          </a:prstGeom>
        </p:spPr>
      </p:pic>
      <p:pic>
        <p:nvPicPr>
          <p:cNvPr id="2" name="Grafik 1">
            <a:extLst>
              <a:ext uri="{FF2B5EF4-FFF2-40B4-BE49-F238E27FC236}">
                <a16:creationId xmlns:a16="http://schemas.microsoft.com/office/drawing/2014/main" id="{BB9B4FDF-01A3-7D80-8199-4A72F0152385}"/>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029080" y="3307363"/>
            <a:ext cx="648000" cy="648000"/>
          </a:xfrm>
          <a:prstGeom prst="rect">
            <a:avLst/>
          </a:prstGeom>
        </p:spPr>
      </p:pic>
      <p:grpSp>
        <p:nvGrpSpPr>
          <p:cNvPr id="17" name="Gruppieren 16">
            <a:extLst>
              <a:ext uri="{FF2B5EF4-FFF2-40B4-BE49-F238E27FC236}">
                <a16:creationId xmlns:a16="http://schemas.microsoft.com/office/drawing/2014/main" id="{253C8AFD-A111-CC54-9474-64067D6CDCF2}"/>
              </a:ext>
            </a:extLst>
          </p:cNvPr>
          <p:cNvGrpSpPr/>
          <p:nvPr/>
        </p:nvGrpSpPr>
        <p:grpSpPr>
          <a:xfrm>
            <a:off x="1474092" y="2884730"/>
            <a:ext cx="2431962" cy="1548728"/>
            <a:chOff x="1655763" y="3429000"/>
            <a:chExt cx="2431962" cy="1548728"/>
          </a:xfrm>
        </p:grpSpPr>
        <p:sp>
          <p:nvSpPr>
            <p:cNvPr id="6" name="Rechteck: abgerundete Ecken 5">
              <a:extLst>
                <a:ext uri="{FF2B5EF4-FFF2-40B4-BE49-F238E27FC236}">
                  <a16:creationId xmlns:a16="http://schemas.microsoft.com/office/drawing/2014/main" id="{855E47C8-58A8-2676-75C2-A41CF6FF7A01}"/>
                </a:ext>
              </a:extLst>
            </p:cNvPr>
            <p:cNvSpPr/>
            <p:nvPr/>
          </p:nvSpPr>
          <p:spPr>
            <a:xfrm>
              <a:off x="1655763" y="3429000"/>
              <a:ext cx="2390691" cy="1548728"/>
            </a:xfrm>
            <a:prstGeom prst="roundRect">
              <a:avLst>
                <a:gd name="adj" fmla="val 4588"/>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12" name="Gruppieren 11">
              <a:extLst>
                <a:ext uri="{FF2B5EF4-FFF2-40B4-BE49-F238E27FC236}">
                  <a16:creationId xmlns:a16="http://schemas.microsoft.com/office/drawing/2014/main" id="{76E7D6FA-E588-00AD-AD19-191B509E020E}"/>
                </a:ext>
              </a:extLst>
            </p:cNvPr>
            <p:cNvGrpSpPr/>
            <p:nvPr/>
          </p:nvGrpSpPr>
          <p:grpSpPr>
            <a:xfrm>
              <a:off x="1844605" y="3723556"/>
              <a:ext cx="2243120" cy="1015663"/>
              <a:chOff x="1844605" y="3731112"/>
              <a:chExt cx="2243120" cy="1015663"/>
            </a:xfrm>
          </p:grpSpPr>
          <p:sp>
            <p:nvSpPr>
              <p:cNvPr id="218" name="Textfeld 217">
                <a:extLst>
                  <a:ext uri="{FF2B5EF4-FFF2-40B4-BE49-F238E27FC236}">
                    <a16:creationId xmlns:a16="http://schemas.microsoft.com/office/drawing/2014/main" id="{2BAF4641-D288-539A-8062-BFBDED7A0E5C}"/>
                  </a:ext>
                </a:extLst>
              </p:cNvPr>
              <p:cNvSpPr txBox="1"/>
              <p:nvPr/>
            </p:nvSpPr>
            <p:spPr>
              <a:xfrm>
                <a:off x="1844605" y="3731112"/>
                <a:ext cx="1236617" cy="1015663"/>
              </a:xfrm>
              <a:prstGeom prst="rect">
                <a:avLst/>
              </a:prstGeom>
              <a:noFill/>
            </p:spPr>
            <p:txBody>
              <a:bodyPr wrap="square" rtlCol="0">
                <a:spAutoFit/>
              </a:bodyPr>
              <a:lstStyle/>
              <a:p>
                <a:r>
                  <a:rPr lang="de-DE" sz="1200" dirty="0"/>
                  <a:t>MS Office</a:t>
                </a:r>
              </a:p>
              <a:p>
                <a:endParaRPr lang="de-DE" sz="1200" dirty="0"/>
              </a:p>
              <a:p>
                <a:r>
                  <a:rPr lang="de-DE" sz="1200" dirty="0"/>
                  <a:t>MS Visio</a:t>
                </a:r>
              </a:p>
              <a:p>
                <a:endParaRPr lang="de-DE" sz="1200" dirty="0"/>
              </a:p>
              <a:p>
                <a:r>
                  <a:rPr lang="de-DE" sz="1200" dirty="0"/>
                  <a:t>MS Project</a:t>
                </a:r>
              </a:p>
            </p:txBody>
          </p:sp>
          <p:sp>
            <p:nvSpPr>
              <p:cNvPr id="8" name="Textfeld 7">
                <a:extLst>
                  <a:ext uri="{FF2B5EF4-FFF2-40B4-BE49-F238E27FC236}">
                    <a16:creationId xmlns:a16="http://schemas.microsoft.com/office/drawing/2014/main" id="{A1D05929-5406-6C33-CB0F-261952C03348}"/>
                  </a:ext>
                </a:extLst>
              </p:cNvPr>
              <p:cNvSpPr txBox="1"/>
              <p:nvPr/>
            </p:nvSpPr>
            <p:spPr>
              <a:xfrm>
                <a:off x="2851108" y="3915777"/>
                <a:ext cx="1236617" cy="646331"/>
              </a:xfrm>
              <a:prstGeom prst="rect">
                <a:avLst/>
              </a:prstGeom>
              <a:noFill/>
            </p:spPr>
            <p:txBody>
              <a:bodyPr wrap="square" rtlCol="0">
                <a:spAutoFit/>
              </a:bodyPr>
              <a:lstStyle/>
              <a:p>
                <a:r>
                  <a:rPr lang="de-DE" sz="1200" dirty="0" err="1"/>
                  <a:t>CorelDraw</a:t>
                </a:r>
                <a:endParaRPr lang="de-DE" sz="1200" dirty="0"/>
              </a:p>
              <a:p>
                <a:endParaRPr lang="de-DE" sz="1200" dirty="0"/>
              </a:p>
              <a:p>
                <a:r>
                  <a:rPr lang="de-DE" sz="1200" dirty="0"/>
                  <a:t>OpenOffice</a:t>
                </a:r>
              </a:p>
            </p:txBody>
          </p:sp>
        </p:grpSp>
      </p:grpSp>
      <p:grpSp>
        <p:nvGrpSpPr>
          <p:cNvPr id="18" name="Gruppieren 17">
            <a:extLst>
              <a:ext uri="{FF2B5EF4-FFF2-40B4-BE49-F238E27FC236}">
                <a16:creationId xmlns:a16="http://schemas.microsoft.com/office/drawing/2014/main" id="{D017E600-406D-7F2E-D1B3-C16868A35636}"/>
              </a:ext>
            </a:extLst>
          </p:cNvPr>
          <p:cNvGrpSpPr/>
          <p:nvPr/>
        </p:nvGrpSpPr>
        <p:grpSpPr>
          <a:xfrm>
            <a:off x="7391451" y="2887253"/>
            <a:ext cx="2390691" cy="1548728"/>
            <a:chOff x="7573122" y="3431523"/>
            <a:chExt cx="2390691" cy="1548728"/>
          </a:xfrm>
        </p:grpSpPr>
        <p:sp>
          <p:nvSpPr>
            <p:cNvPr id="9" name="Rechteck: abgerundete Ecken 8">
              <a:extLst>
                <a:ext uri="{FF2B5EF4-FFF2-40B4-BE49-F238E27FC236}">
                  <a16:creationId xmlns:a16="http://schemas.microsoft.com/office/drawing/2014/main" id="{295C6D50-D61A-940A-1C46-A2BD6B401589}"/>
                </a:ext>
              </a:extLst>
            </p:cNvPr>
            <p:cNvSpPr/>
            <p:nvPr/>
          </p:nvSpPr>
          <p:spPr>
            <a:xfrm>
              <a:off x="7573122" y="3431523"/>
              <a:ext cx="2390691" cy="1548728"/>
            </a:xfrm>
            <a:prstGeom prst="roundRect">
              <a:avLst>
                <a:gd name="adj" fmla="val 4588"/>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16" name="Gruppieren 15">
              <a:extLst>
                <a:ext uri="{FF2B5EF4-FFF2-40B4-BE49-F238E27FC236}">
                  <a16:creationId xmlns:a16="http://schemas.microsoft.com/office/drawing/2014/main" id="{090818DA-74EB-5CEC-29C3-BFA39D9800D9}"/>
                </a:ext>
              </a:extLst>
            </p:cNvPr>
            <p:cNvGrpSpPr/>
            <p:nvPr/>
          </p:nvGrpSpPr>
          <p:grpSpPr>
            <a:xfrm>
              <a:off x="7774287" y="3723556"/>
              <a:ext cx="2138535" cy="1015663"/>
              <a:chOff x="7768231" y="3716000"/>
              <a:chExt cx="2138535" cy="1015663"/>
            </a:xfrm>
          </p:grpSpPr>
          <p:sp>
            <p:nvSpPr>
              <p:cNvPr id="10" name="Textfeld 9">
                <a:extLst>
                  <a:ext uri="{FF2B5EF4-FFF2-40B4-BE49-F238E27FC236}">
                    <a16:creationId xmlns:a16="http://schemas.microsoft.com/office/drawing/2014/main" id="{53476810-077C-19D8-B3F5-E6D7D8443347}"/>
                  </a:ext>
                </a:extLst>
              </p:cNvPr>
              <p:cNvSpPr txBox="1"/>
              <p:nvPr/>
            </p:nvSpPr>
            <p:spPr>
              <a:xfrm>
                <a:off x="7768231" y="3716000"/>
                <a:ext cx="1236617" cy="1015663"/>
              </a:xfrm>
              <a:prstGeom prst="rect">
                <a:avLst/>
              </a:prstGeom>
              <a:noFill/>
            </p:spPr>
            <p:txBody>
              <a:bodyPr wrap="square" rtlCol="0">
                <a:spAutoFit/>
              </a:bodyPr>
              <a:lstStyle/>
              <a:p>
                <a:r>
                  <a:rPr lang="de-DE" sz="1200" dirty="0"/>
                  <a:t>PDF</a:t>
                </a:r>
              </a:p>
              <a:p>
                <a:endParaRPr lang="de-DE" sz="1200" dirty="0"/>
              </a:p>
              <a:p>
                <a:r>
                  <a:rPr lang="de-DE" sz="1200" dirty="0"/>
                  <a:t>PDF/A</a:t>
                </a:r>
              </a:p>
              <a:p>
                <a:endParaRPr lang="de-DE" sz="1200" dirty="0"/>
              </a:p>
              <a:p>
                <a:r>
                  <a:rPr lang="de-DE" sz="1200" dirty="0"/>
                  <a:t>XPS</a:t>
                </a:r>
              </a:p>
            </p:txBody>
          </p:sp>
          <p:sp>
            <p:nvSpPr>
              <p:cNvPr id="11" name="Textfeld 10">
                <a:extLst>
                  <a:ext uri="{FF2B5EF4-FFF2-40B4-BE49-F238E27FC236}">
                    <a16:creationId xmlns:a16="http://schemas.microsoft.com/office/drawing/2014/main" id="{A605E670-8646-C7EA-891A-9647D3CAF7A0}"/>
                  </a:ext>
                </a:extLst>
              </p:cNvPr>
              <p:cNvSpPr txBox="1"/>
              <p:nvPr/>
            </p:nvSpPr>
            <p:spPr>
              <a:xfrm>
                <a:off x="8594182" y="3808333"/>
                <a:ext cx="1312584" cy="830997"/>
              </a:xfrm>
              <a:prstGeom prst="rect">
                <a:avLst/>
              </a:prstGeom>
              <a:noFill/>
            </p:spPr>
            <p:txBody>
              <a:bodyPr wrap="square" rtlCol="0">
                <a:spAutoFit/>
              </a:bodyPr>
              <a:lstStyle/>
              <a:p>
                <a:r>
                  <a:rPr lang="de-DE" sz="1200" dirty="0"/>
                  <a:t>TIFF</a:t>
                </a:r>
              </a:p>
              <a:p>
                <a:endParaRPr lang="de-DE" sz="1200" dirty="0"/>
              </a:p>
              <a:p>
                <a:r>
                  <a:rPr lang="de-DE" sz="1200" dirty="0"/>
                  <a:t>JPEG</a:t>
                </a:r>
                <a:br>
                  <a:rPr lang="de-DE" sz="1200" dirty="0"/>
                </a:br>
                <a:r>
                  <a:rPr lang="de-DE" sz="1200" dirty="0"/>
                  <a:t>(Thumbnails)</a:t>
                </a:r>
              </a:p>
            </p:txBody>
          </p:sp>
        </p:grpSp>
      </p:grpSp>
      <p:grpSp>
        <p:nvGrpSpPr>
          <p:cNvPr id="7" name="Gruppieren 6">
            <a:extLst>
              <a:ext uri="{FF2B5EF4-FFF2-40B4-BE49-F238E27FC236}">
                <a16:creationId xmlns:a16="http://schemas.microsoft.com/office/drawing/2014/main" id="{FAAFB043-95DA-3EFF-F6A8-6F5C2492DEDD}"/>
              </a:ext>
            </a:extLst>
          </p:cNvPr>
          <p:cNvGrpSpPr/>
          <p:nvPr/>
        </p:nvGrpSpPr>
        <p:grpSpPr>
          <a:xfrm>
            <a:off x="5009808" y="2878614"/>
            <a:ext cx="1236617" cy="1505499"/>
            <a:chOff x="5009808" y="2878614"/>
            <a:chExt cx="1236617" cy="1505499"/>
          </a:xfrm>
        </p:grpSpPr>
        <p:sp>
          <p:nvSpPr>
            <p:cNvPr id="231" name="Textfeld 230">
              <a:extLst>
                <a:ext uri="{FF2B5EF4-FFF2-40B4-BE49-F238E27FC236}">
                  <a16:creationId xmlns:a16="http://schemas.microsoft.com/office/drawing/2014/main" id="{140D3CDB-29A8-AA9B-D41D-9741C3CA0C8B}"/>
                </a:ext>
              </a:extLst>
            </p:cNvPr>
            <p:cNvSpPr txBox="1"/>
            <p:nvPr/>
          </p:nvSpPr>
          <p:spPr>
            <a:xfrm>
              <a:off x="5009808" y="3922448"/>
              <a:ext cx="1236617" cy="461665"/>
            </a:xfrm>
            <a:prstGeom prst="rect">
              <a:avLst/>
            </a:prstGeom>
            <a:noFill/>
          </p:spPr>
          <p:txBody>
            <a:bodyPr wrap="square" rtlCol="0">
              <a:spAutoFit/>
            </a:bodyPr>
            <a:lstStyle/>
            <a:p>
              <a:pPr algn="ctr"/>
              <a:r>
                <a:rPr lang="de-DE" sz="1200" b="1" dirty="0"/>
                <a:t>Office-Conversion</a:t>
              </a:r>
            </a:p>
          </p:txBody>
        </p:sp>
        <p:pic>
          <p:nvPicPr>
            <p:cNvPr id="5" name="Grafik 4">
              <a:extLst>
                <a:ext uri="{FF2B5EF4-FFF2-40B4-BE49-F238E27FC236}">
                  <a16:creationId xmlns:a16="http://schemas.microsoft.com/office/drawing/2014/main" id="{82CAE0A1-A5BB-F1E1-E7C2-820D4796911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5165875" y="2878614"/>
              <a:ext cx="924483" cy="924483"/>
            </a:xfrm>
            <a:prstGeom prst="rect">
              <a:avLst/>
            </a:prstGeom>
          </p:spPr>
        </p:pic>
      </p:grpSp>
    </p:spTree>
    <p:extLst>
      <p:ext uri="{BB962C8B-B14F-4D97-AF65-F5344CB8AC3E}">
        <p14:creationId xmlns:p14="http://schemas.microsoft.com/office/powerpoint/2010/main" val="33025667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Bildplatzhalter 11">
            <a:extLst>
              <a:ext uri="{FF2B5EF4-FFF2-40B4-BE49-F238E27FC236}">
                <a16:creationId xmlns:a16="http://schemas.microsoft.com/office/drawing/2014/main" id="{B6B343A3-134F-7B50-FD83-D7C599B05448}"/>
              </a:ext>
            </a:extLst>
          </p:cNvPr>
          <p:cNvPicPr>
            <a:picLocks noGrp="1" noChangeAspect="1"/>
          </p:cNvPicPr>
          <p:nvPr>
            <p:ph type="pic" sz="quarter" idx="15"/>
          </p:nvPr>
        </p:nvPicPr>
        <p:blipFill rotWithShape="1">
          <a:blip r:embed="rId2" cstate="screen">
            <a:extLst>
              <a:ext uri="{28A0092B-C50C-407E-A947-70E740481C1C}">
                <a14:useLocalDpi xmlns:a14="http://schemas.microsoft.com/office/drawing/2010/main"/>
              </a:ext>
            </a:extLst>
          </a:blip>
          <a:srcRect t="12672" b="12672"/>
          <a:stretch/>
        </p:blipFill>
        <p:spPr/>
      </p:pic>
      <p:sp>
        <p:nvSpPr>
          <p:cNvPr id="7" name="Inhaltsplatzhalter 6">
            <a:extLst>
              <a:ext uri="{FF2B5EF4-FFF2-40B4-BE49-F238E27FC236}">
                <a16:creationId xmlns:a16="http://schemas.microsoft.com/office/drawing/2014/main" id="{B7E4F7F6-3AFF-41B8-AAE7-F3A4EF19A971}"/>
              </a:ext>
            </a:extLst>
          </p:cNvPr>
          <p:cNvSpPr>
            <a:spLocks noGrp="1"/>
          </p:cNvSpPr>
          <p:nvPr>
            <p:ph idx="1"/>
          </p:nvPr>
        </p:nvSpPr>
        <p:spPr/>
        <p:txBody>
          <a:bodyPr/>
          <a:lstStyle/>
          <a:p>
            <a:r>
              <a:rPr lang="en-US" dirty="0"/>
              <a:t>Select "Start" menu item (top left)</a:t>
            </a:r>
          </a:p>
          <a:p>
            <a:r>
              <a:rPr lang="en-US" dirty="0"/>
              <a:t>Then click on the text-button "New slide" </a:t>
            </a:r>
            <a:r>
              <a:rPr lang="de-DE" dirty="0"/>
              <a:t>…</a:t>
            </a:r>
          </a:p>
          <a:p>
            <a:r>
              <a:rPr lang="de-DE" dirty="0"/>
              <a:t>… </a:t>
            </a:r>
            <a:r>
              <a:rPr lang="de-DE" dirty="0" err="1"/>
              <a:t>or</a:t>
            </a:r>
            <a:r>
              <a:rPr lang="de-DE" dirty="0"/>
              <a:t> </a:t>
            </a:r>
            <a:r>
              <a:rPr lang="de-DE" dirty="0" err="1"/>
              <a:t>click</a:t>
            </a:r>
            <a:r>
              <a:rPr lang="de-DE" dirty="0"/>
              <a:t> on "Layout</a:t>
            </a:r>
            <a:r>
              <a:rPr lang="en-US" dirty="0"/>
              <a:t> "</a:t>
            </a:r>
            <a:endParaRPr lang="de-DE" dirty="0"/>
          </a:p>
          <a:p>
            <a:r>
              <a:rPr lang="en-US" dirty="0"/>
              <a:t>Select the template you want</a:t>
            </a:r>
            <a:endParaRPr lang="de-DE" dirty="0"/>
          </a:p>
        </p:txBody>
      </p:sp>
      <p:sp>
        <p:nvSpPr>
          <p:cNvPr id="6" name="Titel 5">
            <a:extLst>
              <a:ext uri="{FF2B5EF4-FFF2-40B4-BE49-F238E27FC236}">
                <a16:creationId xmlns:a16="http://schemas.microsoft.com/office/drawing/2014/main" id="{8A0F5990-424D-0BE9-6A72-2715D8DC34C4}"/>
              </a:ext>
            </a:extLst>
          </p:cNvPr>
          <p:cNvSpPr>
            <a:spLocks noGrp="1"/>
          </p:cNvSpPr>
          <p:nvPr>
            <p:ph type="ctrTitle"/>
          </p:nvPr>
        </p:nvSpPr>
        <p:spPr/>
        <p:txBody>
          <a:bodyPr/>
          <a:lstStyle/>
          <a:p>
            <a:r>
              <a:rPr lang="de-DE" dirty="0"/>
              <a:t>Select </a:t>
            </a:r>
            <a:r>
              <a:rPr lang="de-DE" dirty="0" err="1"/>
              <a:t>slide</a:t>
            </a:r>
            <a:r>
              <a:rPr lang="de-DE" dirty="0"/>
              <a:t> </a:t>
            </a:r>
            <a:r>
              <a:rPr lang="de-DE" dirty="0" err="1"/>
              <a:t>layout</a:t>
            </a:r>
            <a:endParaRPr lang="de-DE" dirty="0"/>
          </a:p>
        </p:txBody>
      </p:sp>
      <p:sp>
        <p:nvSpPr>
          <p:cNvPr id="3" name="Foliennummernplatzhalter 2">
            <a:extLst>
              <a:ext uri="{FF2B5EF4-FFF2-40B4-BE49-F238E27FC236}">
                <a16:creationId xmlns:a16="http://schemas.microsoft.com/office/drawing/2014/main" id="{83BC1CE2-5EC7-7B54-4CC4-3213E25CB0D1}"/>
              </a:ext>
            </a:extLst>
          </p:cNvPr>
          <p:cNvSpPr>
            <a:spLocks noGrp="1"/>
          </p:cNvSpPr>
          <p:nvPr>
            <p:ph type="sldNum" sz="quarter" idx="12"/>
          </p:nvPr>
        </p:nvSpPr>
        <p:spPr/>
        <p:txBody>
          <a:bodyPr/>
          <a:lstStyle/>
          <a:p>
            <a:fld id="{D21C33D4-00A5-43D5-B722-D2F2FA4CCA11}" type="slidenum">
              <a:rPr lang="de-DE" smtClean="0"/>
              <a:t>15</a:t>
            </a:fld>
            <a:endParaRPr lang="de-DE"/>
          </a:p>
        </p:txBody>
      </p:sp>
    </p:spTree>
    <p:extLst>
      <p:ext uri="{BB962C8B-B14F-4D97-AF65-F5344CB8AC3E}">
        <p14:creationId xmlns:p14="http://schemas.microsoft.com/office/powerpoint/2010/main" val="29640004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Bildplatzhalter 13">
            <a:extLst>
              <a:ext uri="{FF2B5EF4-FFF2-40B4-BE49-F238E27FC236}">
                <a16:creationId xmlns:a16="http://schemas.microsoft.com/office/drawing/2014/main" id="{3376F48D-0579-0961-D35F-6D5B1D433AAA}"/>
              </a:ext>
            </a:extLst>
          </p:cNvPr>
          <p:cNvPicPr>
            <a:picLocks noGrp="1" noChangeAspect="1"/>
          </p:cNvPicPr>
          <p:nvPr>
            <p:ph type="pic" sz="quarter" idx="15"/>
          </p:nvPr>
        </p:nvPicPr>
        <p:blipFill rotWithShape="1">
          <a:blip r:embed="rId2"/>
          <a:srcRect l="62200" r="100" b="58155"/>
          <a:stretch/>
        </p:blipFill>
        <p:spPr>
          <a:xfrm>
            <a:off x="5754753" y="1888283"/>
            <a:ext cx="5666400" cy="3182400"/>
          </a:xfrm>
        </p:spPr>
      </p:pic>
      <p:sp>
        <p:nvSpPr>
          <p:cNvPr id="5" name="Foliennummernplatzhalter 4">
            <a:extLst>
              <a:ext uri="{FF2B5EF4-FFF2-40B4-BE49-F238E27FC236}">
                <a16:creationId xmlns:a16="http://schemas.microsoft.com/office/drawing/2014/main" id="{A0614B6E-8F1B-9137-1CAB-46E608D92FEE}"/>
              </a:ext>
            </a:extLst>
          </p:cNvPr>
          <p:cNvSpPr>
            <a:spLocks noGrp="1"/>
          </p:cNvSpPr>
          <p:nvPr>
            <p:ph type="sldNum" sz="quarter" idx="12"/>
          </p:nvPr>
        </p:nvSpPr>
        <p:spPr/>
        <p:txBody>
          <a:bodyPr/>
          <a:lstStyle/>
          <a:p>
            <a:fld id="{D21C33D4-00A5-43D5-B722-D2F2FA4CCA11}" type="slidenum">
              <a:rPr lang="de-DE" smtClean="0"/>
              <a:pPr/>
              <a:t>16</a:t>
            </a:fld>
            <a:endParaRPr lang="de-DE"/>
          </a:p>
        </p:txBody>
      </p:sp>
      <p:sp>
        <p:nvSpPr>
          <p:cNvPr id="11" name="Inhaltsplatzhalter 10">
            <a:extLst>
              <a:ext uri="{FF2B5EF4-FFF2-40B4-BE49-F238E27FC236}">
                <a16:creationId xmlns:a16="http://schemas.microsoft.com/office/drawing/2014/main" id="{2572289F-CBD7-8CED-B5DF-A7A46791A8C1}"/>
              </a:ext>
            </a:extLst>
          </p:cNvPr>
          <p:cNvSpPr>
            <a:spLocks noGrp="1"/>
          </p:cNvSpPr>
          <p:nvPr>
            <p:ph idx="1"/>
          </p:nvPr>
        </p:nvSpPr>
        <p:spPr/>
        <p:txBody>
          <a:bodyPr>
            <a:normAutofit fontScale="92500" lnSpcReduction="10000"/>
          </a:bodyPr>
          <a:lstStyle/>
          <a:p>
            <a:r>
              <a:rPr lang="en-US" dirty="0"/>
              <a:t>In case of problems with missing fonts: </a:t>
            </a:r>
          </a:p>
          <a:p>
            <a:r>
              <a:rPr lang="en-US" dirty="0"/>
              <a:t>On "Start" menu</a:t>
            </a:r>
          </a:p>
          <a:p>
            <a:r>
              <a:rPr lang="en-US" dirty="0"/>
              <a:t>Right on the arrow next to "Replace" </a:t>
            </a:r>
          </a:p>
          <a:p>
            <a:r>
              <a:rPr lang="en-US" dirty="0"/>
              <a:t>"Replace font“</a:t>
            </a:r>
          </a:p>
          <a:p>
            <a:r>
              <a:rPr lang="en-US" dirty="0"/>
              <a:t>Here you can replace the wrong font with the correct one. </a:t>
            </a:r>
          </a:p>
          <a:p>
            <a:r>
              <a:rPr lang="en-US" dirty="0"/>
              <a:t>If you have any questions: contact the Marketing Department!</a:t>
            </a:r>
            <a:endParaRPr lang="de-DE" dirty="0"/>
          </a:p>
        </p:txBody>
      </p:sp>
      <p:sp>
        <p:nvSpPr>
          <p:cNvPr id="10" name="Titel 9">
            <a:extLst>
              <a:ext uri="{FF2B5EF4-FFF2-40B4-BE49-F238E27FC236}">
                <a16:creationId xmlns:a16="http://schemas.microsoft.com/office/drawing/2014/main" id="{F717FF2B-85E8-6A66-1A1D-A41368DB2E56}"/>
              </a:ext>
            </a:extLst>
          </p:cNvPr>
          <p:cNvSpPr>
            <a:spLocks noGrp="1"/>
          </p:cNvSpPr>
          <p:nvPr>
            <p:ph type="ctrTitle"/>
          </p:nvPr>
        </p:nvSpPr>
        <p:spPr/>
        <p:txBody>
          <a:bodyPr/>
          <a:lstStyle/>
          <a:p>
            <a:r>
              <a:rPr lang="en-US" dirty="0"/>
              <a:t>You copied slides from old presentations and have problems with fonts?</a:t>
            </a:r>
            <a:endParaRPr lang="de-DE" dirty="0"/>
          </a:p>
        </p:txBody>
      </p:sp>
      <p:sp>
        <p:nvSpPr>
          <p:cNvPr id="15" name="Rechteck 14">
            <a:extLst>
              <a:ext uri="{FF2B5EF4-FFF2-40B4-BE49-F238E27FC236}">
                <a16:creationId xmlns:a16="http://schemas.microsoft.com/office/drawing/2014/main" id="{0269B6B1-7711-6102-B569-33F896FD8A0F}"/>
              </a:ext>
            </a:extLst>
          </p:cNvPr>
          <p:cNvSpPr/>
          <p:nvPr/>
        </p:nvSpPr>
        <p:spPr>
          <a:xfrm>
            <a:off x="10338318" y="2345094"/>
            <a:ext cx="180392" cy="261257"/>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3732418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ildplatzhalter 1">
            <a:extLst>
              <a:ext uri="{FF2B5EF4-FFF2-40B4-BE49-F238E27FC236}">
                <a16:creationId xmlns:a16="http://schemas.microsoft.com/office/drawing/2014/main" id="{898DB7E5-77BF-C6B3-1369-9FE64DCD7B42}"/>
              </a:ext>
            </a:extLst>
          </p:cNvPr>
          <p:cNvSpPr>
            <a:spLocks noGrp="1"/>
          </p:cNvSpPr>
          <p:nvPr>
            <p:ph type="pic" sz="quarter" idx="15"/>
          </p:nvPr>
        </p:nvSpPr>
        <p:spPr/>
        <p:txBody>
          <a:bodyPr/>
          <a:lstStyle/>
          <a:p>
            <a:endParaRPr lang="de-DE"/>
          </a:p>
        </p:txBody>
      </p:sp>
      <p:sp>
        <p:nvSpPr>
          <p:cNvPr id="7" name="Inhaltsplatzhalter 6">
            <a:extLst>
              <a:ext uri="{FF2B5EF4-FFF2-40B4-BE49-F238E27FC236}">
                <a16:creationId xmlns:a16="http://schemas.microsoft.com/office/drawing/2014/main" id="{B7E4F7F6-3AFF-41B8-AAE7-F3A4EF19A971}"/>
              </a:ext>
            </a:extLst>
          </p:cNvPr>
          <p:cNvSpPr>
            <a:spLocks noGrp="1"/>
          </p:cNvSpPr>
          <p:nvPr>
            <p:ph idx="1"/>
          </p:nvPr>
        </p:nvSpPr>
        <p:spPr/>
        <p:txBody>
          <a:bodyPr>
            <a:normAutofit/>
          </a:bodyPr>
          <a:lstStyle/>
          <a:p>
            <a:r>
              <a:rPr lang="en-US" dirty="0"/>
              <a:t>To export your slide set as PDF select: File </a:t>
            </a:r>
            <a:r>
              <a:rPr lang="de-DE" dirty="0">
                <a:sym typeface="Wingdings" panose="05000000000000000000" pitchFamily="2" charset="2"/>
              </a:rPr>
              <a:t> Export  Create PDF/XPS </a:t>
            </a:r>
            <a:r>
              <a:rPr lang="de-DE" dirty="0" err="1">
                <a:sym typeface="Wingdings" panose="05000000000000000000" pitchFamily="2" charset="2"/>
              </a:rPr>
              <a:t>document</a:t>
            </a:r>
            <a:endParaRPr lang="de-DE" dirty="0">
              <a:sym typeface="Wingdings" panose="05000000000000000000" pitchFamily="2" charset="2"/>
            </a:endParaRPr>
          </a:p>
          <a:p>
            <a:r>
              <a:rPr lang="en-US" dirty="0">
                <a:sym typeface="Wingdings" panose="05000000000000000000" pitchFamily="2" charset="2"/>
              </a:rPr>
              <a:t>Save the PDF to a location of your choice</a:t>
            </a:r>
          </a:p>
          <a:p>
            <a:r>
              <a:rPr lang="en-US" dirty="0">
                <a:sym typeface="Wingdings" panose="05000000000000000000" pitchFamily="2" charset="2"/>
              </a:rPr>
              <a:t>Other functions like "Create Adobe PDF" or "Print </a:t>
            </a:r>
            <a:r>
              <a:rPr lang="de-DE" dirty="0">
                <a:sym typeface="Wingdings" panose="05000000000000000000" pitchFamily="2" charset="2"/>
              </a:rPr>
              <a:t> </a:t>
            </a:r>
            <a:r>
              <a:rPr lang="en-US" dirty="0">
                <a:sym typeface="Wingdings" panose="05000000000000000000" pitchFamily="2" charset="2"/>
              </a:rPr>
              <a:t>Microsoft Print to PDF" may cause </a:t>
            </a:r>
            <a:r>
              <a:rPr lang="en-US" u="sng" dirty="0">
                <a:sym typeface="Wingdings" panose="05000000000000000000" pitchFamily="2" charset="2"/>
              </a:rPr>
              <a:t>display errors</a:t>
            </a:r>
            <a:endParaRPr lang="de-DE" u="sng" dirty="0"/>
          </a:p>
        </p:txBody>
      </p:sp>
      <p:sp>
        <p:nvSpPr>
          <p:cNvPr id="6" name="Titel 5">
            <a:extLst>
              <a:ext uri="{FF2B5EF4-FFF2-40B4-BE49-F238E27FC236}">
                <a16:creationId xmlns:a16="http://schemas.microsoft.com/office/drawing/2014/main" id="{8A0F5990-424D-0BE9-6A72-2715D8DC34C4}"/>
              </a:ext>
            </a:extLst>
          </p:cNvPr>
          <p:cNvSpPr>
            <a:spLocks noGrp="1"/>
          </p:cNvSpPr>
          <p:nvPr>
            <p:ph type="ctrTitle"/>
          </p:nvPr>
        </p:nvSpPr>
        <p:spPr/>
        <p:txBody>
          <a:bodyPr/>
          <a:lstStyle/>
          <a:p>
            <a:r>
              <a:rPr lang="de-DE" dirty="0"/>
              <a:t>Export </a:t>
            </a:r>
            <a:r>
              <a:rPr lang="de-DE" dirty="0" err="1"/>
              <a:t>slides</a:t>
            </a:r>
            <a:r>
              <a:rPr lang="de-DE" dirty="0"/>
              <a:t> </a:t>
            </a:r>
            <a:r>
              <a:rPr lang="de-DE" dirty="0" err="1"/>
              <a:t>as</a:t>
            </a:r>
            <a:r>
              <a:rPr lang="de-DE" dirty="0"/>
              <a:t> PDF</a:t>
            </a:r>
          </a:p>
        </p:txBody>
      </p:sp>
      <p:sp>
        <p:nvSpPr>
          <p:cNvPr id="3" name="Foliennummernplatzhalter 2">
            <a:extLst>
              <a:ext uri="{FF2B5EF4-FFF2-40B4-BE49-F238E27FC236}">
                <a16:creationId xmlns:a16="http://schemas.microsoft.com/office/drawing/2014/main" id="{83BC1CE2-5EC7-7B54-4CC4-3213E25CB0D1}"/>
              </a:ext>
            </a:extLst>
          </p:cNvPr>
          <p:cNvSpPr>
            <a:spLocks noGrp="1"/>
          </p:cNvSpPr>
          <p:nvPr>
            <p:ph type="sldNum" sz="quarter" idx="12"/>
          </p:nvPr>
        </p:nvSpPr>
        <p:spPr/>
        <p:txBody>
          <a:bodyPr/>
          <a:lstStyle/>
          <a:p>
            <a:fld id="{D21C33D4-00A5-43D5-B722-D2F2FA4CCA11}" type="slidenum">
              <a:rPr lang="de-DE" smtClean="0"/>
              <a:t>17</a:t>
            </a:fld>
            <a:endParaRPr lang="de-DE"/>
          </a:p>
        </p:txBody>
      </p:sp>
      <p:pic>
        <p:nvPicPr>
          <p:cNvPr id="4" name="Grafik 3" descr="Ein Bild, das Text enthält.&#10;&#10;Automatisch generierte Beschreibung">
            <a:extLst>
              <a:ext uri="{FF2B5EF4-FFF2-40B4-BE49-F238E27FC236}">
                <a16:creationId xmlns:a16="http://schemas.microsoft.com/office/drawing/2014/main" id="{FCAC4763-CEBC-5576-F8EE-350F50604882}"/>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r="38491" b="38668"/>
          <a:stretch/>
        </p:blipFill>
        <p:spPr>
          <a:xfrm>
            <a:off x="583365" y="1893714"/>
            <a:ext cx="5658686" cy="3176635"/>
          </a:xfrm>
          <a:prstGeom prst="rect">
            <a:avLst/>
          </a:prstGeom>
        </p:spPr>
      </p:pic>
    </p:spTree>
    <p:extLst>
      <p:ext uri="{BB962C8B-B14F-4D97-AF65-F5344CB8AC3E}">
        <p14:creationId xmlns:p14="http://schemas.microsoft.com/office/powerpoint/2010/main" val="32481104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a:extLst>
              <a:ext uri="{FF2B5EF4-FFF2-40B4-BE49-F238E27FC236}">
                <a16:creationId xmlns:a16="http://schemas.microsoft.com/office/drawing/2014/main" id="{806D4BAF-45F9-FDD5-131D-16706A4D7BD5}"/>
              </a:ext>
            </a:extLst>
          </p:cNvPr>
          <p:cNvSpPr>
            <a:spLocks noGrp="1"/>
          </p:cNvSpPr>
          <p:nvPr>
            <p:ph type="sldNum" sz="quarter" idx="12"/>
          </p:nvPr>
        </p:nvSpPr>
        <p:spPr/>
        <p:txBody>
          <a:bodyPr/>
          <a:lstStyle/>
          <a:p>
            <a:fld id="{D21C33D4-00A5-43D5-B722-D2F2FA4CCA11}" type="slidenum">
              <a:rPr lang="de-DE" smtClean="0"/>
              <a:t>18</a:t>
            </a:fld>
            <a:endParaRPr lang="de-DE"/>
          </a:p>
        </p:txBody>
      </p:sp>
      <p:sp>
        <p:nvSpPr>
          <p:cNvPr id="6" name="Textplatzhalter 5">
            <a:extLst>
              <a:ext uri="{FF2B5EF4-FFF2-40B4-BE49-F238E27FC236}">
                <a16:creationId xmlns:a16="http://schemas.microsoft.com/office/drawing/2014/main" id="{A00329E5-238D-28A6-DFD3-0717C4B1358F}"/>
              </a:ext>
            </a:extLst>
          </p:cNvPr>
          <p:cNvSpPr>
            <a:spLocks noGrp="1"/>
          </p:cNvSpPr>
          <p:nvPr>
            <p:ph type="body" sz="quarter" idx="13"/>
          </p:nvPr>
        </p:nvSpPr>
        <p:spPr/>
        <p:txBody>
          <a:bodyPr/>
          <a:lstStyle/>
          <a:p>
            <a:endParaRPr lang="de-DE"/>
          </a:p>
        </p:txBody>
      </p:sp>
      <p:sp>
        <p:nvSpPr>
          <p:cNvPr id="7" name="Textplatzhalter 6">
            <a:extLst>
              <a:ext uri="{FF2B5EF4-FFF2-40B4-BE49-F238E27FC236}">
                <a16:creationId xmlns:a16="http://schemas.microsoft.com/office/drawing/2014/main" id="{E7381704-8362-6CE5-1FFF-B26AC8492FB6}"/>
              </a:ext>
            </a:extLst>
          </p:cNvPr>
          <p:cNvSpPr>
            <a:spLocks noGrp="1"/>
          </p:cNvSpPr>
          <p:nvPr>
            <p:ph type="body" sz="quarter" idx="14"/>
          </p:nvPr>
        </p:nvSpPr>
        <p:spPr/>
        <p:txBody>
          <a:bodyPr/>
          <a:lstStyle/>
          <a:p>
            <a:endParaRPr lang="de-DE"/>
          </a:p>
        </p:txBody>
      </p:sp>
      <p:sp>
        <p:nvSpPr>
          <p:cNvPr id="8" name="Textplatzhalter 7">
            <a:extLst>
              <a:ext uri="{FF2B5EF4-FFF2-40B4-BE49-F238E27FC236}">
                <a16:creationId xmlns:a16="http://schemas.microsoft.com/office/drawing/2014/main" id="{D46D2C58-0A1D-A6E2-7DB0-9AEF09AF21E3}"/>
              </a:ext>
            </a:extLst>
          </p:cNvPr>
          <p:cNvSpPr>
            <a:spLocks noGrp="1"/>
          </p:cNvSpPr>
          <p:nvPr>
            <p:ph type="body" sz="quarter" idx="15"/>
          </p:nvPr>
        </p:nvSpPr>
        <p:spPr/>
        <p:txBody>
          <a:bodyPr/>
          <a:lstStyle/>
          <a:p>
            <a:endParaRPr lang="de-DE"/>
          </a:p>
        </p:txBody>
      </p:sp>
      <p:sp>
        <p:nvSpPr>
          <p:cNvPr id="9" name="Textplatzhalter 8">
            <a:extLst>
              <a:ext uri="{FF2B5EF4-FFF2-40B4-BE49-F238E27FC236}">
                <a16:creationId xmlns:a16="http://schemas.microsoft.com/office/drawing/2014/main" id="{42FDA897-111B-CCD2-6C3E-AD239AD15E47}"/>
              </a:ext>
            </a:extLst>
          </p:cNvPr>
          <p:cNvSpPr>
            <a:spLocks noGrp="1"/>
          </p:cNvSpPr>
          <p:nvPr>
            <p:ph type="body" sz="quarter" idx="16"/>
          </p:nvPr>
        </p:nvSpPr>
        <p:spPr/>
        <p:txBody>
          <a:bodyPr/>
          <a:lstStyle/>
          <a:p>
            <a:endParaRPr lang="de-DE"/>
          </a:p>
        </p:txBody>
      </p:sp>
      <p:sp>
        <p:nvSpPr>
          <p:cNvPr id="10" name="Textplatzhalter 9">
            <a:extLst>
              <a:ext uri="{FF2B5EF4-FFF2-40B4-BE49-F238E27FC236}">
                <a16:creationId xmlns:a16="http://schemas.microsoft.com/office/drawing/2014/main" id="{14A69F88-1CCC-AC31-DB55-9A2569528F02}"/>
              </a:ext>
            </a:extLst>
          </p:cNvPr>
          <p:cNvSpPr>
            <a:spLocks noGrp="1"/>
          </p:cNvSpPr>
          <p:nvPr>
            <p:ph type="body" sz="quarter" idx="17"/>
          </p:nvPr>
        </p:nvSpPr>
        <p:spPr/>
        <p:txBody>
          <a:bodyPr/>
          <a:lstStyle/>
          <a:p>
            <a:endParaRPr lang="de-DE"/>
          </a:p>
        </p:txBody>
      </p:sp>
      <p:sp>
        <p:nvSpPr>
          <p:cNvPr id="11" name="Bildplatzhalter 10">
            <a:extLst>
              <a:ext uri="{FF2B5EF4-FFF2-40B4-BE49-F238E27FC236}">
                <a16:creationId xmlns:a16="http://schemas.microsoft.com/office/drawing/2014/main" id="{DD691F73-8127-8E4B-B899-3179CA811683}"/>
              </a:ext>
            </a:extLst>
          </p:cNvPr>
          <p:cNvSpPr>
            <a:spLocks noGrp="1"/>
          </p:cNvSpPr>
          <p:nvPr>
            <p:ph type="pic" sz="quarter" idx="18"/>
          </p:nvPr>
        </p:nvSpPr>
        <p:spPr/>
        <p:txBody>
          <a:bodyPr/>
          <a:lstStyle/>
          <a:p>
            <a:endParaRPr lang="de-DE"/>
          </a:p>
        </p:txBody>
      </p:sp>
      <p:sp>
        <p:nvSpPr>
          <p:cNvPr id="12" name="Bildplatzhalter 11">
            <a:extLst>
              <a:ext uri="{FF2B5EF4-FFF2-40B4-BE49-F238E27FC236}">
                <a16:creationId xmlns:a16="http://schemas.microsoft.com/office/drawing/2014/main" id="{CC14EFD3-0E59-593A-6033-416DE3250CD9}"/>
              </a:ext>
            </a:extLst>
          </p:cNvPr>
          <p:cNvSpPr>
            <a:spLocks noGrp="1"/>
          </p:cNvSpPr>
          <p:nvPr>
            <p:ph type="pic" sz="quarter" idx="19"/>
          </p:nvPr>
        </p:nvSpPr>
        <p:spPr/>
        <p:txBody>
          <a:bodyPr/>
          <a:lstStyle/>
          <a:p>
            <a:endParaRPr lang="de-DE"/>
          </a:p>
        </p:txBody>
      </p:sp>
    </p:spTree>
    <p:extLst>
      <p:ext uri="{BB962C8B-B14F-4D97-AF65-F5344CB8AC3E}">
        <p14:creationId xmlns:p14="http://schemas.microsoft.com/office/powerpoint/2010/main" val="36931244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7764697C-6D2B-C151-6F54-0E68D926288D}"/>
              </a:ext>
            </a:extLst>
          </p:cNvPr>
          <p:cNvSpPr>
            <a:spLocks noGrp="1"/>
          </p:cNvSpPr>
          <p:nvPr>
            <p:ph type="ctrTitle"/>
          </p:nvPr>
        </p:nvSpPr>
        <p:spPr/>
        <p:txBody>
          <a:bodyPr/>
          <a:lstStyle/>
          <a:p>
            <a:r>
              <a:rPr lang="de-DE" dirty="0"/>
              <a:t>Sample </a:t>
            </a:r>
            <a:r>
              <a:rPr lang="de-DE" dirty="0" err="1"/>
              <a:t>slides</a:t>
            </a:r>
            <a:r>
              <a:rPr lang="de-DE" dirty="0"/>
              <a:t> …</a:t>
            </a:r>
          </a:p>
        </p:txBody>
      </p:sp>
      <p:sp>
        <p:nvSpPr>
          <p:cNvPr id="6" name="Untertitel 5">
            <a:extLst>
              <a:ext uri="{FF2B5EF4-FFF2-40B4-BE49-F238E27FC236}">
                <a16:creationId xmlns:a16="http://schemas.microsoft.com/office/drawing/2014/main" id="{C0748E11-E933-5D54-907E-8FB59EA25482}"/>
              </a:ext>
            </a:extLst>
          </p:cNvPr>
          <p:cNvSpPr>
            <a:spLocks noGrp="1"/>
          </p:cNvSpPr>
          <p:nvPr>
            <p:ph type="subTitle" idx="1"/>
          </p:nvPr>
        </p:nvSpPr>
        <p:spPr/>
        <p:txBody>
          <a:bodyPr/>
          <a:lstStyle/>
          <a:p>
            <a:r>
              <a:rPr lang="de-DE" dirty="0"/>
              <a:t>… on </a:t>
            </a:r>
            <a:r>
              <a:rPr lang="de-DE" dirty="0" err="1"/>
              <a:t>the</a:t>
            </a:r>
            <a:r>
              <a:rPr lang="de-DE" dirty="0"/>
              <a:t> </a:t>
            </a:r>
            <a:r>
              <a:rPr lang="de-DE" dirty="0" err="1"/>
              <a:t>following</a:t>
            </a:r>
            <a:r>
              <a:rPr lang="de-DE" dirty="0"/>
              <a:t> </a:t>
            </a:r>
            <a:r>
              <a:rPr lang="de-DE" dirty="0" err="1"/>
              <a:t>slides</a:t>
            </a:r>
            <a:endParaRPr lang="de-DE" dirty="0"/>
          </a:p>
        </p:txBody>
      </p:sp>
      <p:sp>
        <p:nvSpPr>
          <p:cNvPr id="3" name="Foliennummernplatzhalter 2">
            <a:extLst>
              <a:ext uri="{FF2B5EF4-FFF2-40B4-BE49-F238E27FC236}">
                <a16:creationId xmlns:a16="http://schemas.microsoft.com/office/drawing/2014/main" id="{1615D311-B4AB-9DE3-05DD-CE02E7EA224E}"/>
              </a:ext>
            </a:extLst>
          </p:cNvPr>
          <p:cNvSpPr>
            <a:spLocks noGrp="1"/>
          </p:cNvSpPr>
          <p:nvPr>
            <p:ph type="sldNum" sz="quarter" idx="12"/>
          </p:nvPr>
        </p:nvSpPr>
        <p:spPr/>
        <p:txBody>
          <a:bodyPr/>
          <a:lstStyle/>
          <a:p>
            <a:fld id="{D21C33D4-00A5-43D5-B722-D2F2FA4CCA11}" type="slidenum">
              <a:rPr lang="de-DE" smtClean="0"/>
              <a:pPr/>
              <a:t>19</a:t>
            </a:fld>
            <a:r>
              <a:rPr lang="de-DE"/>
              <a:t> </a:t>
            </a:r>
            <a:endParaRPr lang="de-DE" dirty="0"/>
          </a:p>
        </p:txBody>
      </p:sp>
    </p:spTree>
    <p:extLst>
      <p:ext uri="{BB962C8B-B14F-4D97-AF65-F5344CB8AC3E}">
        <p14:creationId xmlns:p14="http://schemas.microsoft.com/office/powerpoint/2010/main" val="2429051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A8681D0-DD87-8382-AD09-8E92B5C43048}"/>
              </a:ext>
            </a:extLst>
          </p:cNvPr>
          <p:cNvSpPr>
            <a:spLocks noGrp="1"/>
          </p:cNvSpPr>
          <p:nvPr>
            <p:ph type="ctrTitle"/>
          </p:nvPr>
        </p:nvSpPr>
        <p:spPr/>
        <p:txBody>
          <a:bodyPr>
            <a:normAutofit/>
          </a:bodyPr>
          <a:lstStyle/>
          <a:p>
            <a:r>
              <a:rPr lang="de-DE" sz="5400" i="1" dirty="0"/>
              <a:t>SEAL Systems AG</a:t>
            </a:r>
          </a:p>
        </p:txBody>
      </p:sp>
      <p:sp>
        <p:nvSpPr>
          <p:cNvPr id="3" name="Untertitel 2">
            <a:extLst>
              <a:ext uri="{FF2B5EF4-FFF2-40B4-BE49-F238E27FC236}">
                <a16:creationId xmlns:a16="http://schemas.microsoft.com/office/drawing/2014/main" id="{DD0B62A1-7893-6BC2-B196-17343E5C102A}"/>
              </a:ext>
            </a:extLst>
          </p:cNvPr>
          <p:cNvSpPr>
            <a:spLocks noGrp="1"/>
          </p:cNvSpPr>
          <p:nvPr>
            <p:ph type="subTitle" idx="1"/>
          </p:nvPr>
        </p:nvSpPr>
        <p:spPr/>
        <p:txBody>
          <a:bodyPr/>
          <a:lstStyle/>
          <a:p>
            <a:r>
              <a:rPr lang="de-DE" dirty="0" err="1">
                <a:latin typeface="Zwo Offc" panose="020B0504020101020102" pitchFamily="34" charset="0"/>
              </a:rPr>
              <a:t>Our</a:t>
            </a:r>
            <a:r>
              <a:rPr lang="de-DE" dirty="0">
                <a:latin typeface="Zwo Offc" panose="020B0504020101020102" pitchFamily="34" charset="0"/>
              </a:rPr>
              <a:t> </a:t>
            </a:r>
            <a:r>
              <a:rPr lang="de-DE" dirty="0" err="1">
                <a:latin typeface="Zwo Offc" panose="020B0504020101020102" pitchFamily="34" charset="0"/>
              </a:rPr>
              <a:t>company</a:t>
            </a:r>
            <a:r>
              <a:rPr lang="de-DE" dirty="0">
                <a:latin typeface="Zwo Offc" panose="020B0504020101020102" pitchFamily="34" charset="0"/>
              </a:rPr>
              <a:t> - </a:t>
            </a:r>
            <a:r>
              <a:rPr lang="de-DE" dirty="0" err="1">
                <a:latin typeface="Zwo Offc" panose="020B0504020101020102" pitchFamily="34" charset="0"/>
              </a:rPr>
              <a:t>Our</a:t>
            </a:r>
            <a:r>
              <a:rPr lang="de-DE" dirty="0">
                <a:latin typeface="Zwo Offc" panose="020B0504020101020102" pitchFamily="34" charset="0"/>
              </a:rPr>
              <a:t> </a:t>
            </a:r>
            <a:r>
              <a:rPr lang="de-DE" dirty="0" err="1">
                <a:latin typeface="Zwo Offc" panose="020B0504020101020102" pitchFamily="34" charset="0"/>
              </a:rPr>
              <a:t>solutions</a:t>
            </a:r>
            <a:endParaRPr lang="de-DE" dirty="0">
              <a:latin typeface="Zwo Offc" panose="020B0504020101020102" pitchFamily="34" charset="0"/>
            </a:endParaRPr>
          </a:p>
        </p:txBody>
      </p:sp>
      <p:sp>
        <p:nvSpPr>
          <p:cNvPr id="5" name="Foliennummernplatzhalter 4">
            <a:extLst>
              <a:ext uri="{FF2B5EF4-FFF2-40B4-BE49-F238E27FC236}">
                <a16:creationId xmlns:a16="http://schemas.microsoft.com/office/drawing/2014/main" id="{387FCA84-45CE-F770-F7A6-9B99174C41FF}"/>
              </a:ext>
            </a:extLst>
          </p:cNvPr>
          <p:cNvSpPr>
            <a:spLocks noGrp="1"/>
          </p:cNvSpPr>
          <p:nvPr>
            <p:ph type="sldNum" sz="quarter" idx="12"/>
          </p:nvPr>
        </p:nvSpPr>
        <p:spPr/>
        <p:txBody>
          <a:bodyPr/>
          <a:lstStyle/>
          <a:p>
            <a:fld id="{D21C33D4-00A5-43D5-B722-D2F2FA4CCA11}" type="slidenum">
              <a:rPr lang="de-DE" smtClean="0"/>
              <a:t>20</a:t>
            </a:fld>
            <a:endParaRPr lang="de-DE"/>
          </a:p>
        </p:txBody>
      </p:sp>
    </p:spTree>
    <p:extLst>
      <p:ext uri="{BB962C8B-B14F-4D97-AF65-F5344CB8AC3E}">
        <p14:creationId xmlns:p14="http://schemas.microsoft.com/office/powerpoint/2010/main" val="22192275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Grafik 18" descr="Ein Bild, das Text enthält.&#10;&#10;Automatisch generierte Beschreibung">
            <a:extLst>
              <a:ext uri="{FF2B5EF4-FFF2-40B4-BE49-F238E27FC236}">
                <a16:creationId xmlns:a16="http://schemas.microsoft.com/office/drawing/2014/main" id="{FF9F6CF9-475E-2BCF-4985-0191EA633534}"/>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3833" r="34837" b="10440"/>
          <a:stretch/>
        </p:blipFill>
        <p:spPr>
          <a:xfrm>
            <a:off x="10136654" y="5902512"/>
            <a:ext cx="1217145" cy="646331"/>
          </a:xfrm>
          <a:prstGeom prst="rect">
            <a:avLst/>
          </a:prstGeom>
        </p:spPr>
      </p:pic>
      <p:sp>
        <p:nvSpPr>
          <p:cNvPr id="3" name="Inhaltsplatzhalter 2">
            <a:extLst>
              <a:ext uri="{FF2B5EF4-FFF2-40B4-BE49-F238E27FC236}">
                <a16:creationId xmlns:a16="http://schemas.microsoft.com/office/drawing/2014/main" id="{41658CAA-C4E1-D26E-F870-847F673EA250}"/>
              </a:ext>
            </a:extLst>
          </p:cNvPr>
          <p:cNvSpPr>
            <a:spLocks noGrp="1"/>
          </p:cNvSpPr>
          <p:nvPr>
            <p:ph idx="1"/>
          </p:nvPr>
        </p:nvSpPr>
        <p:spPr>
          <a:xfrm>
            <a:off x="838200" y="2224800"/>
            <a:ext cx="4546800" cy="4248000"/>
          </a:xfrm>
        </p:spPr>
        <p:txBody>
          <a:bodyPr>
            <a:normAutofit/>
          </a:bodyPr>
          <a:lstStyle/>
          <a:p>
            <a:pPr marL="136922" indent="-136922">
              <a:spcBef>
                <a:spcPts val="900"/>
              </a:spcBef>
              <a:buFont typeface="Arial" pitchFamily="34" charset="0"/>
              <a:buChar char="•"/>
              <a:defRPr/>
            </a:pPr>
            <a:r>
              <a:rPr lang="de-DE" sz="2000" dirty="0"/>
              <a:t>Over 130 </a:t>
            </a:r>
            <a:r>
              <a:rPr lang="de-DE" sz="2000" dirty="0" err="1"/>
              <a:t>employees</a:t>
            </a:r>
            <a:r>
              <a:rPr lang="de-DE" sz="2000" dirty="0"/>
              <a:t> in Germany</a:t>
            </a:r>
          </a:p>
          <a:p>
            <a:pPr marL="136922" indent="-136922">
              <a:spcBef>
                <a:spcPts val="900"/>
              </a:spcBef>
              <a:buFont typeface="Arial" pitchFamily="34" charset="0"/>
              <a:buChar char="•"/>
              <a:defRPr/>
            </a:pPr>
            <a:r>
              <a:rPr lang="de-DE" sz="2000" dirty="0"/>
              <a:t>18.5 </a:t>
            </a:r>
            <a:r>
              <a:rPr lang="de-DE" sz="2000" dirty="0" err="1"/>
              <a:t>million</a:t>
            </a:r>
            <a:r>
              <a:rPr lang="de-DE" sz="2000" dirty="0"/>
              <a:t> </a:t>
            </a:r>
            <a:r>
              <a:rPr lang="de-DE" sz="2000" dirty="0" err="1"/>
              <a:t>euros</a:t>
            </a:r>
            <a:r>
              <a:rPr lang="de-DE" sz="2000" dirty="0"/>
              <a:t> </a:t>
            </a:r>
            <a:r>
              <a:rPr lang="de-DE" sz="2000" dirty="0" err="1"/>
              <a:t>turnover</a:t>
            </a:r>
            <a:r>
              <a:rPr lang="de-DE" sz="2000" dirty="0"/>
              <a:t> in 2022</a:t>
            </a:r>
          </a:p>
          <a:p>
            <a:pPr marL="136922" indent="-136922">
              <a:spcBef>
                <a:spcPts val="900"/>
              </a:spcBef>
              <a:buFont typeface="Arial" pitchFamily="34" charset="0"/>
              <a:buChar char="•"/>
              <a:defRPr/>
            </a:pPr>
            <a:r>
              <a:rPr lang="de-DE" sz="2000" dirty="0" err="1"/>
              <a:t>Subsidiaries</a:t>
            </a:r>
            <a:r>
              <a:rPr lang="de-DE" sz="2000" dirty="0"/>
              <a:t> in France and </a:t>
            </a:r>
            <a:r>
              <a:rPr lang="de-DE" sz="2000" dirty="0" err="1"/>
              <a:t>the</a:t>
            </a:r>
            <a:r>
              <a:rPr lang="de-DE" sz="2000" dirty="0"/>
              <a:t> USA</a:t>
            </a:r>
          </a:p>
          <a:p>
            <a:pPr marL="136922" indent="-136922">
              <a:spcBef>
                <a:spcPts val="900"/>
              </a:spcBef>
              <a:buFont typeface="Arial" pitchFamily="34" charset="0"/>
              <a:buChar char="•"/>
              <a:defRPr/>
            </a:pPr>
            <a:r>
              <a:rPr lang="de-DE" sz="2000" dirty="0"/>
              <a:t>Business Development </a:t>
            </a:r>
            <a:r>
              <a:rPr lang="de-DE" sz="2000" dirty="0" err="1"/>
              <a:t>Scandinavia</a:t>
            </a:r>
            <a:r>
              <a:rPr lang="de-DE" sz="2000" dirty="0"/>
              <a:t> in </a:t>
            </a:r>
            <a:r>
              <a:rPr lang="de-DE" sz="2000" dirty="0" err="1"/>
              <a:t>Denmark</a:t>
            </a:r>
            <a:endParaRPr lang="de-DE" sz="2000" dirty="0"/>
          </a:p>
          <a:p>
            <a:pPr marL="136922" indent="-136922">
              <a:spcBef>
                <a:spcPts val="900"/>
              </a:spcBef>
              <a:buFont typeface="Arial" pitchFamily="34" charset="0"/>
              <a:buChar char="•"/>
              <a:defRPr/>
            </a:pPr>
            <a:r>
              <a:rPr lang="de-DE" sz="2000" dirty="0"/>
              <a:t>1,500 </a:t>
            </a:r>
            <a:r>
              <a:rPr lang="de-DE" sz="2000" dirty="0" err="1"/>
              <a:t>installations</a:t>
            </a:r>
            <a:r>
              <a:rPr lang="de-DE" sz="2000" dirty="0"/>
              <a:t> in 30 countries</a:t>
            </a:r>
          </a:p>
          <a:p>
            <a:pPr marL="136922" indent="-136922">
              <a:spcBef>
                <a:spcPts val="900"/>
              </a:spcBef>
              <a:buFont typeface="Arial" pitchFamily="34" charset="0"/>
              <a:buChar char="•"/>
              <a:defRPr/>
            </a:pPr>
            <a:r>
              <a:rPr lang="de-DE" sz="2000" dirty="0"/>
              <a:t>1,000 SAP </a:t>
            </a:r>
            <a:r>
              <a:rPr lang="de-DE" sz="2000" dirty="0" err="1"/>
              <a:t>integrations</a:t>
            </a:r>
            <a:endParaRPr lang="de-DE" sz="2000" dirty="0"/>
          </a:p>
          <a:p>
            <a:pPr marL="136922" indent="-136922">
              <a:spcBef>
                <a:spcPts val="900"/>
              </a:spcBef>
              <a:buFont typeface="Arial" pitchFamily="34" charset="0"/>
              <a:buChar char="•"/>
              <a:defRPr/>
            </a:pPr>
            <a:r>
              <a:rPr lang="de-DE" sz="2000" dirty="0"/>
              <a:t>Over 40 </a:t>
            </a:r>
            <a:r>
              <a:rPr lang="de-DE" sz="2000" dirty="0" err="1"/>
              <a:t>years</a:t>
            </a:r>
            <a:r>
              <a:rPr lang="de-DE" sz="2000" dirty="0"/>
              <a:t> </a:t>
            </a:r>
            <a:r>
              <a:rPr lang="de-DE" sz="2000" dirty="0" err="1"/>
              <a:t>of</a:t>
            </a:r>
            <a:r>
              <a:rPr lang="de-DE" sz="2000" dirty="0"/>
              <a:t> </a:t>
            </a:r>
            <a:r>
              <a:rPr lang="de-DE" sz="2000" dirty="0" err="1"/>
              <a:t>experience</a:t>
            </a:r>
            <a:r>
              <a:rPr lang="de-DE" sz="2000" dirty="0"/>
              <a:t> and </a:t>
            </a:r>
            <a:r>
              <a:rPr lang="de-DE" sz="2000" dirty="0" err="1"/>
              <a:t>expertise</a:t>
            </a:r>
            <a:endParaRPr lang="de-DE" sz="2000" dirty="0"/>
          </a:p>
          <a:p>
            <a:pPr marL="136922" indent="-136922">
              <a:spcBef>
                <a:spcPts val="900"/>
              </a:spcBef>
              <a:buFont typeface="Arial" pitchFamily="34" charset="0"/>
              <a:buChar char="•"/>
              <a:defRPr/>
            </a:pPr>
            <a:r>
              <a:rPr lang="de-DE" sz="2000" dirty="0"/>
              <a:t>International </a:t>
            </a:r>
            <a:r>
              <a:rPr lang="de-DE" sz="2000" dirty="0" err="1"/>
              <a:t>partner</a:t>
            </a:r>
            <a:r>
              <a:rPr lang="de-DE" sz="2000" dirty="0"/>
              <a:t> network in Benelux, </a:t>
            </a:r>
            <a:r>
              <a:rPr lang="de-DE" sz="2000" dirty="0" err="1"/>
              <a:t>Italy</a:t>
            </a:r>
            <a:r>
              <a:rPr lang="de-DE" sz="2000" dirty="0"/>
              <a:t>, England, </a:t>
            </a:r>
            <a:r>
              <a:rPr lang="de-DE" sz="2000" dirty="0" err="1"/>
              <a:t>Switzerland</a:t>
            </a:r>
            <a:r>
              <a:rPr lang="de-DE" sz="2000" dirty="0"/>
              <a:t>, </a:t>
            </a:r>
            <a:r>
              <a:rPr lang="de-DE" sz="2000" dirty="0" err="1"/>
              <a:t>Scandinavia</a:t>
            </a:r>
            <a:r>
              <a:rPr lang="de-DE" sz="2000" dirty="0"/>
              <a:t> and Eastern Europe</a:t>
            </a:r>
          </a:p>
        </p:txBody>
      </p:sp>
      <p:sp>
        <p:nvSpPr>
          <p:cNvPr id="4" name="Foliennummernplatzhalter 3">
            <a:extLst>
              <a:ext uri="{FF2B5EF4-FFF2-40B4-BE49-F238E27FC236}">
                <a16:creationId xmlns:a16="http://schemas.microsoft.com/office/drawing/2014/main" id="{8BE2327F-84E5-4E2B-C9F1-2876C948E8FD}"/>
              </a:ext>
            </a:extLst>
          </p:cNvPr>
          <p:cNvSpPr>
            <a:spLocks noGrp="1"/>
          </p:cNvSpPr>
          <p:nvPr>
            <p:ph type="sldNum" sz="quarter" idx="12"/>
          </p:nvPr>
        </p:nvSpPr>
        <p:spPr/>
        <p:txBody>
          <a:bodyPr/>
          <a:lstStyle/>
          <a:p>
            <a:fld id="{D21C33D4-00A5-43D5-B722-D2F2FA4CCA11}" type="slidenum">
              <a:rPr lang="de-DE" smtClean="0"/>
              <a:t>21</a:t>
            </a:fld>
            <a:endParaRPr lang="de-DE"/>
          </a:p>
        </p:txBody>
      </p:sp>
      <p:sp>
        <p:nvSpPr>
          <p:cNvPr id="2" name="Titel 1">
            <a:extLst>
              <a:ext uri="{FF2B5EF4-FFF2-40B4-BE49-F238E27FC236}">
                <a16:creationId xmlns:a16="http://schemas.microsoft.com/office/drawing/2014/main" id="{B9ECF0F3-5606-5823-0222-5B1B9C638ACA}"/>
              </a:ext>
            </a:extLst>
          </p:cNvPr>
          <p:cNvSpPr>
            <a:spLocks noGrp="1"/>
          </p:cNvSpPr>
          <p:nvPr>
            <p:ph type="ctrTitle"/>
          </p:nvPr>
        </p:nvSpPr>
        <p:spPr/>
        <p:txBody>
          <a:bodyPr anchor="b">
            <a:normAutofit/>
          </a:bodyPr>
          <a:lstStyle/>
          <a:p>
            <a:r>
              <a:rPr lang="de-DE" i="1" dirty="0"/>
              <a:t>SEAL Systems</a:t>
            </a:r>
          </a:p>
        </p:txBody>
      </p:sp>
      <p:sp>
        <p:nvSpPr>
          <p:cNvPr id="21" name="Textfeld 20">
            <a:extLst>
              <a:ext uri="{FF2B5EF4-FFF2-40B4-BE49-F238E27FC236}">
                <a16:creationId xmlns:a16="http://schemas.microsoft.com/office/drawing/2014/main" id="{76E57BE5-D85D-6FE1-7C8A-1A830A24FA13}"/>
              </a:ext>
            </a:extLst>
          </p:cNvPr>
          <p:cNvSpPr txBox="1"/>
          <p:nvPr/>
        </p:nvSpPr>
        <p:spPr>
          <a:xfrm>
            <a:off x="6292307" y="1611891"/>
            <a:ext cx="3855070" cy="523220"/>
          </a:xfrm>
          <a:prstGeom prst="rect">
            <a:avLst/>
          </a:prstGeom>
          <a:noFill/>
        </p:spPr>
        <p:txBody>
          <a:bodyPr wrap="square">
            <a:spAutoFit/>
          </a:bodyPr>
          <a:lstStyle/>
          <a:p>
            <a:r>
              <a:rPr lang="de-DE" sz="2800" i="1" dirty="0">
                <a:latin typeface="+mj-lt"/>
              </a:rPr>
              <a:t>Solution </a:t>
            </a:r>
            <a:r>
              <a:rPr lang="de-DE" sz="2800" i="1" dirty="0" err="1">
                <a:latin typeface="+mj-lt"/>
              </a:rPr>
              <a:t>overview</a:t>
            </a:r>
            <a:endParaRPr lang="de-DE" sz="2800" i="1" dirty="0">
              <a:latin typeface="+mj-lt"/>
            </a:endParaRPr>
          </a:p>
        </p:txBody>
      </p:sp>
      <p:sp>
        <p:nvSpPr>
          <p:cNvPr id="22" name="Textfeld 21">
            <a:extLst>
              <a:ext uri="{FF2B5EF4-FFF2-40B4-BE49-F238E27FC236}">
                <a16:creationId xmlns:a16="http://schemas.microsoft.com/office/drawing/2014/main" id="{34105121-3485-17EC-CF8D-12ACF78BC691}"/>
              </a:ext>
            </a:extLst>
          </p:cNvPr>
          <p:cNvSpPr txBox="1"/>
          <p:nvPr/>
        </p:nvSpPr>
        <p:spPr>
          <a:xfrm>
            <a:off x="844507" y="1615751"/>
            <a:ext cx="3855070" cy="523220"/>
          </a:xfrm>
          <a:prstGeom prst="rect">
            <a:avLst/>
          </a:prstGeom>
          <a:noFill/>
        </p:spPr>
        <p:txBody>
          <a:bodyPr wrap="square">
            <a:spAutoFit/>
          </a:bodyPr>
          <a:lstStyle/>
          <a:p>
            <a:r>
              <a:rPr lang="de-DE" sz="2800" i="1" dirty="0">
                <a:latin typeface="+mj-lt"/>
              </a:rPr>
              <a:t>Short </a:t>
            </a:r>
            <a:r>
              <a:rPr lang="de-DE" sz="2800" i="1" dirty="0" err="1">
                <a:latin typeface="+mj-lt"/>
              </a:rPr>
              <a:t>profile</a:t>
            </a:r>
            <a:endParaRPr lang="de-DE" sz="2800" i="1" dirty="0">
              <a:latin typeface="+mj-lt"/>
            </a:endParaRPr>
          </a:p>
        </p:txBody>
      </p:sp>
      <p:pic>
        <p:nvPicPr>
          <p:cNvPr id="13" name="Grafik 12" descr="Ein Bild, das Text enthält.&#10;&#10;Automatisch generierte Beschreibung">
            <a:extLst>
              <a:ext uri="{FF2B5EF4-FFF2-40B4-BE49-F238E27FC236}">
                <a16:creationId xmlns:a16="http://schemas.microsoft.com/office/drawing/2014/main" id="{2DCA816A-620B-F722-A131-3C84FFD657D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009959" y="5977228"/>
            <a:ext cx="973420" cy="571615"/>
          </a:xfrm>
          <a:prstGeom prst="rect">
            <a:avLst/>
          </a:prstGeom>
        </p:spPr>
      </p:pic>
      <p:grpSp>
        <p:nvGrpSpPr>
          <p:cNvPr id="6" name="Gruppieren 5">
            <a:extLst>
              <a:ext uri="{FF2B5EF4-FFF2-40B4-BE49-F238E27FC236}">
                <a16:creationId xmlns:a16="http://schemas.microsoft.com/office/drawing/2014/main" id="{C6FB67D0-A086-7673-E4B2-8D095E3D8ACD}"/>
              </a:ext>
            </a:extLst>
          </p:cNvPr>
          <p:cNvGrpSpPr/>
          <p:nvPr/>
        </p:nvGrpSpPr>
        <p:grpSpPr>
          <a:xfrm>
            <a:off x="6105331" y="2705624"/>
            <a:ext cx="1579851" cy="2253181"/>
            <a:chOff x="6105331" y="2705624"/>
            <a:chExt cx="1579851" cy="2253181"/>
          </a:xfrm>
        </p:grpSpPr>
        <p:pic>
          <p:nvPicPr>
            <p:cNvPr id="7" name="Grafik 6">
              <a:extLst>
                <a:ext uri="{FF2B5EF4-FFF2-40B4-BE49-F238E27FC236}">
                  <a16:creationId xmlns:a16="http://schemas.microsoft.com/office/drawing/2014/main" id="{ACCB7795-227C-3927-23F6-AB2EACA689F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6350087" y="2705624"/>
              <a:ext cx="1080000" cy="1080000"/>
            </a:xfrm>
            <a:prstGeom prst="rect">
              <a:avLst/>
            </a:prstGeom>
          </p:spPr>
        </p:pic>
        <p:sp>
          <p:nvSpPr>
            <p:cNvPr id="12" name="Textfeld 11">
              <a:extLst>
                <a:ext uri="{FF2B5EF4-FFF2-40B4-BE49-F238E27FC236}">
                  <a16:creationId xmlns:a16="http://schemas.microsoft.com/office/drawing/2014/main" id="{D35CAE53-1B12-812D-4284-90134A360C9F}"/>
                </a:ext>
              </a:extLst>
            </p:cNvPr>
            <p:cNvSpPr txBox="1"/>
            <p:nvPr/>
          </p:nvSpPr>
          <p:spPr>
            <a:xfrm>
              <a:off x="6105331" y="4035475"/>
              <a:ext cx="1579851" cy="923330"/>
            </a:xfrm>
            <a:prstGeom prst="rect">
              <a:avLst/>
            </a:prstGeom>
            <a:noFill/>
          </p:spPr>
          <p:txBody>
            <a:bodyPr wrap="square" rtlCol="0">
              <a:spAutoFit/>
            </a:bodyPr>
            <a:lstStyle/>
            <a:p>
              <a:pPr algn="ctr"/>
              <a:r>
                <a:rPr lang="de-DE" b="1" dirty="0"/>
                <a:t>Enterprise Output Management</a:t>
              </a:r>
            </a:p>
          </p:txBody>
        </p:sp>
      </p:grpSp>
      <p:grpSp>
        <p:nvGrpSpPr>
          <p:cNvPr id="18" name="Gruppieren 17">
            <a:extLst>
              <a:ext uri="{FF2B5EF4-FFF2-40B4-BE49-F238E27FC236}">
                <a16:creationId xmlns:a16="http://schemas.microsoft.com/office/drawing/2014/main" id="{45076406-AE8B-BB42-962F-036AACB99BA9}"/>
              </a:ext>
            </a:extLst>
          </p:cNvPr>
          <p:cNvGrpSpPr/>
          <p:nvPr/>
        </p:nvGrpSpPr>
        <p:grpSpPr>
          <a:xfrm>
            <a:off x="8132711" y="2705624"/>
            <a:ext cx="1344350" cy="2253181"/>
            <a:chOff x="7860206" y="2705624"/>
            <a:chExt cx="1344350" cy="2253181"/>
          </a:xfrm>
        </p:grpSpPr>
        <p:pic>
          <p:nvPicPr>
            <p:cNvPr id="20" name="Grafik 19">
              <a:extLst>
                <a:ext uri="{FF2B5EF4-FFF2-40B4-BE49-F238E27FC236}">
                  <a16:creationId xmlns:a16="http://schemas.microsoft.com/office/drawing/2014/main" id="{B2F531F5-799E-26DB-23A9-3C109EFF297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7978732" y="2705624"/>
              <a:ext cx="1080000" cy="1080000"/>
            </a:xfrm>
            <a:prstGeom prst="rect">
              <a:avLst/>
            </a:prstGeom>
          </p:spPr>
        </p:pic>
        <p:sp>
          <p:nvSpPr>
            <p:cNvPr id="23" name="Textfeld 22">
              <a:extLst>
                <a:ext uri="{FF2B5EF4-FFF2-40B4-BE49-F238E27FC236}">
                  <a16:creationId xmlns:a16="http://schemas.microsoft.com/office/drawing/2014/main" id="{293A34A0-E575-FF06-8684-175DAAF801F3}"/>
                </a:ext>
              </a:extLst>
            </p:cNvPr>
            <p:cNvSpPr txBox="1"/>
            <p:nvPr/>
          </p:nvSpPr>
          <p:spPr>
            <a:xfrm>
              <a:off x="7860206" y="4035475"/>
              <a:ext cx="1344350" cy="923330"/>
            </a:xfrm>
            <a:prstGeom prst="rect">
              <a:avLst/>
            </a:prstGeom>
            <a:noFill/>
          </p:spPr>
          <p:txBody>
            <a:bodyPr wrap="square" rtlCol="0">
              <a:spAutoFit/>
            </a:bodyPr>
            <a:lstStyle/>
            <a:p>
              <a:pPr algn="ctr"/>
              <a:r>
                <a:rPr lang="de-DE" b="1" dirty="0"/>
                <a:t>Enterprise Conversion Solutions</a:t>
              </a:r>
            </a:p>
          </p:txBody>
        </p:sp>
      </p:grpSp>
      <p:grpSp>
        <p:nvGrpSpPr>
          <p:cNvPr id="24" name="Gruppieren 23">
            <a:extLst>
              <a:ext uri="{FF2B5EF4-FFF2-40B4-BE49-F238E27FC236}">
                <a16:creationId xmlns:a16="http://schemas.microsoft.com/office/drawing/2014/main" id="{EC3C2F43-0C44-6638-886D-907828A59839}"/>
              </a:ext>
            </a:extLst>
          </p:cNvPr>
          <p:cNvGrpSpPr/>
          <p:nvPr/>
        </p:nvGrpSpPr>
        <p:grpSpPr>
          <a:xfrm>
            <a:off x="9891694" y="2705624"/>
            <a:ext cx="1567289" cy="1976182"/>
            <a:chOff x="9891694" y="2705624"/>
            <a:chExt cx="1567289" cy="1976182"/>
          </a:xfrm>
        </p:grpSpPr>
        <p:sp>
          <p:nvSpPr>
            <p:cNvPr id="25" name="Textfeld 24">
              <a:extLst>
                <a:ext uri="{FF2B5EF4-FFF2-40B4-BE49-F238E27FC236}">
                  <a16:creationId xmlns:a16="http://schemas.microsoft.com/office/drawing/2014/main" id="{8A2FB37A-2F30-597B-5421-584FADBB1F0D}"/>
                </a:ext>
              </a:extLst>
            </p:cNvPr>
            <p:cNvSpPr txBox="1"/>
            <p:nvPr/>
          </p:nvSpPr>
          <p:spPr>
            <a:xfrm>
              <a:off x="9891694" y="4035475"/>
              <a:ext cx="1567289" cy="646331"/>
            </a:xfrm>
            <a:prstGeom prst="rect">
              <a:avLst/>
            </a:prstGeom>
            <a:noFill/>
          </p:spPr>
          <p:txBody>
            <a:bodyPr wrap="square" rtlCol="0">
              <a:spAutoFit/>
            </a:bodyPr>
            <a:lstStyle/>
            <a:p>
              <a:pPr algn="ctr"/>
              <a:r>
                <a:rPr lang="de-DE" b="1" dirty="0"/>
                <a:t>SAP</a:t>
              </a:r>
              <a:br>
                <a:rPr lang="de-DE" b="1" dirty="0"/>
              </a:br>
              <a:r>
                <a:rPr lang="de-DE" b="1" dirty="0"/>
                <a:t>Solutions</a:t>
              </a:r>
            </a:p>
          </p:txBody>
        </p:sp>
        <p:pic>
          <p:nvPicPr>
            <p:cNvPr id="26" name="Grafik 25">
              <a:extLst>
                <a:ext uri="{FF2B5EF4-FFF2-40B4-BE49-F238E27FC236}">
                  <a16:creationId xmlns:a16="http://schemas.microsoft.com/office/drawing/2014/main" id="{309CC266-C095-0A98-0E59-D8464117DCA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p:blipFill>
          <p:spPr>
            <a:xfrm>
              <a:off x="10136655" y="2705624"/>
              <a:ext cx="1080000" cy="1080000"/>
            </a:xfrm>
            <a:prstGeom prst="rect">
              <a:avLst/>
            </a:prstGeom>
          </p:spPr>
        </p:pic>
      </p:grpSp>
    </p:spTree>
    <p:extLst>
      <p:ext uri="{BB962C8B-B14F-4D97-AF65-F5344CB8AC3E}">
        <p14:creationId xmlns:p14="http://schemas.microsoft.com/office/powerpoint/2010/main" val="16824743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hteck: abgerundete Ecken 14">
            <a:extLst>
              <a:ext uri="{FF2B5EF4-FFF2-40B4-BE49-F238E27FC236}">
                <a16:creationId xmlns:a16="http://schemas.microsoft.com/office/drawing/2014/main" id="{7D8FECF1-66C1-92BA-D1D0-3E04059A9CB1}"/>
              </a:ext>
            </a:extLst>
          </p:cNvPr>
          <p:cNvSpPr/>
          <p:nvPr/>
        </p:nvSpPr>
        <p:spPr>
          <a:xfrm>
            <a:off x="7999883" y="1539550"/>
            <a:ext cx="3546000" cy="5063768"/>
          </a:xfrm>
          <a:prstGeom prst="roundRect">
            <a:avLst>
              <a:gd name="adj" fmla="val 6114"/>
            </a:avLst>
          </a:prstGeom>
          <a:solidFill>
            <a:srgbClr val="EFEB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abgerundete Ecken 10">
            <a:extLst>
              <a:ext uri="{FF2B5EF4-FFF2-40B4-BE49-F238E27FC236}">
                <a16:creationId xmlns:a16="http://schemas.microsoft.com/office/drawing/2014/main" id="{C8DE50AF-33FE-6BC4-6A7C-804BB0384398}"/>
              </a:ext>
            </a:extLst>
          </p:cNvPr>
          <p:cNvSpPr/>
          <p:nvPr/>
        </p:nvSpPr>
        <p:spPr>
          <a:xfrm>
            <a:off x="674614" y="1539550"/>
            <a:ext cx="3546000" cy="5063768"/>
          </a:xfrm>
          <a:prstGeom prst="roundRect">
            <a:avLst>
              <a:gd name="adj" fmla="val 6114"/>
            </a:avLst>
          </a:prstGeom>
          <a:solidFill>
            <a:srgbClr val="EFEB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Foliennummernplatzhalter 3">
            <a:extLst>
              <a:ext uri="{FF2B5EF4-FFF2-40B4-BE49-F238E27FC236}">
                <a16:creationId xmlns:a16="http://schemas.microsoft.com/office/drawing/2014/main" id="{01109004-5B28-20E8-4A27-01648D4A1029}"/>
              </a:ext>
            </a:extLst>
          </p:cNvPr>
          <p:cNvSpPr>
            <a:spLocks noGrp="1"/>
          </p:cNvSpPr>
          <p:nvPr>
            <p:ph type="sldNum" sz="quarter" idx="12"/>
          </p:nvPr>
        </p:nvSpPr>
        <p:spPr/>
        <p:txBody>
          <a:bodyPr/>
          <a:lstStyle/>
          <a:p>
            <a:fld id="{D21C33D4-00A5-43D5-B722-D2F2FA4CCA11}" type="slidenum">
              <a:rPr lang="de-DE" smtClean="0"/>
              <a:t>22</a:t>
            </a:fld>
            <a:endParaRPr lang="de-DE"/>
          </a:p>
        </p:txBody>
      </p:sp>
      <p:sp>
        <p:nvSpPr>
          <p:cNvPr id="2" name="Titel 1">
            <a:extLst>
              <a:ext uri="{FF2B5EF4-FFF2-40B4-BE49-F238E27FC236}">
                <a16:creationId xmlns:a16="http://schemas.microsoft.com/office/drawing/2014/main" id="{3155AF1A-CAC8-5F09-B8B4-06EFC24D9017}"/>
              </a:ext>
            </a:extLst>
          </p:cNvPr>
          <p:cNvSpPr>
            <a:spLocks noGrp="1"/>
          </p:cNvSpPr>
          <p:nvPr>
            <p:ph type="ctrTitle"/>
          </p:nvPr>
        </p:nvSpPr>
        <p:spPr/>
        <p:txBody>
          <a:bodyPr anchor="b"/>
          <a:lstStyle/>
          <a:p>
            <a:r>
              <a:rPr lang="de-DE" i="1" dirty="0"/>
              <a:t>SEAL Systems: Solutions in </a:t>
            </a:r>
            <a:r>
              <a:rPr lang="de-DE" i="1" dirty="0" err="1"/>
              <a:t>detail</a:t>
            </a:r>
            <a:r>
              <a:rPr lang="de-DE" i="1" dirty="0"/>
              <a:t> </a:t>
            </a:r>
          </a:p>
        </p:txBody>
      </p:sp>
      <p:sp>
        <p:nvSpPr>
          <p:cNvPr id="8" name="Textfeld 7">
            <a:extLst>
              <a:ext uri="{FF2B5EF4-FFF2-40B4-BE49-F238E27FC236}">
                <a16:creationId xmlns:a16="http://schemas.microsoft.com/office/drawing/2014/main" id="{98E7E4FC-DA72-F681-3415-2110A6F47A39}"/>
              </a:ext>
            </a:extLst>
          </p:cNvPr>
          <p:cNvSpPr txBox="1"/>
          <p:nvPr/>
        </p:nvSpPr>
        <p:spPr>
          <a:xfrm>
            <a:off x="827614" y="2957039"/>
            <a:ext cx="3240000" cy="646331"/>
          </a:xfrm>
          <a:prstGeom prst="rect">
            <a:avLst/>
          </a:prstGeom>
          <a:noFill/>
        </p:spPr>
        <p:txBody>
          <a:bodyPr wrap="square" rtlCol="0">
            <a:spAutoFit/>
          </a:bodyPr>
          <a:lstStyle/>
          <a:p>
            <a:pPr algn="ctr"/>
            <a:r>
              <a:rPr lang="de-DE" b="1" dirty="0"/>
              <a:t>Enterprise </a:t>
            </a:r>
            <a:br>
              <a:rPr lang="de-DE" b="1" dirty="0"/>
            </a:br>
            <a:r>
              <a:rPr lang="de-DE" b="1" dirty="0"/>
              <a:t>Output Management</a:t>
            </a:r>
          </a:p>
        </p:txBody>
      </p:sp>
      <p:sp>
        <p:nvSpPr>
          <p:cNvPr id="9" name="Textfeld 8">
            <a:extLst>
              <a:ext uri="{FF2B5EF4-FFF2-40B4-BE49-F238E27FC236}">
                <a16:creationId xmlns:a16="http://schemas.microsoft.com/office/drawing/2014/main" id="{DF9A5FCB-28D3-B4DF-BC96-36EA004D871B}"/>
              </a:ext>
            </a:extLst>
          </p:cNvPr>
          <p:cNvSpPr txBox="1"/>
          <p:nvPr/>
        </p:nvSpPr>
        <p:spPr>
          <a:xfrm>
            <a:off x="4553379" y="2957039"/>
            <a:ext cx="3240000" cy="646331"/>
          </a:xfrm>
          <a:prstGeom prst="rect">
            <a:avLst/>
          </a:prstGeom>
          <a:noFill/>
        </p:spPr>
        <p:txBody>
          <a:bodyPr wrap="square" rtlCol="0">
            <a:spAutoFit/>
          </a:bodyPr>
          <a:lstStyle/>
          <a:p>
            <a:pPr algn="ctr"/>
            <a:r>
              <a:rPr lang="de-DE" b="1" dirty="0"/>
              <a:t>Enterprise </a:t>
            </a:r>
            <a:br>
              <a:rPr lang="de-DE" b="1" dirty="0"/>
            </a:br>
            <a:r>
              <a:rPr lang="de-DE" b="1" dirty="0"/>
              <a:t>Conversion Solutions</a:t>
            </a:r>
          </a:p>
        </p:txBody>
      </p:sp>
      <p:sp>
        <p:nvSpPr>
          <p:cNvPr id="10" name="Textfeld 9">
            <a:extLst>
              <a:ext uri="{FF2B5EF4-FFF2-40B4-BE49-F238E27FC236}">
                <a16:creationId xmlns:a16="http://schemas.microsoft.com/office/drawing/2014/main" id="{E62B3895-FE2A-F5AD-D1DB-76DCB8EC4773}"/>
              </a:ext>
            </a:extLst>
          </p:cNvPr>
          <p:cNvSpPr txBox="1"/>
          <p:nvPr/>
        </p:nvSpPr>
        <p:spPr>
          <a:xfrm>
            <a:off x="9088044" y="2957039"/>
            <a:ext cx="1522678" cy="646331"/>
          </a:xfrm>
          <a:prstGeom prst="rect">
            <a:avLst/>
          </a:prstGeom>
          <a:noFill/>
        </p:spPr>
        <p:txBody>
          <a:bodyPr wrap="square" rtlCol="0">
            <a:spAutoFit/>
          </a:bodyPr>
          <a:lstStyle/>
          <a:p>
            <a:pPr algn="ctr"/>
            <a:r>
              <a:rPr lang="de-DE" b="1" dirty="0"/>
              <a:t>SAP Solutions</a:t>
            </a:r>
          </a:p>
        </p:txBody>
      </p:sp>
      <p:sp>
        <p:nvSpPr>
          <p:cNvPr id="12" name="Textfeld 11">
            <a:extLst>
              <a:ext uri="{FF2B5EF4-FFF2-40B4-BE49-F238E27FC236}">
                <a16:creationId xmlns:a16="http://schemas.microsoft.com/office/drawing/2014/main" id="{C5ABBEA1-91F5-5578-7254-E4929801A34B}"/>
              </a:ext>
            </a:extLst>
          </p:cNvPr>
          <p:cNvSpPr txBox="1"/>
          <p:nvPr/>
        </p:nvSpPr>
        <p:spPr>
          <a:xfrm>
            <a:off x="8152883" y="3672552"/>
            <a:ext cx="3316479" cy="2554545"/>
          </a:xfrm>
          <a:prstGeom prst="rect">
            <a:avLst/>
          </a:prstGeom>
          <a:noFill/>
        </p:spPr>
        <p:txBody>
          <a:bodyPr wrap="square">
            <a:spAutoFit/>
          </a:bodyPr>
          <a:lstStyle/>
          <a:p>
            <a:r>
              <a:rPr lang="en-US" sz="1600" dirty="0">
                <a:effectLst/>
              </a:rPr>
              <a:t>Our Solutions help to provide documents managed in SAP ad-hoc or business process related, digitally or analogously or to prepare them before document display. We support all SAP DMS components as well as external management systems - up to the realization of a digital signature process in your SAP environment.</a:t>
            </a:r>
            <a:endParaRPr lang="de-DE" sz="1600" dirty="0">
              <a:effectLst/>
            </a:endParaRPr>
          </a:p>
        </p:txBody>
      </p:sp>
      <p:sp>
        <p:nvSpPr>
          <p:cNvPr id="14" name="Textfeld 13">
            <a:extLst>
              <a:ext uri="{FF2B5EF4-FFF2-40B4-BE49-F238E27FC236}">
                <a16:creationId xmlns:a16="http://schemas.microsoft.com/office/drawing/2014/main" id="{88F3E838-ABE3-4023-783B-B124C7FB18D4}"/>
              </a:ext>
            </a:extLst>
          </p:cNvPr>
          <p:cNvSpPr txBox="1"/>
          <p:nvPr/>
        </p:nvSpPr>
        <p:spPr>
          <a:xfrm>
            <a:off x="4400365" y="3670056"/>
            <a:ext cx="3450179" cy="2308324"/>
          </a:xfrm>
          <a:prstGeom prst="rect">
            <a:avLst/>
          </a:prstGeom>
          <a:noFill/>
        </p:spPr>
        <p:txBody>
          <a:bodyPr wrap="square">
            <a:spAutoFit/>
          </a:bodyPr>
          <a:lstStyle/>
          <a:p>
            <a:r>
              <a:rPr lang="en-US" sz="1600" dirty="0">
                <a:effectLst/>
              </a:rPr>
              <a:t>Working with your documents is simplified while increasing their security. For example, we automatically combine your documents, convert them to many different formats, stamp or sign them, file them, print them, or distribute them electronically - or even all at once. </a:t>
            </a:r>
            <a:endParaRPr lang="de-DE" sz="1600" dirty="0">
              <a:effectLst/>
            </a:endParaRPr>
          </a:p>
        </p:txBody>
      </p:sp>
      <p:sp>
        <p:nvSpPr>
          <p:cNvPr id="16" name="Textfeld 15">
            <a:extLst>
              <a:ext uri="{FF2B5EF4-FFF2-40B4-BE49-F238E27FC236}">
                <a16:creationId xmlns:a16="http://schemas.microsoft.com/office/drawing/2014/main" id="{2F780138-E238-1937-BE13-CF74A0A6FE24}"/>
              </a:ext>
            </a:extLst>
          </p:cNvPr>
          <p:cNvSpPr txBox="1"/>
          <p:nvPr/>
        </p:nvSpPr>
        <p:spPr>
          <a:xfrm>
            <a:off x="800876" y="3672552"/>
            <a:ext cx="3323255" cy="2308324"/>
          </a:xfrm>
          <a:prstGeom prst="rect">
            <a:avLst/>
          </a:prstGeom>
          <a:noFill/>
        </p:spPr>
        <p:txBody>
          <a:bodyPr wrap="square">
            <a:spAutoFit/>
          </a:bodyPr>
          <a:lstStyle/>
          <a:p>
            <a:r>
              <a:rPr lang="en-US" sz="1600" dirty="0">
                <a:effectLst/>
              </a:rPr>
              <a:t>We offer middleware that optimally connects your applications with your printer and output infrastructure. Our Enterprise Output Management ensures smooth, perfectly controlled output on all output channels. Flexible, hardware-independent, transparent. </a:t>
            </a:r>
            <a:endParaRPr lang="de-DE" sz="1600" dirty="0">
              <a:effectLst/>
            </a:endParaRPr>
          </a:p>
        </p:txBody>
      </p:sp>
      <p:pic>
        <p:nvPicPr>
          <p:cNvPr id="6" name="Grafik 5">
            <a:extLst>
              <a:ext uri="{FF2B5EF4-FFF2-40B4-BE49-F238E27FC236}">
                <a16:creationId xmlns:a16="http://schemas.microsoft.com/office/drawing/2014/main" id="{2EF096ED-67CC-18F2-8AA6-81B2D64F348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907614" y="1755321"/>
            <a:ext cx="1080000" cy="1080000"/>
          </a:xfrm>
          <a:prstGeom prst="rect">
            <a:avLst/>
          </a:prstGeom>
        </p:spPr>
      </p:pic>
      <p:pic>
        <p:nvPicPr>
          <p:cNvPr id="13" name="Grafik 12">
            <a:extLst>
              <a:ext uri="{FF2B5EF4-FFF2-40B4-BE49-F238E27FC236}">
                <a16:creationId xmlns:a16="http://schemas.microsoft.com/office/drawing/2014/main" id="{8B8D3EB6-BA60-F574-C9BF-0BB3DEE0A26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5633379" y="1755321"/>
            <a:ext cx="1080000" cy="1080000"/>
          </a:xfrm>
          <a:prstGeom prst="rect">
            <a:avLst/>
          </a:prstGeom>
        </p:spPr>
      </p:pic>
      <p:pic>
        <p:nvPicPr>
          <p:cNvPr id="17" name="Grafik 16">
            <a:extLst>
              <a:ext uri="{FF2B5EF4-FFF2-40B4-BE49-F238E27FC236}">
                <a16:creationId xmlns:a16="http://schemas.microsoft.com/office/drawing/2014/main" id="{D920B487-EC50-D63C-EC21-C459E7AAF8C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9309383" y="1755321"/>
            <a:ext cx="1080000" cy="1080000"/>
          </a:xfrm>
          <a:prstGeom prst="rect">
            <a:avLst/>
          </a:prstGeom>
        </p:spPr>
      </p:pic>
    </p:spTree>
    <p:extLst>
      <p:ext uri="{BB962C8B-B14F-4D97-AF65-F5344CB8AC3E}">
        <p14:creationId xmlns:p14="http://schemas.microsoft.com/office/powerpoint/2010/main" val="9081118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9546CB09-7159-B797-C7D6-024F0DB11D74}"/>
              </a:ext>
            </a:extLst>
          </p:cNvPr>
          <p:cNvSpPr>
            <a:spLocks noGrp="1"/>
          </p:cNvSpPr>
          <p:nvPr>
            <p:ph type="sldNum" sz="quarter" idx="12"/>
          </p:nvPr>
        </p:nvSpPr>
        <p:spPr/>
        <p:txBody>
          <a:bodyPr/>
          <a:lstStyle/>
          <a:p>
            <a:fld id="{D21C33D4-00A5-43D5-B722-D2F2FA4CCA11}" type="slidenum">
              <a:rPr lang="de-DE" smtClean="0"/>
              <a:t>23</a:t>
            </a:fld>
            <a:endParaRPr lang="de-DE" dirty="0"/>
          </a:p>
        </p:txBody>
      </p:sp>
      <p:sp>
        <p:nvSpPr>
          <p:cNvPr id="4" name="Titel 3">
            <a:extLst>
              <a:ext uri="{FF2B5EF4-FFF2-40B4-BE49-F238E27FC236}">
                <a16:creationId xmlns:a16="http://schemas.microsoft.com/office/drawing/2014/main" id="{3CDC6BE4-2C09-C26B-C3AC-3A7A8576CB05}"/>
              </a:ext>
            </a:extLst>
          </p:cNvPr>
          <p:cNvSpPr>
            <a:spLocks noGrp="1"/>
          </p:cNvSpPr>
          <p:nvPr>
            <p:ph type="ctrTitle"/>
          </p:nvPr>
        </p:nvSpPr>
        <p:spPr/>
        <p:txBody>
          <a:bodyPr anchor="b"/>
          <a:lstStyle/>
          <a:p>
            <a:r>
              <a:rPr lang="de-DE" i="1" dirty="0" err="1"/>
              <a:t>Our</a:t>
            </a:r>
            <a:r>
              <a:rPr lang="de-DE" i="1" dirty="0"/>
              <a:t> </a:t>
            </a:r>
            <a:r>
              <a:rPr lang="de-DE" i="1" dirty="0" err="1"/>
              <a:t>customers</a:t>
            </a:r>
            <a:endParaRPr lang="de-DE" i="1" dirty="0"/>
          </a:p>
        </p:txBody>
      </p:sp>
      <p:pic>
        <p:nvPicPr>
          <p:cNvPr id="8" name="Grafik 7">
            <a:extLst>
              <a:ext uri="{FF2B5EF4-FFF2-40B4-BE49-F238E27FC236}">
                <a16:creationId xmlns:a16="http://schemas.microsoft.com/office/drawing/2014/main" id="{10928D79-18D0-D8CB-5C5A-8E481C57A34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082065" y="1746238"/>
            <a:ext cx="1800000" cy="1100000"/>
          </a:xfrm>
          <a:prstGeom prst="rect">
            <a:avLst/>
          </a:prstGeom>
        </p:spPr>
      </p:pic>
      <p:pic>
        <p:nvPicPr>
          <p:cNvPr id="10" name="Grafik 9">
            <a:extLst>
              <a:ext uri="{FF2B5EF4-FFF2-40B4-BE49-F238E27FC236}">
                <a16:creationId xmlns:a16="http://schemas.microsoft.com/office/drawing/2014/main" id="{64FC1D3B-37BF-E611-67DD-F7B53778811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91050" y="1746238"/>
            <a:ext cx="1800000" cy="1100000"/>
          </a:xfrm>
          <a:prstGeom prst="rect">
            <a:avLst/>
          </a:prstGeom>
        </p:spPr>
      </p:pic>
      <p:pic>
        <p:nvPicPr>
          <p:cNvPr id="12" name="Grafik 11">
            <a:extLst>
              <a:ext uri="{FF2B5EF4-FFF2-40B4-BE49-F238E27FC236}">
                <a16:creationId xmlns:a16="http://schemas.microsoft.com/office/drawing/2014/main" id="{396BE751-0040-1176-62ED-8BD93E9F8D9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300035" y="1746238"/>
            <a:ext cx="1800000" cy="1100000"/>
          </a:xfrm>
          <a:prstGeom prst="rect">
            <a:avLst/>
          </a:prstGeom>
        </p:spPr>
      </p:pic>
      <p:pic>
        <p:nvPicPr>
          <p:cNvPr id="14" name="Grafik 13">
            <a:extLst>
              <a:ext uri="{FF2B5EF4-FFF2-40B4-BE49-F238E27FC236}">
                <a16:creationId xmlns:a16="http://schemas.microsoft.com/office/drawing/2014/main" id="{75B72693-3A4F-596B-984A-395E54B3BFD8}"/>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409020" y="1670038"/>
            <a:ext cx="1800000" cy="1100000"/>
          </a:xfrm>
          <a:prstGeom prst="rect">
            <a:avLst/>
          </a:prstGeom>
        </p:spPr>
      </p:pic>
      <p:pic>
        <p:nvPicPr>
          <p:cNvPr id="16" name="Grafik 15" descr="Ein Bild, das Text enthält.&#10;&#10;Automatisch generierte Beschreibung">
            <a:extLst>
              <a:ext uri="{FF2B5EF4-FFF2-40B4-BE49-F238E27FC236}">
                <a16:creationId xmlns:a16="http://schemas.microsoft.com/office/drawing/2014/main" id="{48F53FF0-D145-2C50-0CD2-86E91533AEF8}"/>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973080" y="2933791"/>
            <a:ext cx="1800000" cy="1100000"/>
          </a:xfrm>
          <a:prstGeom prst="rect">
            <a:avLst/>
          </a:prstGeom>
        </p:spPr>
      </p:pic>
      <p:pic>
        <p:nvPicPr>
          <p:cNvPr id="18" name="Grafik 17">
            <a:extLst>
              <a:ext uri="{FF2B5EF4-FFF2-40B4-BE49-F238E27FC236}">
                <a16:creationId xmlns:a16="http://schemas.microsoft.com/office/drawing/2014/main" id="{2F8D4A52-EF39-8422-826A-02E164E13B96}"/>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3082065" y="2933791"/>
            <a:ext cx="1800000" cy="1100000"/>
          </a:xfrm>
          <a:prstGeom prst="rect">
            <a:avLst/>
          </a:prstGeom>
        </p:spPr>
      </p:pic>
      <p:pic>
        <p:nvPicPr>
          <p:cNvPr id="20" name="Grafik 19" descr="Ein Bild, das Text, Gerät, Messanzeige enthält.&#10;&#10;Automatisch generierte Beschreibung">
            <a:extLst>
              <a:ext uri="{FF2B5EF4-FFF2-40B4-BE49-F238E27FC236}">
                <a16:creationId xmlns:a16="http://schemas.microsoft.com/office/drawing/2014/main" id="{D708529B-9BBC-527E-35B2-7022708A2E1B}"/>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5191050" y="2933791"/>
            <a:ext cx="1800000" cy="1100000"/>
          </a:xfrm>
          <a:prstGeom prst="rect">
            <a:avLst/>
          </a:prstGeom>
        </p:spPr>
      </p:pic>
      <p:pic>
        <p:nvPicPr>
          <p:cNvPr id="22" name="Grafik 21">
            <a:extLst>
              <a:ext uri="{FF2B5EF4-FFF2-40B4-BE49-F238E27FC236}">
                <a16:creationId xmlns:a16="http://schemas.microsoft.com/office/drawing/2014/main" id="{FBA056E6-8071-2917-383F-E04EB309D981}"/>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7300035" y="2933791"/>
            <a:ext cx="1800000" cy="1100000"/>
          </a:xfrm>
          <a:prstGeom prst="rect">
            <a:avLst/>
          </a:prstGeom>
        </p:spPr>
      </p:pic>
      <p:pic>
        <p:nvPicPr>
          <p:cNvPr id="24" name="Grafik 23">
            <a:extLst>
              <a:ext uri="{FF2B5EF4-FFF2-40B4-BE49-F238E27FC236}">
                <a16:creationId xmlns:a16="http://schemas.microsoft.com/office/drawing/2014/main" id="{0D6DD022-710A-8FFF-E861-9B9E0BAA597F}"/>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9409020" y="2933791"/>
            <a:ext cx="1800000" cy="1100000"/>
          </a:xfrm>
          <a:prstGeom prst="rect">
            <a:avLst/>
          </a:prstGeom>
        </p:spPr>
      </p:pic>
      <p:pic>
        <p:nvPicPr>
          <p:cNvPr id="26" name="Grafik 25">
            <a:extLst>
              <a:ext uri="{FF2B5EF4-FFF2-40B4-BE49-F238E27FC236}">
                <a16:creationId xmlns:a16="http://schemas.microsoft.com/office/drawing/2014/main" id="{6ED82CB0-5EB6-E3A7-66D6-F698A0D64AAB}"/>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973080" y="4121344"/>
            <a:ext cx="1800000" cy="1100000"/>
          </a:xfrm>
          <a:prstGeom prst="rect">
            <a:avLst/>
          </a:prstGeom>
        </p:spPr>
      </p:pic>
      <p:pic>
        <p:nvPicPr>
          <p:cNvPr id="28" name="Grafik 27">
            <a:extLst>
              <a:ext uri="{FF2B5EF4-FFF2-40B4-BE49-F238E27FC236}">
                <a16:creationId xmlns:a16="http://schemas.microsoft.com/office/drawing/2014/main" id="{BA7A7622-F4CA-DFCD-8F83-9EC29CD527B4}"/>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3082065" y="4207069"/>
            <a:ext cx="1800000" cy="1100000"/>
          </a:xfrm>
          <a:prstGeom prst="rect">
            <a:avLst/>
          </a:prstGeom>
        </p:spPr>
      </p:pic>
      <p:pic>
        <p:nvPicPr>
          <p:cNvPr id="30" name="Grafik 29">
            <a:extLst>
              <a:ext uri="{FF2B5EF4-FFF2-40B4-BE49-F238E27FC236}">
                <a16:creationId xmlns:a16="http://schemas.microsoft.com/office/drawing/2014/main" id="{5058BEDF-CC94-214D-3107-9DE616E717BC}"/>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5191050" y="4121344"/>
            <a:ext cx="1800000" cy="1100000"/>
          </a:xfrm>
          <a:prstGeom prst="rect">
            <a:avLst/>
          </a:prstGeom>
        </p:spPr>
      </p:pic>
      <p:pic>
        <p:nvPicPr>
          <p:cNvPr id="34" name="Grafik 33">
            <a:extLst>
              <a:ext uri="{FF2B5EF4-FFF2-40B4-BE49-F238E27FC236}">
                <a16:creationId xmlns:a16="http://schemas.microsoft.com/office/drawing/2014/main" id="{4EB375D5-D296-03B9-605B-82D280924535}"/>
              </a:ext>
            </a:extLst>
          </p:cNvPr>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9409020" y="4254694"/>
            <a:ext cx="1800000" cy="1100000"/>
          </a:xfrm>
          <a:prstGeom prst="rect">
            <a:avLst/>
          </a:prstGeom>
        </p:spPr>
      </p:pic>
      <p:pic>
        <p:nvPicPr>
          <p:cNvPr id="36" name="Grafik 35">
            <a:extLst>
              <a:ext uri="{FF2B5EF4-FFF2-40B4-BE49-F238E27FC236}">
                <a16:creationId xmlns:a16="http://schemas.microsoft.com/office/drawing/2014/main" id="{4BFB7BF1-69D6-6C14-535A-8CF1F656EA51}"/>
              </a:ext>
            </a:extLst>
          </p:cNvPr>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937618" y="5308897"/>
            <a:ext cx="1800000" cy="1100000"/>
          </a:xfrm>
          <a:prstGeom prst="rect">
            <a:avLst/>
          </a:prstGeom>
        </p:spPr>
      </p:pic>
      <p:pic>
        <p:nvPicPr>
          <p:cNvPr id="38" name="Grafik 37">
            <a:extLst>
              <a:ext uri="{FF2B5EF4-FFF2-40B4-BE49-F238E27FC236}">
                <a16:creationId xmlns:a16="http://schemas.microsoft.com/office/drawing/2014/main" id="{8CFC083F-A049-6299-6E02-008F42CE3484}"/>
              </a:ext>
            </a:extLst>
          </p:cNvPr>
          <p:cNvPicPr>
            <a:picLocks noChangeAspect="1"/>
          </p:cNvPicPr>
          <p:nvPr/>
        </p:nvPicPr>
        <p:blipFill>
          <a:blip r:embed="rId16" cstate="screen">
            <a:extLst>
              <a:ext uri="{28A0092B-C50C-407E-A947-70E740481C1C}">
                <a14:useLocalDpi xmlns:a14="http://schemas.microsoft.com/office/drawing/2010/main"/>
              </a:ext>
            </a:extLst>
          </a:blip>
          <a:stretch>
            <a:fillRect/>
          </a:stretch>
        </p:blipFill>
        <p:spPr>
          <a:xfrm>
            <a:off x="3082065" y="5223172"/>
            <a:ext cx="1800000" cy="1100000"/>
          </a:xfrm>
          <a:prstGeom prst="rect">
            <a:avLst/>
          </a:prstGeom>
        </p:spPr>
      </p:pic>
      <p:pic>
        <p:nvPicPr>
          <p:cNvPr id="40" name="Grafik 39">
            <a:extLst>
              <a:ext uri="{FF2B5EF4-FFF2-40B4-BE49-F238E27FC236}">
                <a16:creationId xmlns:a16="http://schemas.microsoft.com/office/drawing/2014/main" id="{BAC1CA2F-7C6C-3321-720A-264BA614E30B}"/>
              </a:ext>
            </a:extLst>
          </p:cNvPr>
          <p:cNvPicPr>
            <a:picLocks noChangeAspect="1"/>
          </p:cNvPicPr>
          <p:nvPr/>
        </p:nvPicPr>
        <p:blipFill>
          <a:blip r:embed="rId17" cstate="screen">
            <a:extLst>
              <a:ext uri="{28A0092B-C50C-407E-A947-70E740481C1C}">
                <a14:useLocalDpi xmlns:a14="http://schemas.microsoft.com/office/drawing/2010/main"/>
              </a:ext>
            </a:extLst>
          </a:blip>
          <a:stretch>
            <a:fillRect/>
          </a:stretch>
        </p:blipFill>
        <p:spPr>
          <a:xfrm>
            <a:off x="5191050" y="5366047"/>
            <a:ext cx="1800000" cy="1100000"/>
          </a:xfrm>
          <a:prstGeom prst="rect">
            <a:avLst/>
          </a:prstGeom>
        </p:spPr>
      </p:pic>
      <p:pic>
        <p:nvPicPr>
          <p:cNvPr id="42" name="Grafik 41">
            <a:extLst>
              <a:ext uri="{FF2B5EF4-FFF2-40B4-BE49-F238E27FC236}">
                <a16:creationId xmlns:a16="http://schemas.microsoft.com/office/drawing/2014/main" id="{DE090AF8-8C1E-2D27-5E24-56EA3AACE233}"/>
              </a:ext>
            </a:extLst>
          </p:cNvPr>
          <p:cNvPicPr>
            <a:picLocks noChangeAspect="1"/>
          </p:cNvPicPr>
          <p:nvPr/>
        </p:nvPicPr>
        <p:blipFill>
          <a:blip r:embed="rId18" cstate="screen">
            <a:extLst>
              <a:ext uri="{28A0092B-C50C-407E-A947-70E740481C1C}">
                <a14:useLocalDpi xmlns:a14="http://schemas.microsoft.com/office/drawing/2010/main"/>
              </a:ext>
            </a:extLst>
          </a:blip>
          <a:stretch>
            <a:fillRect/>
          </a:stretch>
        </p:blipFill>
        <p:spPr>
          <a:xfrm>
            <a:off x="7300035" y="5308897"/>
            <a:ext cx="1800000" cy="1100000"/>
          </a:xfrm>
          <a:prstGeom prst="rect">
            <a:avLst/>
          </a:prstGeom>
        </p:spPr>
      </p:pic>
      <p:pic>
        <p:nvPicPr>
          <p:cNvPr id="44" name="Grafik 43" descr="Ein Bild, das dunkel, Nachthimmel enthält.&#10;&#10;Automatisch generierte Beschreibung">
            <a:extLst>
              <a:ext uri="{FF2B5EF4-FFF2-40B4-BE49-F238E27FC236}">
                <a16:creationId xmlns:a16="http://schemas.microsoft.com/office/drawing/2014/main" id="{C32F41F0-993F-C931-8070-C8857297796F}"/>
              </a:ext>
            </a:extLst>
          </p:cNvPr>
          <p:cNvPicPr>
            <a:picLocks noChangeAspect="1"/>
          </p:cNvPicPr>
          <p:nvPr/>
        </p:nvPicPr>
        <p:blipFill>
          <a:blip r:embed="rId19" cstate="screen">
            <a:extLst>
              <a:ext uri="{28A0092B-C50C-407E-A947-70E740481C1C}">
                <a14:useLocalDpi xmlns:a14="http://schemas.microsoft.com/office/drawing/2010/main"/>
              </a:ext>
            </a:extLst>
          </a:blip>
          <a:stretch>
            <a:fillRect/>
          </a:stretch>
        </p:blipFill>
        <p:spPr>
          <a:xfrm>
            <a:off x="9409020" y="5308897"/>
            <a:ext cx="1800000" cy="1100000"/>
          </a:xfrm>
          <a:prstGeom prst="rect">
            <a:avLst/>
          </a:prstGeom>
        </p:spPr>
      </p:pic>
      <p:pic>
        <p:nvPicPr>
          <p:cNvPr id="60" name="Grafik 59">
            <a:extLst>
              <a:ext uri="{FF2B5EF4-FFF2-40B4-BE49-F238E27FC236}">
                <a16:creationId xmlns:a16="http://schemas.microsoft.com/office/drawing/2014/main" id="{B9ECBDEB-31B2-BE13-227B-E7D44ACEF2B1}"/>
              </a:ext>
            </a:extLst>
          </p:cNvPr>
          <p:cNvPicPr>
            <a:picLocks noChangeAspect="1"/>
          </p:cNvPicPr>
          <p:nvPr/>
        </p:nvPicPr>
        <p:blipFill>
          <a:blip r:embed="rId20" cstate="screen">
            <a:extLst>
              <a:ext uri="{28A0092B-C50C-407E-A947-70E740481C1C}">
                <a14:useLocalDpi xmlns:a14="http://schemas.microsoft.com/office/drawing/2010/main"/>
              </a:ext>
            </a:extLst>
          </a:blip>
          <a:stretch>
            <a:fillRect/>
          </a:stretch>
        </p:blipFill>
        <p:spPr>
          <a:xfrm>
            <a:off x="7300035" y="4121344"/>
            <a:ext cx="1800000" cy="1100000"/>
          </a:xfrm>
          <a:prstGeom prst="rect">
            <a:avLst/>
          </a:prstGeom>
        </p:spPr>
      </p:pic>
      <p:pic>
        <p:nvPicPr>
          <p:cNvPr id="6" name="Inhaltsplatzhalter 68">
            <a:extLst>
              <a:ext uri="{FF2B5EF4-FFF2-40B4-BE49-F238E27FC236}">
                <a16:creationId xmlns:a16="http://schemas.microsoft.com/office/drawing/2014/main" id="{2FB4CB62-A0DA-2D01-1EEF-8254E5DA1362}"/>
              </a:ext>
            </a:extLst>
          </p:cNvPr>
          <p:cNvPicPr>
            <a:picLocks noGrp="1" noChangeAspect="1"/>
          </p:cNvPicPr>
          <p:nvPr>
            <p:ph idx="1"/>
          </p:nvPr>
        </p:nvPicPr>
        <p:blipFill>
          <a:blip r:embed="rId21" cstate="screen">
            <a:extLst>
              <a:ext uri="{28A0092B-C50C-407E-A947-70E740481C1C}">
                <a14:useLocalDpi xmlns:a14="http://schemas.microsoft.com/office/drawing/2010/main"/>
              </a:ext>
            </a:extLst>
          </a:blip>
          <a:stretch>
            <a:fillRect/>
          </a:stretch>
        </p:blipFill>
        <p:spPr>
          <a:xfrm>
            <a:off x="973080" y="1746238"/>
            <a:ext cx="1800000" cy="1100000"/>
          </a:xfrm>
        </p:spPr>
      </p:pic>
    </p:spTree>
    <p:extLst>
      <p:ext uri="{BB962C8B-B14F-4D97-AF65-F5344CB8AC3E}">
        <p14:creationId xmlns:p14="http://schemas.microsoft.com/office/powerpoint/2010/main" val="34799949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ildplatzhalter 1">
            <a:extLst>
              <a:ext uri="{FF2B5EF4-FFF2-40B4-BE49-F238E27FC236}">
                <a16:creationId xmlns:a16="http://schemas.microsoft.com/office/drawing/2014/main" id="{79D80B18-9D20-EFE4-6892-66FDCC7C3A3F}"/>
              </a:ext>
            </a:extLst>
          </p:cNvPr>
          <p:cNvSpPr>
            <a:spLocks noGrp="1"/>
          </p:cNvSpPr>
          <p:nvPr>
            <p:ph type="pic" sz="quarter" idx="13"/>
          </p:nvPr>
        </p:nvSpPr>
        <p:spPr/>
        <p:txBody>
          <a:bodyPr/>
          <a:lstStyle/>
          <a:p>
            <a:endParaRPr lang="de-DE"/>
          </a:p>
        </p:txBody>
      </p:sp>
      <p:sp>
        <p:nvSpPr>
          <p:cNvPr id="3" name="Titel 2">
            <a:extLst>
              <a:ext uri="{FF2B5EF4-FFF2-40B4-BE49-F238E27FC236}">
                <a16:creationId xmlns:a16="http://schemas.microsoft.com/office/drawing/2014/main" id="{1186AC96-8F39-A04F-5C77-6C8AAB03810F}"/>
              </a:ext>
            </a:extLst>
          </p:cNvPr>
          <p:cNvSpPr>
            <a:spLocks noGrp="1"/>
          </p:cNvSpPr>
          <p:nvPr>
            <p:ph type="ctrTitle"/>
          </p:nvPr>
        </p:nvSpPr>
        <p:spPr/>
        <p:txBody>
          <a:bodyPr anchor="b">
            <a:normAutofit/>
          </a:bodyPr>
          <a:lstStyle/>
          <a:p>
            <a:r>
              <a:rPr lang="de-DE" i="1" dirty="0"/>
              <a:t>Enterprise Output Management – </a:t>
            </a:r>
            <a:br>
              <a:rPr lang="de-DE" i="1" dirty="0"/>
            </a:br>
            <a:r>
              <a:rPr lang="en-US" i="1" dirty="0"/>
              <a:t>What makes it stand out</a:t>
            </a:r>
            <a:r>
              <a:rPr lang="de-DE" i="1" dirty="0"/>
              <a:t>?</a:t>
            </a:r>
          </a:p>
        </p:txBody>
      </p:sp>
      <p:sp>
        <p:nvSpPr>
          <p:cNvPr id="4" name="Foliennummernplatzhalter 3">
            <a:extLst>
              <a:ext uri="{FF2B5EF4-FFF2-40B4-BE49-F238E27FC236}">
                <a16:creationId xmlns:a16="http://schemas.microsoft.com/office/drawing/2014/main" id="{F7675F7E-120E-AEF1-2579-D3719662449E}"/>
              </a:ext>
            </a:extLst>
          </p:cNvPr>
          <p:cNvSpPr>
            <a:spLocks noGrp="1"/>
          </p:cNvSpPr>
          <p:nvPr>
            <p:ph type="sldNum" sz="quarter" idx="12"/>
          </p:nvPr>
        </p:nvSpPr>
        <p:spPr/>
        <p:txBody>
          <a:bodyPr/>
          <a:lstStyle/>
          <a:p>
            <a:fld id="{D21C33D4-00A5-43D5-B722-D2F2FA4CCA11}" type="slidenum">
              <a:rPr lang="de-DE" smtClean="0"/>
              <a:t>24</a:t>
            </a:fld>
            <a:endParaRPr lang="de-DE"/>
          </a:p>
        </p:txBody>
      </p:sp>
    </p:spTree>
    <p:extLst>
      <p:ext uri="{BB962C8B-B14F-4D97-AF65-F5344CB8AC3E}">
        <p14:creationId xmlns:p14="http://schemas.microsoft.com/office/powerpoint/2010/main" val="33233995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Gerader Verbinder 32">
            <a:extLst>
              <a:ext uri="{FF2B5EF4-FFF2-40B4-BE49-F238E27FC236}">
                <a16:creationId xmlns:a16="http://schemas.microsoft.com/office/drawing/2014/main" id="{0812DFDD-225B-D08E-386D-6B129E607A17}"/>
              </a:ext>
            </a:extLst>
          </p:cNvPr>
          <p:cNvCxnSpPr/>
          <p:nvPr/>
        </p:nvCxnSpPr>
        <p:spPr>
          <a:xfrm>
            <a:off x="4046454" y="2404571"/>
            <a:ext cx="3802919" cy="0"/>
          </a:xfrm>
          <a:prstGeom prst="line">
            <a:avLst/>
          </a:prstGeom>
          <a:ln w="50800">
            <a:solidFill>
              <a:schemeClr val="accent4"/>
            </a:solidFill>
          </a:ln>
        </p:spPr>
        <p:style>
          <a:lnRef idx="1">
            <a:schemeClr val="accent6"/>
          </a:lnRef>
          <a:fillRef idx="0">
            <a:schemeClr val="accent6"/>
          </a:fillRef>
          <a:effectRef idx="0">
            <a:schemeClr val="accent6"/>
          </a:effectRef>
          <a:fontRef idx="minor">
            <a:schemeClr val="tx1"/>
          </a:fontRef>
        </p:style>
      </p:cxnSp>
      <p:cxnSp>
        <p:nvCxnSpPr>
          <p:cNvPr id="34" name="Gerader Verbinder 33">
            <a:extLst>
              <a:ext uri="{FF2B5EF4-FFF2-40B4-BE49-F238E27FC236}">
                <a16:creationId xmlns:a16="http://schemas.microsoft.com/office/drawing/2014/main" id="{40AE46C0-3A2B-51F7-758A-23AD100B077F}"/>
              </a:ext>
            </a:extLst>
          </p:cNvPr>
          <p:cNvCxnSpPr>
            <a:cxnSpLocks/>
          </p:cNvCxnSpPr>
          <p:nvPr/>
        </p:nvCxnSpPr>
        <p:spPr>
          <a:xfrm>
            <a:off x="4041234" y="2404570"/>
            <a:ext cx="3808139" cy="1424480"/>
          </a:xfrm>
          <a:prstGeom prst="line">
            <a:avLst/>
          </a:prstGeom>
          <a:ln w="50800">
            <a:solidFill>
              <a:schemeClr val="accent4"/>
            </a:solidFill>
          </a:ln>
        </p:spPr>
        <p:style>
          <a:lnRef idx="1">
            <a:schemeClr val="accent6"/>
          </a:lnRef>
          <a:fillRef idx="0">
            <a:schemeClr val="accent6"/>
          </a:fillRef>
          <a:effectRef idx="0">
            <a:schemeClr val="accent6"/>
          </a:effectRef>
          <a:fontRef idx="minor">
            <a:schemeClr val="tx1"/>
          </a:fontRef>
        </p:style>
      </p:cxnSp>
      <p:cxnSp>
        <p:nvCxnSpPr>
          <p:cNvPr id="37" name="Gerader Verbinder 36">
            <a:extLst>
              <a:ext uri="{FF2B5EF4-FFF2-40B4-BE49-F238E27FC236}">
                <a16:creationId xmlns:a16="http://schemas.microsoft.com/office/drawing/2014/main" id="{F2D850CB-4686-8DDE-C8EF-1C9ECFA02D2D}"/>
              </a:ext>
            </a:extLst>
          </p:cNvPr>
          <p:cNvCxnSpPr>
            <a:cxnSpLocks/>
          </p:cNvCxnSpPr>
          <p:nvPr/>
        </p:nvCxnSpPr>
        <p:spPr>
          <a:xfrm>
            <a:off x="4036014" y="2404569"/>
            <a:ext cx="3830048" cy="2414296"/>
          </a:xfrm>
          <a:prstGeom prst="line">
            <a:avLst/>
          </a:prstGeom>
          <a:ln w="50800">
            <a:solidFill>
              <a:schemeClr val="accent4"/>
            </a:solidFill>
          </a:ln>
        </p:spPr>
        <p:style>
          <a:lnRef idx="1">
            <a:schemeClr val="accent6"/>
          </a:lnRef>
          <a:fillRef idx="0">
            <a:schemeClr val="accent6"/>
          </a:fillRef>
          <a:effectRef idx="0">
            <a:schemeClr val="accent6"/>
          </a:effectRef>
          <a:fontRef idx="minor">
            <a:schemeClr val="tx1"/>
          </a:fontRef>
        </p:style>
      </p:cxnSp>
      <p:cxnSp>
        <p:nvCxnSpPr>
          <p:cNvPr id="39" name="Gerader Verbinder 38">
            <a:extLst>
              <a:ext uri="{FF2B5EF4-FFF2-40B4-BE49-F238E27FC236}">
                <a16:creationId xmlns:a16="http://schemas.microsoft.com/office/drawing/2014/main" id="{7C24E420-FCBB-9635-505B-55096037CDED}"/>
              </a:ext>
            </a:extLst>
          </p:cNvPr>
          <p:cNvCxnSpPr>
            <a:cxnSpLocks/>
          </p:cNvCxnSpPr>
          <p:nvPr/>
        </p:nvCxnSpPr>
        <p:spPr>
          <a:xfrm>
            <a:off x="4030794" y="2404568"/>
            <a:ext cx="3835268" cy="3341327"/>
          </a:xfrm>
          <a:prstGeom prst="line">
            <a:avLst/>
          </a:prstGeom>
          <a:ln w="50800">
            <a:solidFill>
              <a:schemeClr val="accent4"/>
            </a:solidFill>
          </a:ln>
        </p:spPr>
        <p:style>
          <a:lnRef idx="1">
            <a:schemeClr val="accent6"/>
          </a:lnRef>
          <a:fillRef idx="0">
            <a:schemeClr val="accent6"/>
          </a:fillRef>
          <a:effectRef idx="0">
            <a:schemeClr val="accent6"/>
          </a:effectRef>
          <a:fontRef idx="minor">
            <a:schemeClr val="tx1"/>
          </a:fontRef>
        </p:style>
      </p:cxnSp>
      <p:cxnSp>
        <p:nvCxnSpPr>
          <p:cNvPr id="41" name="Gerader Verbinder 40">
            <a:extLst>
              <a:ext uri="{FF2B5EF4-FFF2-40B4-BE49-F238E27FC236}">
                <a16:creationId xmlns:a16="http://schemas.microsoft.com/office/drawing/2014/main" id="{6338BBB8-5326-235C-11FB-05896F641DE8}"/>
              </a:ext>
            </a:extLst>
          </p:cNvPr>
          <p:cNvCxnSpPr>
            <a:cxnSpLocks/>
          </p:cNvCxnSpPr>
          <p:nvPr/>
        </p:nvCxnSpPr>
        <p:spPr>
          <a:xfrm flipV="1">
            <a:off x="4050038" y="2404567"/>
            <a:ext cx="3799253" cy="1357804"/>
          </a:xfrm>
          <a:prstGeom prst="line">
            <a:avLst/>
          </a:prstGeom>
          <a:ln w="50800">
            <a:solidFill>
              <a:schemeClr val="accent4"/>
            </a:solidFill>
          </a:ln>
        </p:spPr>
        <p:style>
          <a:lnRef idx="1">
            <a:schemeClr val="accent6"/>
          </a:lnRef>
          <a:fillRef idx="0">
            <a:schemeClr val="accent6"/>
          </a:fillRef>
          <a:effectRef idx="0">
            <a:schemeClr val="accent6"/>
          </a:effectRef>
          <a:fontRef idx="minor">
            <a:schemeClr val="tx1"/>
          </a:fontRef>
        </p:style>
      </p:cxnSp>
      <p:cxnSp>
        <p:nvCxnSpPr>
          <p:cNvPr id="42" name="Gerader Verbinder 41">
            <a:extLst>
              <a:ext uri="{FF2B5EF4-FFF2-40B4-BE49-F238E27FC236}">
                <a16:creationId xmlns:a16="http://schemas.microsoft.com/office/drawing/2014/main" id="{F131B991-44FE-DDF0-A86E-3D49F473F6FA}"/>
              </a:ext>
            </a:extLst>
          </p:cNvPr>
          <p:cNvCxnSpPr>
            <a:cxnSpLocks/>
          </p:cNvCxnSpPr>
          <p:nvPr/>
        </p:nvCxnSpPr>
        <p:spPr>
          <a:xfrm>
            <a:off x="4041234" y="3762371"/>
            <a:ext cx="3808057" cy="66675"/>
          </a:xfrm>
          <a:prstGeom prst="line">
            <a:avLst/>
          </a:prstGeom>
          <a:ln w="50800">
            <a:solidFill>
              <a:schemeClr val="accent4"/>
            </a:solidFill>
          </a:ln>
        </p:spPr>
        <p:style>
          <a:lnRef idx="1">
            <a:schemeClr val="accent6"/>
          </a:lnRef>
          <a:fillRef idx="0">
            <a:schemeClr val="accent6"/>
          </a:fillRef>
          <a:effectRef idx="0">
            <a:schemeClr val="accent6"/>
          </a:effectRef>
          <a:fontRef idx="minor">
            <a:schemeClr val="tx1"/>
          </a:fontRef>
        </p:style>
      </p:cxnSp>
      <p:cxnSp>
        <p:nvCxnSpPr>
          <p:cNvPr id="43" name="Gerader Verbinder 42">
            <a:extLst>
              <a:ext uri="{FF2B5EF4-FFF2-40B4-BE49-F238E27FC236}">
                <a16:creationId xmlns:a16="http://schemas.microsoft.com/office/drawing/2014/main" id="{196C7FDF-858F-1FD4-7EB7-CB67204AD7F5}"/>
              </a:ext>
            </a:extLst>
          </p:cNvPr>
          <p:cNvCxnSpPr>
            <a:cxnSpLocks/>
          </p:cNvCxnSpPr>
          <p:nvPr/>
        </p:nvCxnSpPr>
        <p:spPr>
          <a:xfrm>
            <a:off x="4035850" y="3762371"/>
            <a:ext cx="3830130" cy="1056490"/>
          </a:xfrm>
          <a:prstGeom prst="line">
            <a:avLst/>
          </a:prstGeom>
          <a:ln w="50800">
            <a:solidFill>
              <a:schemeClr val="accent4"/>
            </a:solidFill>
          </a:ln>
        </p:spPr>
        <p:style>
          <a:lnRef idx="1">
            <a:schemeClr val="accent6"/>
          </a:lnRef>
          <a:fillRef idx="0">
            <a:schemeClr val="accent6"/>
          </a:fillRef>
          <a:effectRef idx="0">
            <a:schemeClr val="accent6"/>
          </a:effectRef>
          <a:fontRef idx="minor">
            <a:schemeClr val="tx1"/>
          </a:fontRef>
        </p:style>
      </p:cxnSp>
      <p:cxnSp>
        <p:nvCxnSpPr>
          <p:cNvPr id="44" name="Gerader Verbinder 43">
            <a:extLst>
              <a:ext uri="{FF2B5EF4-FFF2-40B4-BE49-F238E27FC236}">
                <a16:creationId xmlns:a16="http://schemas.microsoft.com/office/drawing/2014/main" id="{F4638C7A-9B8C-55DE-73EE-64434E60E674}"/>
              </a:ext>
            </a:extLst>
          </p:cNvPr>
          <p:cNvCxnSpPr>
            <a:cxnSpLocks/>
          </p:cNvCxnSpPr>
          <p:nvPr/>
        </p:nvCxnSpPr>
        <p:spPr>
          <a:xfrm>
            <a:off x="4035932" y="3762375"/>
            <a:ext cx="3830048" cy="1983516"/>
          </a:xfrm>
          <a:prstGeom prst="line">
            <a:avLst/>
          </a:prstGeom>
          <a:ln w="50800">
            <a:solidFill>
              <a:schemeClr val="accent4"/>
            </a:solidFill>
          </a:ln>
        </p:spPr>
        <p:style>
          <a:lnRef idx="1">
            <a:schemeClr val="accent6"/>
          </a:lnRef>
          <a:fillRef idx="0">
            <a:schemeClr val="accent6"/>
          </a:fillRef>
          <a:effectRef idx="0">
            <a:schemeClr val="accent6"/>
          </a:effectRef>
          <a:fontRef idx="minor">
            <a:schemeClr val="tx1"/>
          </a:fontRef>
        </p:style>
      </p:cxnSp>
      <p:cxnSp>
        <p:nvCxnSpPr>
          <p:cNvPr id="69" name="Gerader Verbinder 68">
            <a:extLst>
              <a:ext uri="{FF2B5EF4-FFF2-40B4-BE49-F238E27FC236}">
                <a16:creationId xmlns:a16="http://schemas.microsoft.com/office/drawing/2014/main" id="{52E1679E-9C2C-E4B9-02E4-419D717F400E}"/>
              </a:ext>
            </a:extLst>
          </p:cNvPr>
          <p:cNvCxnSpPr>
            <a:cxnSpLocks/>
          </p:cNvCxnSpPr>
          <p:nvPr/>
        </p:nvCxnSpPr>
        <p:spPr>
          <a:xfrm flipV="1">
            <a:off x="4050038" y="2416723"/>
            <a:ext cx="3799253" cy="2307111"/>
          </a:xfrm>
          <a:prstGeom prst="line">
            <a:avLst/>
          </a:prstGeom>
          <a:ln w="50800">
            <a:solidFill>
              <a:schemeClr val="accent4"/>
            </a:solidFill>
          </a:ln>
        </p:spPr>
        <p:style>
          <a:lnRef idx="1">
            <a:schemeClr val="accent6"/>
          </a:lnRef>
          <a:fillRef idx="0">
            <a:schemeClr val="accent6"/>
          </a:fillRef>
          <a:effectRef idx="0">
            <a:schemeClr val="accent6"/>
          </a:effectRef>
          <a:fontRef idx="minor">
            <a:schemeClr val="tx1"/>
          </a:fontRef>
        </p:style>
      </p:cxnSp>
      <p:cxnSp>
        <p:nvCxnSpPr>
          <p:cNvPr id="70" name="Gerader Verbinder 69">
            <a:extLst>
              <a:ext uri="{FF2B5EF4-FFF2-40B4-BE49-F238E27FC236}">
                <a16:creationId xmlns:a16="http://schemas.microsoft.com/office/drawing/2014/main" id="{D5E3657A-ADC1-8202-7537-DBA088F5FBE2}"/>
              </a:ext>
            </a:extLst>
          </p:cNvPr>
          <p:cNvCxnSpPr>
            <a:cxnSpLocks/>
          </p:cNvCxnSpPr>
          <p:nvPr/>
        </p:nvCxnSpPr>
        <p:spPr>
          <a:xfrm flipV="1">
            <a:off x="4050038" y="3841202"/>
            <a:ext cx="3799253" cy="882632"/>
          </a:xfrm>
          <a:prstGeom prst="line">
            <a:avLst/>
          </a:prstGeom>
          <a:ln w="50800">
            <a:solidFill>
              <a:schemeClr val="accent4"/>
            </a:solidFill>
          </a:ln>
        </p:spPr>
        <p:style>
          <a:lnRef idx="1">
            <a:schemeClr val="accent6"/>
          </a:lnRef>
          <a:fillRef idx="0">
            <a:schemeClr val="accent6"/>
          </a:fillRef>
          <a:effectRef idx="0">
            <a:schemeClr val="accent6"/>
          </a:effectRef>
          <a:fontRef idx="minor">
            <a:schemeClr val="tx1"/>
          </a:fontRef>
        </p:style>
      </p:cxnSp>
      <p:cxnSp>
        <p:nvCxnSpPr>
          <p:cNvPr id="71" name="Gerader Verbinder 70">
            <a:extLst>
              <a:ext uri="{FF2B5EF4-FFF2-40B4-BE49-F238E27FC236}">
                <a16:creationId xmlns:a16="http://schemas.microsoft.com/office/drawing/2014/main" id="{747BEABF-6B7D-2BDD-AD39-25967A4DD144}"/>
              </a:ext>
            </a:extLst>
          </p:cNvPr>
          <p:cNvCxnSpPr>
            <a:cxnSpLocks/>
          </p:cNvCxnSpPr>
          <p:nvPr/>
        </p:nvCxnSpPr>
        <p:spPr>
          <a:xfrm>
            <a:off x="4029764" y="4723834"/>
            <a:ext cx="3836216" cy="107183"/>
          </a:xfrm>
          <a:prstGeom prst="line">
            <a:avLst/>
          </a:prstGeom>
          <a:ln w="50800">
            <a:solidFill>
              <a:schemeClr val="accent4"/>
            </a:solidFill>
          </a:ln>
        </p:spPr>
        <p:style>
          <a:lnRef idx="1">
            <a:schemeClr val="accent6"/>
          </a:lnRef>
          <a:fillRef idx="0">
            <a:schemeClr val="accent6"/>
          </a:fillRef>
          <a:effectRef idx="0">
            <a:schemeClr val="accent6"/>
          </a:effectRef>
          <a:fontRef idx="minor">
            <a:schemeClr val="tx1"/>
          </a:fontRef>
        </p:style>
      </p:cxnSp>
      <p:cxnSp>
        <p:nvCxnSpPr>
          <p:cNvPr id="72" name="Gerader Verbinder 71">
            <a:extLst>
              <a:ext uri="{FF2B5EF4-FFF2-40B4-BE49-F238E27FC236}">
                <a16:creationId xmlns:a16="http://schemas.microsoft.com/office/drawing/2014/main" id="{8CB3FC29-CC0D-FB4A-2CDC-1C39A1DBDCE0}"/>
              </a:ext>
            </a:extLst>
          </p:cNvPr>
          <p:cNvCxnSpPr>
            <a:cxnSpLocks/>
          </p:cNvCxnSpPr>
          <p:nvPr/>
        </p:nvCxnSpPr>
        <p:spPr>
          <a:xfrm>
            <a:off x="4050038" y="4723834"/>
            <a:ext cx="3815942" cy="1034213"/>
          </a:xfrm>
          <a:prstGeom prst="line">
            <a:avLst/>
          </a:prstGeom>
          <a:ln w="50800">
            <a:solidFill>
              <a:schemeClr val="accent4"/>
            </a:solidFill>
          </a:ln>
        </p:spPr>
        <p:style>
          <a:lnRef idx="1">
            <a:schemeClr val="accent6"/>
          </a:lnRef>
          <a:fillRef idx="0">
            <a:schemeClr val="accent6"/>
          </a:fillRef>
          <a:effectRef idx="0">
            <a:schemeClr val="accent6"/>
          </a:effectRef>
          <a:fontRef idx="minor">
            <a:schemeClr val="tx1"/>
          </a:fontRef>
        </p:style>
      </p:cxnSp>
      <p:cxnSp>
        <p:nvCxnSpPr>
          <p:cNvPr id="89" name="Gerader Verbinder 88">
            <a:extLst>
              <a:ext uri="{FF2B5EF4-FFF2-40B4-BE49-F238E27FC236}">
                <a16:creationId xmlns:a16="http://schemas.microsoft.com/office/drawing/2014/main" id="{33ED572C-7057-CFAC-2434-24FAED0B9768}"/>
              </a:ext>
            </a:extLst>
          </p:cNvPr>
          <p:cNvCxnSpPr>
            <a:cxnSpLocks/>
          </p:cNvCxnSpPr>
          <p:nvPr/>
        </p:nvCxnSpPr>
        <p:spPr>
          <a:xfrm flipV="1">
            <a:off x="4046372" y="2402927"/>
            <a:ext cx="3814389" cy="3321796"/>
          </a:xfrm>
          <a:prstGeom prst="line">
            <a:avLst/>
          </a:prstGeom>
          <a:ln w="50800">
            <a:solidFill>
              <a:schemeClr val="accent4"/>
            </a:solidFill>
          </a:ln>
        </p:spPr>
        <p:style>
          <a:lnRef idx="1">
            <a:schemeClr val="accent6"/>
          </a:lnRef>
          <a:fillRef idx="0">
            <a:schemeClr val="accent6"/>
          </a:fillRef>
          <a:effectRef idx="0">
            <a:schemeClr val="accent6"/>
          </a:effectRef>
          <a:fontRef idx="minor">
            <a:schemeClr val="tx1"/>
          </a:fontRef>
        </p:style>
      </p:cxnSp>
      <p:cxnSp>
        <p:nvCxnSpPr>
          <p:cNvPr id="90" name="Gerader Verbinder 89">
            <a:extLst>
              <a:ext uri="{FF2B5EF4-FFF2-40B4-BE49-F238E27FC236}">
                <a16:creationId xmlns:a16="http://schemas.microsoft.com/office/drawing/2014/main" id="{875427C8-F9F5-0183-0D5A-30B345D2A80B}"/>
              </a:ext>
            </a:extLst>
          </p:cNvPr>
          <p:cNvCxnSpPr>
            <a:cxnSpLocks/>
          </p:cNvCxnSpPr>
          <p:nvPr/>
        </p:nvCxnSpPr>
        <p:spPr>
          <a:xfrm flipV="1">
            <a:off x="4077234" y="3827406"/>
            <a:ext cx="3783527" cy="1897317"/>
          </a:xfrm>
          <a:prstGeom prst="line">
            <a:avLst/>
          </a:prstGeom>
          <a:ln w="50800">
            <a:solidFill>
              <a:schemeClr val="accent4"/>
            </a:solidFill>
          </a:ln>
        </p:spPr>
        <p:style>
          <a:lnRef idx="1">
            <a:schemeClr val="accent6"/>
          </a:lnRef>
          <a:fillRef idx="0">
            <a:schemeClr val="accent6"/>
          </a:fillRef>
          <a:effectRef idx="0">
            <a:schemeClr val="accent6"/>
          </a:effectRef>
          <a:fontRef idx="minor">
            <a:schemeClr val="tx1"/>
          </a:fontRef>
        </p:style>
      </p:cxnSp>
      <p:cxnSp>
        <p:nvCxnSpPr>
          <p:cNvPr id="91" name="Gerader Verbinder 90">
            <a:extLst>
              <a:ext uri="{FF2B5EF4-FFF2-40B4-BE49-F238E27FC236}">
                <a16:creationId xmlns:a16="http://schemas.microsoft.com/office/drawing/2014/main" id="{D703AE03-406C-45FE-7A22-11F601838EC3}"/>
              </a:ext>
            </a:extLst>
          </p:cNvPr>
          <p:cNvCxnSpPr>
            <a:cxnSpLocks/>
          </p:cNvCxnSpPr>
          <p:nvPr/>
        </p:nvCxnSpPr>
        <p:spPr>
          <a:xfrm flipV="1">
            <a:off x="4077234" y="4817221"/>
            <a:ext cx="3800216" cy="907502"/>
          </a:xfrm>
          <a:prstGeom prst="line">
            <a:avLst/>
          </a:prstGeom>
          <a:ln w="50800">
            <a:solidFill>
              <a:schemeClr val="accent4"/>
            </a:solidFill>
          </a:ln>
        </p:spPr>
        <p:style>
          <a:lnRef idx="1">
            <a:schemeClr val="accent6"/>
          </a:lnRef>
          <a:fillRef idx="0">
            <a:schemeClr val="accent6"/>
          </a:fillRef>
          <a:effectRef idx="0">
            <a:schemeClr val="accent6"/>
          </a:effectRef>
          <a:fontRef idx="minor">
            <a:schemeClr val="tx1"/>
          </a:fontRef>
        </p:style>
      </p:cxnSp>
      <p:cxnSp>
        <p:nvCxnSpPr>
          <p:cNvPr id="92" name="Gerader Verbinder 91">
            <a:extLst>
              <a:ext uri="{FF2B5EF4-FFF2-40B4-BE49-F238E27FC236}">
                <a16:creationId xmlns:a16="http://schemas.microsoft.com/office/drawing/2014/main" id="{CD5DFA42-B739-EF15-EE08-11A200463A99}"/>
              </a:ext>
            </a:extLst>
          </p:cNvPr>
          <p:cNvCxnSpPr>
            <a:cxnSpLocks/>
          </p:cNvCxnSpPr>
          <p:nvPr/>
        </p:nvCxnSpPr>
        <p:spPr>
          <a:xfrm>
            <a:off x="4065764" y="5724723"/>
            <a:ext cx="3811686" cy="19528"/>
          </a:xfrm>
          <a:prstGeom prst="line">
            <a:avLst/>
          </a:prstGeom>
          <a:ln w="50800">
            <a:solidFill>
              <a:schemeClr val="accent4"/>
            </a:solidFill>
          </a:ln>
        </p:spPr>
        <p:style>
          <a:lnRef idx="1">
            <a:schemeClr val="accent6"/>
          </a:lnRef>
          <a:fillRef idx="0">
            <a:schemeClr val="accent6"/>
          </a:fillRef>
          <a:effectRef idx="0">
            <a:schemeClr val="accent6"/>
          </a:effectRef>
          <a:fontRef idx="minor">
            <a:schemeClr val="tx1"/>
          </a:fontRef>
        </p:style>
      </p:cxnSp>
      <p:sp>
        <p:nvSpPr>
          <p:cNvPr id="5" name="Rechteck: abgerundete Ecken 4">
            <a:extLst>
              <a:ext uri="{FF2B5EF4-FFF2-40B4-BE49-F238E27FC236}">
                <a16:creationId xmlns:a16="http://schemas.microsoft.com/office/drawing/2014/main" id="{EA45A965-DA8B-EC19-09E7-7EE54838B7D5}"/>
              </a:ext>
            </a:extLst>
          </p:cNvPr>
          <p:cNvSpPr/>
          <p:nvPr/>
        </p:nvSpPr>
        <p:spPr>
          <a:xfrm>
            <a:off x="1655763" y="1656643"/>
            <a:ext cx="2390691" cy="5011858"/>
          </a:xfrm>
          <a:prstGeom prst="roundRect">
            <a:avLst>
              <a:gd name="adj" fmla="val 4588"/>
            </a:avLst>
          </a:prstGeom>
          <a:solidFill>
            <a:schemeClr val="bg2"/>
          </a:solid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abgerundete Ecken 8">
            <a:extLst>
              <a:ext uri="{FF2B5EF4-FFF2-40B4-BE49-F238E27FC236}">
                <a16:creationId xmlns:a16="http://schemas.microsoft.com/office/drawing/2014/main" id="{4F2FCF35-3FA8-3668-981C-05BFDB49B7D3}"/>
              </a:ext>
            </a:extLst>
          </p:cNvPr>
          <p:cNvSpPr/>
          <p:nvPr/>
        </p:nvSpPr>
        <p:spPr>
          <a:xfrm>
            <a:off x="7849373" y="1656643"/>
            <a:ext cx="2390691" cy="5011858"/>
          </a:xfrm>
          <a:prstGeom prst="roundRect">
            <a:avLst>
              <a:gd name="adj" fmla="val 4588"/>
            </a:avLst>
          </a:prstGeom>
          <a:solidFill>
            <a:schemeClr val="bg2"/>
          </a:solid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Foliennummernplatzhalter 2">
            <a:extLst>
              <a:ext uri="{FF2B5EF4-FFF2-40B4-BE49-F238E27FC236}">
                <a16:creationId xmlns:a16="http://schemas.microsoft.com/office/drawing/2014/main" id="{606D53A4-14A7-0E11-4EF9-2A0C7EEB8A99}"/>
              </a:ext>
            </a:extLst>
          </p:cNvPr>
          <p:cNvSpPr>
            <a:spLocks noGrp="1"/>
          </p:cNvSpPr>
          <p:nvPr>
            <p:ph type="sldNum" sz="quarter" idx="12"/>
          </p:nvPr>
        </p:nvSpPr>
        <p:spPr/>
        <p:txBody>
          <a:bodyPr/>
          <a:lstStyle/>
          <a:p>
            <a:fld id="{D21C33D4-00A5-43D5-B722-D2F2FA4CCA11}" type="slidenum">
              <a:rPr lang="de-DE" smtClean="0"/>
              <a:t>25</a:t>
            </a:fld>
            <a:endParaRPr lang="de-DE"/>
          </a:p>
        </p:txBody>
      </p:sp>
      <p:sp>
        <p:nvSpPr>
          <p:cNvPr id="4" name="Titel 3">
            <a:extLst>
              <a:ext uri="{FF2B5EF4-FFF2-40B4-BE49-F238E27FC236}">
                <a16:creationId xmlns:a16="http://schemas.microsoft.com/office/drawing/2014/main" id="{06A265B0-12B6-3108-39E6-14950613CD6A}"/>
              </a:ext>
            </a:extLst>
          </p:cNvPr>
          <p:cNvSpPr>
            <a:spLocks noGrp="1"/>
          </p:cNvSpPr>
          <p:nvPr>
            <p:ph type="ctrTitle"/>
          </p:nvPr>
        </p:nvSpPr>
        <p:spPr/>
        <p:txBody>
          <a:bodyPr anchor="b"/>
          <a:lstStyle/>
          <a:p>
            <a:r>
              <a:rPr lang="de-DE" i="1" dirty="0"/>
              <a:t>Enterprise Output Management – Definition</a:t>
            </a:r>
          </a:p>
        </p:txBody>
      </p:sp>
      <p:sp>
        <p:nvSpPr>
          <p:cNvPr id="2" name="Textfeld 1">
            <a:extLst>
              <a:ext uri="{FF2B5EF4-FFF2-40B4-BE49-F238E27FC236}">
                <a16:creationId xmlns:a16="http://schemas.microsoft.com/office/drawing/2014/main" id="{4D549A9E-A5C5-26E2-C469-B8B3202603C0}"/>
              </a:ext>
            </a:extLst>
          </p:cNvPr>
          <p:cNvSpPr txBox="1"/>
          <p:nvPr/>
        </p:nvSpPr>
        <p:spPr>
          <a:xfrm>
            <a:off x="2076045" y="3973755"/>
            <a:ext cx="1550126" cy="369332"/>
          </a:xfrm>
          <a:prstGeom prst="rect">
            <a:avLst/>
          </a:prstGeom>
          <a:noFill/>
        </p:spPr>
        <p:txBody>
          <a:bodyPr wrap="square" rtlCol="0">
            <a:spAutoFit/>
          </a:bodyPr>
          <a:lstStyle/>
          <a:p>
            <a:pPr algn="ctr"/>
            <a:r>
              <a:rPr lang="de-DE" dirty="0"/>
              <a:t>Engineering</a:t>
            </a:r>
          </a:p>
        </p:txBody>
      </p:sp>
      <p:sp>
        <p:nvSpPr>
          <p:cNvPr id="6" name="Textfeld 5">
            <a:extLst>
              <a:ext uri="{FF2B5EF4-FFF2-40B4-BE49-F238E27FC236}">
                <a16:creationId xmlns:a16="http://schemas.microsoft.com/office/drawing/2014/main" id="{3325B24D-873E-5A63-03D6-B97362D37A04}"/>
              </a:ext>
            </a:extLst>
          </p:cNvPr>
          <p:cNvSpPr txBox="1"/>
          <p:nvPr/>
        </p:nvSpPr>
        <p:spPr>
          <a:xfrm>
            <a:off x="1945417" y="4999305"/>
            <a:ext cx="1811383" cy="369332"/>
          </a:xfrm>
          <a:prstGeom prst="rect">
            <a:avLst/>
          </a:prstGeom>
          <a:noFill/>
        </p:spPr>
        <p:txBody>
          <a:bodyPr wrap="square" rtlCol="0">
            <a:spAutoFit/>
          </a:bodyPr>
          <a:lstStyle/>
          <a:p>
            <a:pPr algn="ctr"/>
            <a:r>
              <a:rPr lang="de-DE" dirty="0"/>
              <a:t>Windows / Citrix</a:t>
            </a:r>
          </a:p>
        </p:txBody>
      </p:sp>
      <p:sp>
        <p:nvSpPr>
          <p:cNvPr id="7" name="Textfeld 6">
            <a:extLst>
              <a:ext uri="{FF2B5EF4-FFF2-40B4-BE49-F238E27FC236}">
                <a16:creationId xmlns:a16="http://schemas.microsoft.com/office/drawing/2014/main" id="{8A671F34-30A2-ADB3-1496-3CC33D210A5D}"/>
              </a:ext>
            </a:extLst>
          </p:cNvPr>
          <p:cNvSpPr txBox="1"/>
          <p:nvPr/>
        </p:nvSpPr>
        <p:spPr>
          <a:xfrm>
            <a:off x="1880036" y="6022171"/>
            <a:ext cx="1942145" cy="369332"/>
          </a:xfrm>
          <a:prstGeom prst="rect">
            <a:avLst/>
          </a:prstGeom>
          <a:noFill/>
        </p:spPr>
        <p:txBody>
          <a:bodyPr wrap="square" rtlCol="0">
            <a:spAutoFit/>
          </a:bodyPr>
          <a:lstStyle/>
          <a:p>
            <a:pPr algn="ctr"/>
            <a:r>
              <a:rPr lang="de-DE" dirty="0"/>
              <a:t>Mobile Devices</a:t>
            </a:r>
          </a:p>
        </p:txBody>
      </p:sp>
      <p:sp>
        <p:nvSpPr>
          <p:cNvPr id="16" name="Textfeld 15">
            <a:extLst>
              <a:ext uri="{FF2B5EF4-FFF2-40B4-BE49-F238E27FC236}">
                <a16:creationId xmlns:a16="http://schemas.microsoft.com/office/drawing/2014/main" id="{5F501B4A-77A1-CED3-E5DE-B7D1CBAE68F9}"/>
              </a:ext>
            </a:extLst>
          </p:cNvPr>
          <p:cNvSpPr txBox="1"/>
          <p:nvPr/>
        </p:nvSpPr>
        <p:spPr>
          <a:xfrm>
            <a:off x="2076045" y="2677981"/>
            <a:ext cx="1550126" cy="369332"/>
          </a:xfrm>
          <a:prstGeom prst="rect">
            <a:avLst/>
          </a:prstGeom>
          <a:noFill/>
        </p:spPr>
        <p:txBody>
          <a:bodyPr wrap="square" rtlCol="0">
            <a:spAutoFit/>
          </a:bodyPr>
          <a:lstStyle/>
          <a:p>
            <a:pPr algn="ctr"/>
            <a:r>
              <a:rPr lang="de-DE" dirty="0"/>
              <a:t>SAP</a:t>
            </a:r>
          </a:p>
        </p:txBody>
      </p:sp>
      <p:sp>
        <p:nvSpPr>
          <p:cNvPr id="17" name="Textfeld 16">
            <a:extLst>
              <a:ext uri="{FF2B5EF4-FFF2-40B4-BE49-F238E27FC236}">
                <a16:creationId xmlns:a16="http://schemas.microsoft.com/office/drawing/2014/main" id="{3575CB20-9CDB-D359-6F06-2E37B569634B}"/>
              </a:ext>
            </a:extLst>
          </p:cNvPr>
          <p:cNvSpPr txBox="1"/>
          <p:nvPr/>
        </p:nvSpPr>
        <p:spPr>
          <a:xfrm>
            <a:off x="8269655" y="3973755"/>
            <a:ext cx="1550126" cy="369332"/>
          </a:xfrm>
          <a:prstGeom prst="rect">
            <a:avLst/>
          </a:prstGeom>
          <a:noFill/>
        </p:spPr>
        <p:txBody>
          <a:bodyPr wrap="square" rtlCol="0">
            <a:spAutoFit/>
          </a:bodyPr>
          <a:lstStyle/>
          <a:p>
            <a:pPr algn="ctr"/>
            <a:r>
              <a:rPr lang="de-DE" dirty="0"/>
              <a:t>Email / Fax</a:t>
            </a:r>
          </a:p>
        </p:txBody>
      </p:sp>
      <p:sp>
        <p:nvSpPr>
          <p:cNvPr id="18" name="Textfeld 17">
            <a:extLst>
              <a:ext uri="{FF2B5EF4-FFF2-40B4-BE49-F238E27FC236}">
                <a16:creationId xmlns:a16="http://schemas.microsoft.com/office/drawing/2014/main" id="{5D67AE9D-8FB1-5D6E-D058-31F7264AD97A}"/>
              </a:ext>
            </a:extLst>
          </p:cNvPr>
          <p:cNvSpPr txBox="1"/>
          <p:nvPr/>
        </p:nvSpPr>
        <p:spPr>
          <a:xfrm>
            <a:off x="8139027" y="4999305"/>
            <a:ext cx="1811383" cy="369332"/>
          </a:xfrm>
          <a:prstGeom prst="rect">
            <a:avLst/>
          </a:prstGeom>
          <a:noFill/>
        </p:spPr>
        <p:txBody>
          <a:bodyPr wrap="square" rtlCol="0">
            <a:spAutoFit/>
          </a:bodyPr>
          <a:lstStyle/>
          <a:p>
            <a:pPr algn="ctr"/>
            <a:r>
              <a:rPr lang="de-DE" dirty="0"/>
              <a:t>File / Portal</a:t>
            </a:r>
          </a:p>
        </p:txBody>
      </p:sp>
      <p:sp>
        <p:nvSpPr>
          <p:cNvPr id="20" name="Textfeld 19">
            <a:extLst>
              <a:ext uri="{FF2B5EF4-FFF2-40B4-BE49-F238E27FC236}">
                <a16:creationId xmlns:a16="http://schemas.microsoft.com/office/drawing/2014/main" id="{D8D67F3D-4A63-1112-BC4B-25624023AD1F}"/>
              </a:ext>
            </a:extLst>
          </p:cNvPr>
          <p:cNvSpPr txBox="1"/>
          <p:nvPr/>
        </p:nvSpPr>
        <p:spPr>
          <a:xfrm>
            <a:off x="7849374" y="6022171"/>
            <a:ext cx="2390690" cy="646331"/>
          </a:xfrm>
          <a:prstGeom prst="rect">
            <a:avLst/>
          </a:prstGeom>
          <a:noFill/>
        </p:spPr>
        <p:txBody>
          <a:bodyPr wrap="square" rtlCol="0">
            <a:spAutoFit/>
          </a:bodyPr>
          <a:lstStyle/>
          <a:p>
            <a:pPr algn="ctr"/>
            <a:r>
              <a:rPr lang="de-DE" dirty="0"/>
              <a:t>Mobile Devices / Display / Terminal</a:t>
            </a:r>
          </a:p>
        </p:txBody>
      </p:sp>
      <p:sp>
        <p:nvSpPr>
          <p:cNvPr id="22" name="Textfeld 21">
            <a:extLst>
              <a:ext uri="{FF2B5EF4-FFF2-40B4-BE49-F238E27FC236}">
                <a16:creationId xmlns:a16="http://schemas.microsoft.com/office/drawing/2014/main" id="{0FB64F4A-4680-DE07-2401-C238B6E16E8B}"/>
              </a:ext>
            </a:extLst>
          </p:cNvPr>
          <p:cNvSpPr txBox="1"/>
          <p:nvPr/>
        </p:nvSpPr>
        <p:spPr>
          <a:xfrm>
            <a:off x="7849373" y="2677981"/>
            <a:ext cx="2390690" cy="646331"/>
          </a:xfrm>
          <a:prstGeom prst="rect">
            <a:avLst/>
          </a:prstGeom>
          <a:noFill/>
        </p:spPr>
        <p:txBody>
          <a:bodyPr wrap="square" rtlCol="0">
            <a:spAutoFit/>
          </a:bodyPr>
          <a:lstStyle/>
          <a:p>
            <a:pPr algn="ctr"/>
            <a:r>
              <a:rPr lang="de-DE" dirty="0"/>
              <a:t>Printer / Multi-</a:t>
            </a:r>
            <a:r>
              <a:rPr lang="de-DE" dirty="0" err="1"/>
              <a:t>function</a:t>
            </a:r>
            <a:r>
              <a:rPr lang="de-DE" dirty="0"/>
              <a:t> </a:t>
            </a:r>
            <a:r>
              <a:rPr lang="de-DE" dirty="0" err="1"/>
              <a:t>printer</a:t>
            </a:r>
            <a:endParaRPr lang="de-DE" dirty="0"/>
          </a:p>
        </p:txBody>
      </p:sp>
      <p:sp>
        <p:nvSpPr>
          <p:cNvPr id="30" name="Textfeld 29">
            <a:extLst>
              <a:ext uri="{FF2B5EF4-FFF2-40B4-BE49-F238E27FC236}">
                <a16:creationId xmlns:a16="http://schemas.microsoft.com/office/drawing/2014/main" id="{F69AC490-A311-62FD-524A-1804CEE7437D}"/>
              </a:ext>
            </a:extLst>
          </p:cNvPr>
          <p:cNvSpPr txBox="1"/>
          <p:nvPr/>
        </p:nvSpPr>
        <p:spPr>
          <a:xfrm>
            <a:off x="1655761" y="1656643"/>
            <a:ext cx="2390775" cy="369332"/>
          </a:xfrm>
          <a:prstGeom prst="rect">
            <a:avLst/>
          </a:prstGeom>
          <a:noFill/>
        </p:spPr>
        <p:txBody>
          <a:bodyPr wrap="square" rtlCol="0">
            <a:spAutoFit/>
          </a:bodyPr>
          <a:lstStyle/>
          <a:p>
            <a:r>
              <a:rPr lang="de-DE" b="1" dirty="0" err="1"/>
              <a:t>Application</a:t>
            </a:r>
            <a:r>
              <a:rPr lang="de-DE" b="1" dirty="0"/>
              <a:t> </a:t>
            </a:r>
            <a:r>
              <a:rPr lang="de-DE" b="1" dirty="0" err="1"/>
              <a:t>level</a:t>
            </a:r>
            <a:endParaRPr lang="de-DE" b="1" dirty="0"/>
          </a:p>
        </p:txBody>
      </p:sp>
      <p:sp>
        <p:nvSpPr>
          <p:cNvPr id="31" name="Textfeld 30">
            <a:extLst>
              <a:ext uri="{FF2B5EF4-FFF2-40B4-BE49-F238E27FC236}">
                <a16:creationId xmlns:a16="http://schemas.microsoft.com/office/drawing/2014/main" id="{433BFB3A-9E60-E5FD-450E-8491520FB8C8}"/>
              </a:ext>
            </a:extLst>
          </p:cNvPr>
          <p:cNvSpPr txBox="1"/>
          <p:nvPr/>
        </p:nvSpPr>
        <p:spPr>
          <a:xfrm>
            <a:off x="7866062" y="1656643"/>
            <a:ext cx="2478088" cy="369332"/>
          </a:xfrm>
          <a:prstGeom prst="rect">
            <a:avLst/>
          </a:prstGeom>
          <a:noFill/>
        </p:spPr>
        <p:txBody>
          <a:bodyPr wrap="square" rtlCol="0">
            <a:spAutoFit/>
          </a:bodyPr>
          <a:lstStyle/>
          <a:p>
            <a:r>
              <a:rPr lang="de-DE" b="1" dirty="0"/>
              <a:t>Multi-Channel-Output</a:t>
            </a:r>
          </a:p>
        </p:txBody>
      </p:sp>
      <p:pic>
        <p:nvPicPr>
          <p:cNvPr id="10" name="Grafik 9">
            <a:extLst>
              <a:ext uri="{FF2B5EF4-FFF2-40B4-BE49-F238E27FC236}">
                <a16:creationId xmlns:a16="http://schemas.microsoft.com/office/drawing/2014/main" id="{BF7C2B6F-D4A3-DA60-6624-074E62590D0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2491108" y="3357645"/>
            <a:ext cx="648000" cy="648000"/>
          </a:xfrm>
          <a:prstGeom prst="rect">
            <a:avLst/>
          </a:prstGeom>
        </p:spPr>
      </p:pic>
      <p:pic>
        <p:nvPicPr>
          <p:cNvPr id="11" name="Grafik 10">
            <a:extLst>
              <a:ext uri="{FF2B5EF4-FFF2-40B4-BE49-F238E27FC236}">
                <a16:creationId xmlns:a16="http://schemas.microsoft.com/office/drawing/2014/main" id="{1BD97241-2CC8-2B75-FC6C-557C56A7F37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2491108" y="5421895"/>
            <a:ext cx="648000" cy="648000"/>
          </a:xfrm>
          <a:prstGeom prst="rect">
            <a:avLst/>
          </a:prstGeom>
        </p:spPr>
      </p:pic>
      <p:pic>
        <p:nvPicPr>
          <p:cNvPr id="14" name="Grafik 13">
            <a:extLst>
              <a:ext uri="{FF2B5EF4-FFF2-40B4-BE49-F238E27FC236}">
                <a16:creationId xmlns:a16="http://schemas.microsoft.com/office/drawing/2014/main" id="{5A5B0C04-9DD4-7611-282A-E3D51ADE2AE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8684718" y="3357645"/>
            <a:ext cx="648000" cy="648000"/>
          </a:xfrm>
          <a:prstGeom prst="rect">
            <a:avLst/>
          </a:prstGeom>
        </p:spPr>
      </p:pic>
      <p:pic>
        <p:nvPicPr>
          <p:cNvPr id="15" name="Grafik 14">
            <a:extLst>
              <a:ext uri="{FF2B5EF4-FFF2-40B4-BE49-F238E27FC236}">
                <a16:creationId xmlns:a16="http://schemas.microsoft.com/office/drawing/2014/main" id="{B2B83492-ECAA-72D0-DA08-7D3B9DB0D86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p:blipFill>
        <p:spPr>
          <a:xfrm>
            <a:off x="8684718" y="4380000"/>
            <a:ext cx="648000" cy="648000"/>
          </a:xfrm>
          <a:prstGeom prst="rect">
            <a:avLst/>
          </a:prstGeom>
        </p:spPr>
      </p:pic>
      <p:pic>
        <p:nvPicPr>
          <p:cNvPr id="24" name="Grafik 23">
            <a:extLst>
              <a:ext uri="{FF2B5EF4-FFF2-40B4-BE49-F238E27FC236}">
                <a16:creationId xmlns:a16="http://schemas.microsoft.com/office/drawing/2014/main" id="{6171AFE0-FAF9-847E-09CD-335DA804C62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p:blipFill>
        <p:spPr>
          <a:xfrm>
            <a:off x="8684718" y="5421895"/>
            <a:ext cx="648000" cy="648000"/>
          </a:xfrm>
          <a:prstGeom prst="rect">
            <a:avLst/>
          </a:prstGeom>
        </p:spPr>
      </p:pic>
      <p:pic>
        <p:nvPicPr>
          <p:cNvPr id="26" name="Grafik 25">
            <a:extLst>
              <a:ext uri="{FF2B5EF4-FFF2-40B4-BE49-F238E27FC236}">
                <a16:creationId xmlns:a16="http://schemas.microsoft.com/office/drawing/2014/main" id="{8B21DEB7-112C-12DE-4ECC-DDEC76F8172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a:stretch/>
        </p:blipFill>
        <p:spPr>
          <a:xfrm>
            <a:off x="2527108" y="2080571"/>
            <a:ext cx="648000" cy="648000"/>
          </a:xfrm>
          <a:prstGeom prst="rect">
            <a:avLst/>
          </a:prstGeom>
        </p:spPr>
      </p:pic>
      <p:pic>
        <p:nvPicPr>
          <p:cNvPr id="28" name="Grafik 27">
            <a:extLst>
              <a:ext uri="{FF2B5EF4-FFF2-40B4-BE49-F238E27FC236}">
                <a16:creationId xmlns:a16="http://schemas.microsoft.com/office/drawing/2014/main" id="{B331F2EF-8733-FC04-A608-B0B6989CE4F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a:stretch/>
        </p:blipFill>
        <p:spPr>
          <a:xfrm>
            <a:off x="2491108" y="4380000"/>
            <a:ext cx="648000" cy="648000"/>
          </a:xfrm>
          <a:prstGeom prst="rect">
            <a:avLst/>
          </a:prstGeom>
        </p:spPr>
      </p:pic>
      <p:pic>
        <p:nvPicPr>
          <p:cNvPr id="29" name="Grafik 28">
            <a:extLst>
              <a:ext uri="{FF2B5EF4-FFF2-40B4-BE49-F238E27FC236}">
                <a16:creationId xmlns:a16="http://schemas.microsoft.com/office/drawing/2014/main" id="{C8EBA3AB-3DA4-4395-BD6B-77FF7E0DD197}"/>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a:stretch/>
        </p:blipFill>
        <p:spPr>
          <a:xfrm>
            <a:off x="8684718" y="2080571"/>
            <a:ext cx="648000" cy="648000"/>
          </a:xfrm>
          <a:prstGeom prst="rect">
            <a:avLst/>
          </a:prstGeom>
        </p:spPr>
      </p:pic>
    </p:spTree>
    <p:extLst>
      <p:ext uri="{BB962C8B-B14F-4D97-AF65-F5344CB8AC3E}">
        <p14:creationId xmlns:p14="http://schemas.microsoft.com/office/powerpoint/2010/main" val="5594014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Gerader Verbinder 13">
            <a:extLst>
              <a:ext uri="{FF2B5EF4-FFF2-40B4-BE49-F238E27FC236}">
                <a16:creationId xmlns:a16="http://schemas.microsoft.com/office/drawing/2014/main" id="{2FAD4A88-0E73-1123-F62F-718B879636E1}"/>
              </a:ext>
            </a:extLst>
          </p:cNvPr>
          <p:cNvCxnSpPr/>
          <p:nvPr/>
        </p:nvCxnSpPr>
        <p:spPr>
          <a:xfrm>
            <a:off x="4046454" y="2404571"/>
            <a:ext cx="3802919" cy="0"/>
          </a:xfrm>
          <a:prstGeom prst="line">
            <a:avLst/>
          </a:prstGeom>
          <a:ln w="50800">
            <a:solidFill>
              <a:schemeClr val="accent4"/>
            </a:solidFill>
          </a:ln>
        </p:spPr>
        <p:style>
          <a:lnRef idx="1">
            <a:schemeClr val="accent6"/>
          </a:lnRef>
          <a:fillRef idx="0">
            <a:schemeClr val="accent6"/>
          </a:fillRef>
          <a:effectRef idx="0">
            <a:schemeClr val="accent6"/>
          </a:effectRef>
          <a:fontRef idx="minor">
            <a:schemeClr val="tx1"/>
          </a:fontRef>
        </p:style>
      </p:cxnSp>
      <p:cxnSp>
        <p:nvCxnSpPr>
          <p:cNvPr id="15" name="Gerader Verbinder 14">
            <a:extLst>
              <a:ext uri="{FF2B5EF4-FFF2-40B4-BE49-F238E27FC236}">
                <a16:creationId xmlns:a16="http://schemas.microsoft.com/office/drawing/2014/main" id="{F7E053D7-54FF-A74C-7CBE-1E37AF859DDE}"/>
              </a:ext>
            </a:extLst>
          </p:cNvPr>
          <p:cNvCxnSpPr>
            <a:cxnSpLocks/>
          </p:cNvCxnSpPr>
          <p:nvPr/>
        </p:nvCxnSpPr>
        <p:spPr>
          <a:xfrm>
            <a:off x="4041234" y="3762371"/>
            <a:ext cx="3808057" cy="66675"/>
          </a:xfrm>
          <a:prstGeom prst="line">
            <a:avLst/>
          </a:prstGeom>
          <a:ln w="50800">
            <a:solidFill>
              <a:schemeClr val="accent4"/>
            </a:solidFill>
          </a:ln>
        </p:spPr>
        <p:style>
          <a:lnRef idx="1">
            <a:schemeClr val="accent6"/>
          </a:lnRef>
          <a:fillRef idx="0">
            <a:schemeClr val="accent6"/>
          </a:fillRef>
          <a:effectRef idx="0">
            <a:schemeClr val="accent6"/>
          </a:effectRef>
          <a:fontRef idx="minor">
            <a:schemeClr val="tx1"/>
          </a:fontRef>
        </p:style>
      </p:cxnSp>
      <p:cxnSp>
        <p:nvCxnSpPr>
          <p:cNvPr id="24" name="Gerader Verbinder 23">
            <a:extLst>
              <a:ext uri="{FF2B5EF4-FFF2-40B4-BE49-F238E27FC236}">
                <a16:creationId xmlns:a16="http://schemas.microsoft.com/office/drawing/2014/main" id="{BE5815EC-0DA0-41E4-8F8E-420954145584}"/>
              </a:ext>
            </a:extLst>
          </p:cNvPr>
          <p:cNvCxnSpPr>
            <a:cxnSpLocks/>
          </p:cNvCxnSpPr>
          <p:nvPr/>
        </p:nvCxnSpPr>
        <p:spPr>
          <a:xfrm>
            <a:off x="4029764" y="4723834"/>
            <a:ext cx="3836216" cy="107183"/>
          </a:xfrm>
          <a:prstGeom prst="line">
            <a:avLst/>
          </a:prstGeom>
          <a:ln w="50800">
            <a:solidFill>
              <a:schemeClr val="accent4"/>
            </a:solidFill>
          </a:ln>
        </p:spPr>
        <p:style>
          <a:lnRef idx="1">
            <a:schemeClr val="accent6"/>
          </a:lnRef>
          <a:fillRef idx="0">
            <a:schemeClr val="accent6"/>
          </a:fillRef>
          <a:effectRef idx="0">
            <a:schemeClr val="accent6"/>
          </a:effectRef>
          <a:fontRef idx="minor">
            <a:schemeClr val="tx1"/>
          </a:fontRef>
        </p:style>
      </p:cxnSp>
      <p:cxnSp>
        <p:nvCxnSpPr>
          <p:cNvPr id="26" name="Gerader Verbinder 25">
            <a:extLst>
              <a:ext uri="{FF2B5EF4-FFF2-40B4-BE49-F238E27FC236}">
                <a16:creationId xmlns:a16="http://schemas.microsoft.com/office/drawing/2014/main" id="{5BC49BC7-C514-2D34-488D-BC111B4A5D78}"/>
              </a:ext>
            </a:extLst>
          </p:cNvPr>
          <p:cNvCxnSpPr>
            <a:cxnSpLocks/>
          </p:cNvCxnSpPr>
          <p:nvPr/>
        </p:nvCxnSpPr>
        <p:spPr>
          <a:xfrm>
            <a:off x="4065764" y="5724723"/>
            <a:ext cx="3811686" cy="19528"/>
          </a:xfrm>
          <a:prstGeom prst="line">
            <a:avLst/>
          </a:prstGeom>
          <a:ln w="50800">
            <a:solidFill>
              <a:schemeClr val="accent4"/>
            </a:solidFill>
          </a:ln>
        </p:spPr>
        <p:style>
          <a:lnRef idx="1">
            <a:schemeClr val="accent6"/>
          </a:lnRef>
          <a:fillRef idx="0">
            <a:schemeClr val="accent6"/>
          </a:fillRef>
          <a:effectRef idx="0">
            <a:schemeClr val="accent6"/>
          </a:effectRef>
          <a:fontRef idx="minor">
            <a:schemeClr val="tx1"/>
          </a:fontRef>
        </p:style>
      </p:cxnSp>
      <p:sp>
        <p:nvSpPr>
          <p:cNvPr id="5" name="Rechteck: abgerundete Ecken 4">
            <a:extLst>
              <a:ext uri="{FF2B5EF4-FFF2-40B4-BE49-F238E27FC236}">
                <a16:creationId xmlns:a16="http://schemas.microsoft.com/office/drawing/2014/main" id="{EA45A965-DA8B-EC19-09E7-7EE54838B7D5}"/>
              </a:ext>
            </a:extLst>
          </p:cNvPr>
          <p:cNvSpPr/>
          <p:nvPr/>
        </p:nvSpPr>
        <p:spPr>
          <a:xfrm>
            <a:off x="1655763" y="1656643"/>
            <a:ext cx="2390691" cy="5011858"/>
          </a:xfrm>
          <a:prstGeom prst="roundRect">
            <a:avLst>
              <a:gd name="adj" fmla="val 4588"/>
            </a:avLst>
          </a:prstGeom>
          <a:solidFill>
            <a:schemeClr val="bg2"/>
          </a:solid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abgerundete Ecken 8">
            <a:extLst>
              <a:ext uri="{FF2B5EF4-FFF2-40B4-BE49-F238E27FC236}">
                <a16:creationId xmlns:a16="http://schemas.microsoft.com/office/drawing/2014/main" id="{4F2FCF35-3FA8-3668-981C-05BFDB49B7D3}"/>
              </a:ext>
            </a:extLst>
          </p:cNvPr>
          <p:cNvSpPr/>
          <p:nvPr/>
        </p:nvSpPr>
        <p:spPr>
          <a:xfrm>
            <a:off x="7849373" y="1656643"/>
            <a:ext cx="2390691" cy="5011858"/>
          </a:xfrm>
          <a:prstGeom prst="roundRect">
            <a:avLst>
              <a:gd name="adj" fmla="val 4588"/>
            </a:avLst>
          </a:prstGeom>
          <a:solidFill>
            <a:schemeClr val="bg2"/>
          </a:solid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Foliennummernplatzhalter 2">
            <a:extLst>
              <a:ext uri="{FF2B5EF4-FFF2-40B4-BE49-F238E27FC236}">
                <a16:creationId xmlns:a16="http://schemas.microsoft.com/office/drawing/2014/main" id="{606D53A4-14A7-0E11-4EF9-2A0C7EEB8A99}"/>
              </a:ext>
            </a:extLst>
          </p:cNvPr>
          <p:cNvSpPr>
            <a:spLocks noGrp="1"/>
          </p:cNvSpPr>
          <p:nvPr>
            <p:ph type="sldNum" sz="quarter" idx="12"/>
          </p:nvPr>
        </p:nvSpPr>
        <p:spPr/>
        <p:txBody>
          <a:bodyPr/>
          <a:lstStyle/>
          <a:p>
            <a:fld id="{D21C33D4-00A5-43D5-B722-D2F2FA4CCA11}" type="slidenum">
              <a:rPr lang="de-DE" smtClean="0"/>
              <a:t>26</a:t>
            </a:fld>
            <a:endParaRPr lang="de-DE"/>
          </a:p>
        </p:txBody>
      </p:sp>
      <p:sp>
        <p:nvSpPr>
          <p:cNvPr id="4" name="Titel 3">
            <a:extLst>
              <a:ext uri="{FF2B5EF4-FFF2-40B4-BE49-F238E27FC236}">
                <a16:creationId xmlns:a16="http://schemas.microsoft.com/office/drawing/2014/main" id="{06A265B0-12B6-3108-39E6-14950613CD6A}"/>
              </a:ext>
            </a:extLst>
          </p:cNvPr>
          <p:cNvSpPr>
            <a:spLocks noGrp="1"/>
          </p:cNvSpPr>
          <p:nvPr>
            <p:ph type="ctrTitle"/>
          </p:nvPr>
        </p:nvSpPr>
        <p:spPr/>
        <p:txBody>
          <a:bodyPr anchor="b"/>
          <a:lstStyle/>
          <a:p>
            <a:r>
              <a:rPr lang="de-DE" i="1" dirty="0"/>
              <a:t>Enterprise Output Management – Definition</a:t>
            </a:r>
          </a:p>
        </p:txBody>
      </p:sp>
      <p:sp>
        <p:nvSpPr>
          <p:cNvPr id="2" name="Textfeld 1">
            <a:extLst>
              <a:ext uri="{FF2B5EF4-FFF2-40B4-BE49-F238E27FC236}">
                <a16:creationId xmlns:a16="http://schemas.microsoft.com/office/drawing/2014/main" id="{4D549A9E-A5C5-26E2-C469-B8B3202603C0}"/>
              </a:ext>
            </a:extLst>
          </p:cNvPr>
          <p:cNvSpPr txBox="1"/>
          <p:nvPr/>
        </p:nvSpPr>
        <p:spPr>
          <a:xfrm>
            <a:off x="2076045" y="3973755"/>
            <a:ext cx="1550126" cy="369332"/>
          </a:xfrm>
          <a:prstGeom prst="rect">
            <a:avLst/>
          </a:prstGeom>
          <a:noFill/>
        </p:spPr>
        <p:txBody>
          <a:bodyPr wrap="square" rtlCol="0">
            <a:spAutoFit/>
          </a:bodyPr>
          <a:lstStyle/>
          <a:p>
            <a:pPr algn="ctr"/>
            <a:r>
              <a:rPr lang="de-DE" dirty="0"/>
              <a:t>Engineering</a:t>
            </a:r>
          </a:p>
        </p:txBody>
      </p:sp>
      <p:sp>
        <p:nvSpPr>
          <p:cNvPr id="6" name="Textfeld 5">
            <a:extLst>
              <a:ext uri="{FF2B5EF4-FFF2-40B4-BE49-F238E27FC236}">
                <a16:creationId xmlns:a16="http://schemas.microsoft.com/office/drawing/2014/main" id="{3325B24D-873E-5A63-03D6-B97362D37A04}"/>
              </a:ext>
            </a:extLst>
          </p:cNvPr>
          <p:cNvSpPr txBox="1"/>
          <p:nvPr/>
        </p:nvSpPr>
        <p:spPr>
          <a:xfrm>
            <a:off x="1945417" y="4999305"/>
            <a:ext cx="1811383" cy="369332"/>
          </a:xfrm>
          <a:prstGeom prst="rect">
            <a:avLst/>
          </a:prstGeom>
          <a:noFill/>
        </p:spPr>
        <p:txBody>
          <a:bodyPr wrap="square" rtlCol="0">
            <a:spAutoFit/>
          </a:bodyPr>
          <a:lstStyle/>
          <a:p>
            <a:pPr algn="ctr"/>
            <a:r>
              <a:rPr lang="de-DE" dirty="0"/>
              <a:t>Windows / Citrix</a:t>
            </a:r>
          </a:p>
        </p:txBody>
      </p:sp>
      <p:sp>
        <p:nvSpPr>
          <p:cNvPr id="16" name="Textfeld 15">
            <a:extLst>
              <a:ext uri="{FF2B5EF4-FFF2-40B4-BE49-F238E27FC236}">
                <a16:creationId xmlns:a16="http://schemas.microsoft.com/office/drawing/2014/main" id="{5F501B4A-77A1-CED3-E5DE-B7D1CBAE68F9}"/>
              </a:ext>
            </a:extLst>
          </p:cNvPr>
          <p:cNvSpPr txBox="1"/>
          <p:nvPr/>
        </p:nvSpPr>
        <p:spPr>
          <a:xfrm>
            <a:off x="2076045" y="2677981"/>
            <a:ext cx="1550126" cy="369332"/>
          </a:xfrm>
          <a:prstGeom prst="rect">
            <a:avLst/>
          </a:prstGeom>
          <a:noFill/>
        </p:spPr>
        <p:txBody>
          <a:bodyPr wrap="square" rtlCol="0">
            <a:spAutoFit/>
          </a:bodyPr>
          <a:lstStyle/>
          <a:p>
            <a:pPr algn="ctr"/>
            <a:r>
              <a:rPr lang="de-DE" dirty="0"/>
              <a:t>SAP</a:t>
            </a:r>
          </a:p>
        </p:txBody>
      </p:sp>
      <p:sp>
        <p:nvSpPr>
          <p:cNvPr id="18" name="Textfeld 17">
            <a:extLst>
              <a:ext uri="{FF2B5EF4-FFF2-40B4-BE49-F238E27FC236}">
                <a16:creationId xmlns:a16="http://schemas.microsoft.com/office/drawing/2014/main" id="{5D67AE9D-8FB1-5D6E-D058-31F7264AD97A}"/>
              </a:ext>
            </a:extLst>
          </p:cNvPr>
          <p:cNvSpPr txBox="1"/>
          <p:nvPr/>
        </p:nvSpPr>
        <p:spPr>
          <a:xfrm>
            <a:off x="8139027" y="4999305"/>
            <a:ext cx="1811383" cy="369332"/>
          </a:xfrm>
          <a:prstGeom prst="rect">
            <a:avLst/>
          </a:prstGeom>
          <a:noFill/>
        </p:spPr>
        <p:txBody>
          <a:bodyPr wrap="square" rtlCol="0">
            <a:spAutoFit/>
          </a:bodyPr>
          <a:lstStyle/>
          <a:p>
            <a:pPr algn="ctr"/>
            <a:r>
              <a:rPr lang="de-DE" dirty="0"/>
              <a:t>File / Portal</a:t>
            </a:r>
          </a:p>
        </p:txBody>
      </p:sp>
      <p:sp>
        <p:nvSpPr>
          <p:cNvPr id="31" name="Textfeld 30">
            <a:extLst>
              <a:ext uri="{FF2B5EF4-FFF2-40B4-BE49-F238E27FC236}">
                <a16:creationId xmlns:a16="http://schemas.microsoft.com/office/drawing/2014/main" id="{433BFB3A-9E60-E5FD-450E-8491520FB8C8}"/>
              </a:ext>
            </a:extLst>
          </p:cNvPr>
          <p:cNvSpPr txBox="1"/>
          <p:nvPr/>
        </p:nvSpPr>
        <p:spPr>
          <a:xfrm>
            <a:off x="7866062" y="1656643"/>
            <a:ext cx="2478088" cy="369332"/>
          </a:xfrm>
          <a:prstGeom prst="rect">
            <a:avLst/>
          </a:prstGeom>
          <a:noFill/>
        </p:spPr>
        <p:txBody>
          <a:bodyPr wrap="square" rtlCol="0">
            <a:spAutoFit/>
          </a:bodyPr>
          <a:lstStyle/>
          <a:p>
            <a:r>
              <a:rPr lang="de-DE" b="1" dirty="0"/>
              <a:t>Multi-Channel-Output</a:t>
            </a:r>
          </a:p>
        </p:txBody>
      </p:sp>
      <p:sp>
        <p:nvSpPr>
          <p:cNvPr id="10" name="Rechteck: abgerundete Ecken 9">
            <a:extLst>
              <a:ext uri="{FF2B5EF4-FFF2-40B4-BE49-F238E27FC236}">
                <a16:creationId xmlns:a16="http://schemas.microsoft.com/office/drawing/2014/main" id="{0FCFC7E6-CFA1-80C9-FF4F-EA8DD4422FCD}"/>
              </a:ext>
            </a:extLst>
          </p:cNvPr>
          <p:cNvSpPr/>
          <p:nvPr/>
        </p:nvSpPr>
        <p:spPr>
          <a:xfrm>
            <a:off x="4825794" y="1656643"/>
            <a:ext cx="2390691" cy="5011858"/>
          </a:xfrm>
          <a:prstGeom prst="roundRect">
            <a:avLst>
              <a:gd name="adj" fmla="val 4588"/>
            </a:avLst>
          </a:prstGeom>
          <a:solidFill>
            <a:schemeClr val="bg2"/>
          </a:solid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feld 10">
            <a:extLst>
              <a:ext uri="{FF2B5EF4-FFF2-40B4-BE49-F238E27FC236}">
                <a16:creationId xmlns:a16="http://schemas.microsoft.com/office/drawing/2014/main" id="{08A9175F-0052-9610-7D56-7DE5C27E6607}"/>
              </a:ext>
            </a:extLst>
          </p:cNvPr>
          <p:cNvSpPr txBox="1"/>
          <p:nvPr/>
        </p:nvSpPr>
        <p:spPr>
          <a:xfrm>
            <a:off x="4825792" y="1656643"/>
            <a:ext cx="2390775" cy="369332"/>
          </a:xfrm>
          <a:prstGeom prst="rect">
            <a:avLst/>
          </a:prstGeom>
          <a:noFill/>
        </p:spPr>
        <p:txBody>
          <a:bodyPr wrap="square" rtlCol="0">
            <a:spAutoFit/>
          </a:bodyPr>
          <a:lstStyle/>
          <a:p>
            <a:r>
              <a:rPr lang="de-DE" b="1" dirty="0"/>
              <a:t>Middleware</a:t>
            </a:r>
          </a:p>
        </p:txBody>
      </p:sp>
      <p:sp>
        <p:nvSpPr>
          <p:cNvPr id="32" name="Textfeld 31">
            <a:extLst>
              <a:ext uri="{FF2B5EF4-FFF2-40B4-BE49-F238E27FC236}">
                <a16:creationId xmlns:a16="http://schemas.microsoft.com/office/drawing/2014/main" id="{956A0C2F-1EF5-A299-A700-0C5A4CEEC79F}"/>
              </a:ext>
            </a:extLst>
          </p:cNvPr>
          <p:cNvSpPr txBox="1"/>
          <p:nvPr/>
        </p:nvSpPr>
        <p:spPr>
          <a:xfrm>
            <a:off x="4825793" y="2115720"/>
            <a:ext cx="2390692" cy="369332"/>
          </a:xfrm>
          <a:prstGeom prst="rect">
            <a:avLst/>
          </a:prstGeom>
          <a:noFill/>
        </p:spPr>
        <p:txBody>
          <a:bodyPr wrap="square" rtlCol="0">
            <a:spAutoFit/>
          </a:bodyPr>
          <a:lstStyle/>
          <a:p>
            <a:pPr algn="ctr"/>
            <a:r>
              <a:rPr lang="de-DE" dirty="0"/>
              <a:t>Output Management</a:t>
            </a:r>
          </a:p>
        </p:txBody>
      </p:sp>
      <p:sp>
        <p:nvSpPr>
          <p:cNvPr id="36" name="Textfeld 35">
            <a:extLst>
              <a:ext uri="{FF2B5EF4-FFF2-40B4-BE49-F238E27FC236}">
                <a16:creationId xmlns:a16="http://schemas.microsoft.com/office/drawing/2014/main" id="{030B0CA3-422C-1614-1A75-6FBE11D22AED}"/>
              </a:ext>
            </a:extLst>
          </p:cNvPr>
          <p:cNvSpPr txBox="1"/>
          <p:nvPr/>
        </p:nvSpPr>
        <p:spPr>
          <a:xfrm>
            <a:off x="4914811" y="2478703"/>
            <a:ext cx="2212655" cy="646331"/>
          </a:xfrm>
          <a:prstGeom prst="rect">
            <a:avLst/>
          </a:prstGeom>
          <a:noFill/>
        </p:spPr>
        <p:txBody>
          <a:bodyPr wrap="square">
            <a:spAutoFit/>
          </a:bodyPr>
          <a:lstStyle/>
          <a:p>
            <a:pPr algn="ctr" fontAlgn="auto">
              <a:spcBef>
                <a:spcPts val="900"/>
              </a:spcBef>
              <a:spcAft>
                <a:spcPts val="0"/>
              </a:spcAft>
            </a:pPr>
            <a:r>
              <a:rPr lang="en-US" sz="1200" dirty="0"/>
              <a:t>Generic data preparation - conversion - spooling - output control and monitoring</a:t>
            </a:r>
            <a:endParaRPr lang="de-DE" sz="1200" dirty="0"/>
          </a:p>
        </p:txBody>
      </p:sp>
      <p:sp>
        <p:nvSpPr>
          <p:cNvPr id="38" name="Textfeld 37">
            <a:extLst>
              <a:ext uri="{FF2B5EF4-FFF2-40B4-BE49-F238E27FC236}">
                <a16:creationId xmlns:a16="http://schemas.microsoft.com/office/drawing/2014/main" id="{26792273-DDE1-84CA-D2F5-33F9681A117D}"/>
              </a:ext>
            </a:extLst>
          </p:cNvPr>
          <p:cNvSpPr txBox="1"/>
          <p:nvPr/>
        </p:nvSpPr>
        <p:spPr>
          <a:xfrm>
            <a:off x="4825793" y="3419562"/>
            <a:ext cx="2390692" cy="369332"/>
          </a:xfrm>
          <a:prstGeom prst="rect">
            <a:avLst/>
          </a:prstGeom>
          <a:noFill/>
        </p:spPr>
        <p:txBody>
          <a:bodyPr wrap="square" rtlCol="0">
            <a:spAutoFit/>
          </a:bodyPr>
          <a:lstStyle/>
          <a:p>
            <a:pPr algn="ctr"/>
            <a:r>
              <a:rPr lang="de-DE" dirty="0"/>
              <a:t>Additional </a:t>
            </a:r>
            <a:r>
              <a:rPr lang="de-DE" dirty="0" err="1"/>
              <a:t>functions</a:t>
            </a:r>
            <a:endParaRPr lang="de-DE" dirty="0"/>
          </a:p>
        </p:txBody>
      </p:sp>
      <p:sp>
        <p:nvSpPr>
          <p:cNvPr id="40" name="Textfeld 39">
            <a:extLst>
              <a:ext uri="{FF2B5EF4-FFF2-40B4-BE49-F238E27FC236}">
                <a16:creationId xmlns:a16="http://schemas.microsoft.com/office/drawing/2014/main" id="{D8B31702-CACE-736F-2801-681C77D04251}"/>
              </a:ext>
            </a:extLst>
          </p:cNvPr>
          <p:cNvSpPr txBox="1"/>
          <p:nvPr/>
        </p:nvSpPr>
        <p:spPr>
          <a:xfrm>
            <a:off x="4905537" y="3782545"/>
            <a:ext cx="2262273" cy="2746906"/>
          </a:xfrm>
          <a:prstGeom prst="rect">
            <a:avLst/>
          </a:prstGeom>
          <a:noFill/>
        </p:spPr>
        <p:txBody>
          <a:bodyPr wrap="square">
            <a:spAutoFit/>
          </a:bodyPr>
          <a:lstStyle/>
          <a:p>
            <a:pPr marL="171450" indent="-171450" fontAlgn="auto">
              <a:spcBef>
                <a:spcPts val="900"/>
              </a:spcBef>
              <a:spcAft>
                <a:spcPts val="0"/>
              </a:spcAft>
              <a:buFont typeface="Arial" panose="020B0604020202020204" pitchFamily="34" charset="0"/>
              <a:buChar char="•"/>
            </a:pPr>
            <a:r>
              <a:rPr lang="de-DE" sz="1200" dirty="0"/>
              <a:t>Administration + Monitoring</a:t>
            </a:r>
          </a:p>
          <a:p>
            <a:pPr marL="171450" indent="-171450" fontAlgn="auto">
              <a:spcBef>
                <a:spcPts val="900"/>
              </a:spcBef>
              <a:spcAft>
                <a:spcPts val="0"/>
              </a:spcAft>
              <a:buFont typeface="Arial" panose="020B0604020202020204" pitchFamily="34" charset="0"/>
              <a:buChar char="•"/>
            </a:pPr>
            <a:r>
              <a:rPr lang="de-DE" sz="1200" dirty="0"/>
              <a:t>Security + High </a:t>
            </a:r>
            <a:r>
              <a:rPr lang="de-DE" sz="1200" dirty="0" err="1"/>
              <a:t>Availability</a:t>
            </a:r>
            <a:endParaRPr lang="de-DE" sz="1200" dirty="0"/>
          </a:p>
          <a:p>
            <a:pPr marL="171450" indent="-171450" fontAlgn="auto">
              <a:spcBef>
                <a:spcPts val="900"/>
              </a:spcBef>
              <a:spcAft>
                <a:spcPts val="0"/>
              </a:spcAft>
              <a:buFont typeface="Arial" panose="020B0604020202020204" pitchFamily="34" charset="0"/>
              <a:buChar char="•"/>
            </a:pPr>
            <a:r>
              <a:rPr lang="de-DE" sz="1200" dirty="0"/>
              <a:t>Accounting + Controlling</a:t>
            </a:r>
          </a:p>
          <a:p>
            <a:pPr marL="171450" indent="-171450" fontAlgn="auto">
              <a:spcBef>
                <a:spcPts val="900"/>
              </a:spcBef>
              <a:spcAft>
                <a:spcPts val="0"/>
              </a:spcAft>
              <a:buFont typeface="Arial" panose="020B0604020202020204" pitchFamily="34" charset="0"/>
              <a:buChar char="•"/>
            </a:pPr>
            <a:r>
              <a:rPr lang="de-DE" sz="1200" dirty="0" err="1"/>
              <a:t>Document</a:t>
            </a:r>
            <a:r>
              <a:rPr lang="de-DE" sz="1200" dirty="0"/>
              <a:t> </a:t>
            </a:r>
            <a:r>
              <a:rPr lang="de-DE" sz="1200" dirty="0" err="1"/>
              <a:t>preparation</a:t>
            </a:r>
            <a:endParaRPr lang="de-DE" sz="1200" dirty="0"/>
          </a:p>
          <a:p>
            <a:pPr marL="171450" indent="-171450" fontAlgn="auto">
              <a:spcBef>
                <a:spcPts val="900"/>
              </a:spcBef>
              <a:spcAft>
                <a:spcPts val="0"/>
              </a:spcAft>
              <a:buFont typeface="Arial" panose="020B0604020202020204" pitchFamily="34" charset="0"/>
              <a:buChar char="•"/>
            </a:pPr>
            <a:r>
              <a:rPr lang="de-DE" sz="1200" dirty="0"/>
              <a:t>Secure + Pull </a:t>
            </a:r>
            <a:r>
              <a:rPr lang="de-DE" sz="1200" dirty="0" err="1"/>
              <a:t>Printing</a:t>
            </a:r>
            <a:endParaRPr lang="de-DE" sz="1200" dirty="0"/>
          </a:p>
          <a:p>
            <a:pPr marL="171450" indent="-171450" fontAlgn="auto">
              <a:spcBef>
                <a:spcPts val="900"/>
              </a:spcBef>
              <a:spcAft>
                <a:spcPts val="0"/>
              </a:spcAft>
              <a:buFont typeface="Arial" panose="020B0604020202020204" pitchFamily="34" charset="0"/>
              <a:buChar char="•"/>
            </a:pPr>
            <a:r>
              <a:rPr lang="de-DE" sz="1200" dirty="0"/>
              <a:t>Rule-</a:t>
            </a:r>
            <a:r>
              <a:rPr lang="de-DE" sz="1200" dirty="0" err="1"/>
              <a:t>based</a:t>
            </a:r>
            <a:r>
              <a:rPr lang="de-DE" sz="1200" dirty="0"/>
              <a:t> </a:t>
            </a:r>
            <a:r>
              <a:rPr lang="de-DE" sz="1200" dirty="0" err="1"/>
              <a:t>job</a:t>
            </a:r>
            <a:r>
              <a:rPr lang="de-DE" sz="1200" dirty="0"/>
              <a:t> </a:t>
            </a:r>
            <a:r>
              <a:rPr lang="de-DE" sz="1200" dirty="0" err="1"/>
              <a:t>distribution</a:t>
            </a:r>
            <a:endParaRPr lang="de-DE" sz="1200" dirty="0"/>
          </a:p>
          <a:p>
            <a:pPr marL="171450" indent="-171450" fontAlgn="auto">
              <a:spcBef>
                <a:spcPts val="900"/>
              </a:spcBef>
              <a:spcAft>
                <a:spcPts val="0"/>
              </a:spcAft>
              <a:buFont typeface="Arial" panose="020B0604020202020204" pitchFamily="34" charset="0"/>
              <a:buChar char="•"/>
            </a:pPr>
            <a:r>
              <a:rPr lang="de-DE" sz="1200" dirty="0" err="1"/>
              <a:t>Printermanagement</a:t>
            </a:r>
            <a:endParaRPr lang="de-DE" sz="1200" dirty="0"/>
          </a:p>
          <a:p>
            <a:pPr marL="171450" indent="-171450" fontAlgn="auto">
              <a:spcBef>
                <a:spcPts val="900"/>
              </a:spcBef>
              <a:spcAft>
                <a:spcPts val="0"/>
              </a:spcAft>
              <a:buFont typeface="Arial" panose="020B0604020202020204" pitchFamily="34" charset="0"/>
              <a:buChar char="•"/>
            </a:pPr>
            <a:r>
              <a:rPr lang="de-DE" sz="1200" dirty="0"/>
              <a:t>Publishing</a:t>
            </a:r>
          </a:p>
          <a:p>
            <a:pPr marL="171450" indent="-171450" fontAlgn="auto">
              <a:spcBef>
                <a:spcPts val="900"/>
              </a:spcBef>
              <a:spcAft>
                <a:spcPts val="0"/>
              </a:spcAft>
              <a:buFont typeface="Arial" panose="020B0604020202020204" pitchFamily="34" charset="0"/>
              <a:buChar char="•"/>
            </a:pPr>
            <a:r>
              <a:rPr lang="de-DE" sz="1200" dirty="0" err="1"/>
              <a:t>Formsmanagement</a:t>
            </a:r>
            <a:endParaRPr lang="de-DE" sz="1200" dirty="0"/>
          </a:p>
        </p:txBody>
      </p:sp>
      <p:sp>
        <p:nvSpPr>
          <p:cNvPr id="28" name="Textfeld 27">
            <a:extLst>
              <a:ext uri="{FF2B5EF4-FFF2-40B4-BE49-F238E27FC236}">
                <a16:creationId xmlns:a16="http://schemas.microsoft.com/office/drawing/2014/main" id="{411C3E1D-D8C1-C3EF-CA58-7AD9483B02E0}"/>
              </a:ext>
            </a:extLst>
          </p:cNvPr>
          <p:cNvSpPr txBox="1"/>
          <p:nvPr/>
        </p:nvSpPr>
        <p:spPr>
          <a:xfrm>
            <a:off x="1880036" y="6022171"/>
            <a:ext cx="1942145" cy="369332"/>
          </a:xfrm>
          <a:prstGeom prst="rect">
            <a:avLst/>
          </a:prstGeom>
          <a:noFill/>
        </p:spPr>
        <p:txBody>
          <a:bodyPr wrap="square" rtlCol="0">
            <a:spAutoFit/>
          </a:bodyPr>
          <a:lstStyle/>
          <a:p>
            <a:pPr algn="ctr"/>
            <a:r>
              <a:rPr lang="de-DE" dirty="0"/>
              <a:t>Mobile Devices</a:t>
            </a:r>
          </a:p>
        </p:txBody>
      </p:sp>
      <p:sp>
        <p:nvSpPr>
          <p:cNvPr id="29" name="Textfeld 28">
            <a:extLst>
              <a:ext uri="{FF2B5EF4-FFF2-40B4-BE49-F238E27FC236}">
                <a16:creationId xmlns:a16="http://schemas.microsoft.com/office/drawing/2014/main" id="{4B7CEC74-9555-BC54-C9ED-BFAD5232384E}"/>
              </a:ext>
            </a:extLst>
          </p:cNvPr>
          <p:cNvSpPr txBox="1"/>
          <p:nvPr/>
        </p:nvSpPr>
        <p:spPr>
          <a:xfrm>
            <a:off x="8269655" y="3973755"/>
            <a:ext cx="1550126" cy="369332"/>
          </a:xfrm>
          <a:prstGeom prst="rect">
            <a:avLst/>
          </a:prstGeom>
          <a:noFill/>
        </p:spPr>
        <p:txBody>
          <a:bodyPr wrap="square" rtlCol="0">
            <a:spAutoFit/>
          </a:bodyPr>
          <a:lstStyle/>
          <a:p>
            <a:pPr algn="ctr"/>
            <a:r>
              <a:rPr lang="de-DE" dirty="0"/>
              <a:t>Email / Fax</a:t>
            </a:r>
          </a:p>
        </p:txBody>
      </p:sp>
      <p:sp>
        <p:nvSpPr>
          <p:cNvPr id="33" name="Textfeld 32">
            <a:extLst>
              <a:ext uri="{FF2B5EF4-FFF2-40B4-BE49-F238E27FC236}">
                <a16:creationId xmlns:a16="http://schemas.microsoft.com/office/drawing/2014/main" id="{58154BEA-9371-6E0C-CD91-380E213D464A}"/>
              </a:ext>
            </a:extLst>
          </p:cNvPr>
          <p:cNvSpPr txBox="1"/>
          <p:nvPr/>
        </p:nvSpPr>
        <p:spPr>
          <a:xfrm>
            <a:off x="7849374" y="6022171"/>
            <a:ext cx="2390690" cy="646331"/>
          </a:xfrm>
          <a:prstGeom prst="rect">
            <a:avLst/>
          </a:prstGeom>
          <a:noFill/>
        </p:spPr>
        <p:txBody>
          <a:bodyPr wrap="square" rtlCol="0">
            <a:spAutoFit/>
          </a:bodyPr>
          <a:lstStyle/>
          <a:p>
            <a:pPr algn="ctr"/>
            <a:r>
              <a:rPr lang="de-DE" dirty="0"/>
              <a:t>Mobile Devices / Display / Terminal</a:t>
            </a:r>
          </a:p>
        </p:txBody>
      </p:sp>
      <p:sp>
        <p:nvSpPr>
          <p:cNvPr id="34" name="Textfeld 33">
            <a:extLst>
              <a:ext uri="{FF2B5EF4-FFF2-40B4-BE49-F238E27FC236}">
                <a16:creationId xmlns:a16="http://schemas.microsoft.com/office/drawing/2014/main" id="{5C490F98-63AB-BCC0-601B-17E1D77DB13F}"/>
              </a:ext>
            </a:extLst>
          </p:cNvPr>
          <p:cNvSpPr txBox="1"/>
          <p:nvPr/>
        </p:nvSpPr>
        <p:spPr>
          <a:xfrm>
            <a:off x="7849373" y="2677981"/>
            <a:ext cx="2390690" cy="646331"/>
          </a:xfrm>
          <a:prstGeom prst="rect">
            <a:avLst/>
          </a:prstGeom>
          <a:noFill/>
        </p:spPr>
        <p:txBody>
          <a:bodyPr wrap="square" rtlCol="0">
            <a:spAutoFit/>
          </a:bodyPr>
          <a:lstStyle/>
          <a:p>
            <a:pPr algn="ctr"/>
            <a:r>
              <a:rPr lang="de-DE" dirty="0"/>
              <a:t>Printer / Multi-</a:t>
            </a:r>
            <a:r>
              <a:rPr lang="de-DE" dirty="0" err="1"/>
              <a:t>function</a:t>
            </a:r>
            <a:r>
              <a:rPr lang="de-DE" dirty="0"/>
              <a:t> </a:t>
            </a:r>
            <a:r>
              <a:rPr lang="de-DE" dirty="0" err="1"/>
              <a:t>printer</a:t>
            </a:r>
            <a:endParaRPr lang="de-DE" dirty="0"/>
          </a:p>
        </p:txBody>
      </p:sp>
      <p:sp>
        <p:nvSpPr>
          <p:cNvPr id="35" name="Textfeld 34">
            <a:extLst>
              <a:ext uri="{FF2B5EF4-FFF2-40B4-BE49-F238E27FC236}">
                <a16:creationId xmlns:a16="http://schemas.microsoft.com/office/drawing/2014/main" id="{8B2EAEE5-BE38-D84B-8866-70F42E35F275}"/>
              </a:ext>
            </a:extLst>
          </p:cNvPr>
          <p:cNvSpPr txBox="1"/>
          <p:nvPr/>
        </p:nvSpPr>
        <p:spPr>
          <a:xfrm>
            <a:off x="1655761" y="1656643"/>
            <a:ext cx="2390775" cy="369332"/>
          </a:xfrm>
          <a:prstGeom prst="rect">
            <a:avLst/>
          </a:prstGeom>
          <a:noFill/>
        </p:spPr>
        <p:txBody>
          <a:bodyPr wrap="square" rtlCol="0">
            <a:spAutoFit/>
          </a:bodyPr>
          <a:lstStyle/>
          <a:p>
            <a:r>
              <a:rPr lang="de-DE" b="1" dirty="0" err="1"/>
              <a:t>Application</a:t>
            </a:r>
            <a:r>
              <a:rPr lang="de-DE" b="1" dirty="0"/>
              <a:t> </a:t>
            </a:r>
            <a:r>
              <a:rPr lang="de-DE" b="1" dirty="0" err="1"/>
              <a:t>level</a:t>
            </a:r>
            <a:endParaRPr lang="de-DE" b="1" dirty="0"/>
          </a:p>
        </p:txBody>
      </p:sp>
      <p:pic>
        <p:nvPicPr>
          <p:cNvPr id="7" name="Grafik 6">
            <a:extLst>
              <a:ext uri="{FF2B5EF4-FFF2-40B4-BE49-F238E27FC236}">
                <a16:creationId xmlns:a16="http://schemas.microsoft.com/office/drawing/2014/main" id="{B5A41B83-72C6-30E9-BA36-6146F519DA3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2491108" y="3357645"/>
            <a:ext cx="648000" cy="648000"/>
          </a:xfrm>
          <a:prstGeom prst="rect">
            <a:avLst/>
          </a:prstGeom>
        </p:spPr>
      </p:pic>
      <p:pic>
        <p:nvPicPr>
          <p:cNvPr id="17" name="Grafik 16">
            <a:extLst>
              <a:ext uri="{FF2B5EF4-FFF2-40B4-BE49-F238E27FC236}">
                <a16:creationId xmlns:a16="http://schemas.microsoft.com/office/drawing/2014/main" id="{E46D3770-E0F7-B0F0-CF8B-D46CCBD2CFA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2491108" y="5421895"/>
            <a:ext cx="648000" cy="648000"/>
          </a:xfrm>
          <a:prstGeom prst="rect">
            <a:avLst/>
          </a:prstGeom>
        </p:spPr>
      </p:pic>
      <p:pic>
        <p:nvPicPr>
          <p:cNvPr id="20" name="Grafik 19">
            <a:extLst>
              <a:ext uri="{FF2B5EF4-FFF2-40B4-BE49-F238E27FC236}">
                <a16:creationId xmlns:a16="http://schemas.microsoft.com/office/drawing/2014/main" id="{30B7F565-9F09-6842-F7C7-2FE5C9FAD48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8684718" y="3357645"/>
            <a:ext cx="648000" cy="648000"/>
          </a:xfrm>
          <a:prstGeom prst="rect">
            <a:avLst/>
          </a:prstGeom>
        </p:spPr>
      </p:pic>
      <p:pic>
        <p:nvPicPr>
          <p:cNvPr id="22" name="Grafik 21">
            <a:extLst>
              <a:ext uri="{FF2B5EF4-FFF2-40B4-BE49-F238E27FC236}">
                <a16:creationId xmlns:a16="http://schemas.microsoft.com/office/drawing/2014/main" id="{DC053057-26F6-133A-E77D-0E04017DE8D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p:blipFill>
        <p:spPr>
          <a:xfrm>
            <a:off x="8684718" y="4380000"/>
            <a:ext cx="648000" cy="648000"/>
          </a:xfrm>
          <a:prstGeom prst="rect">
            <a:avLst/>
          </a:prstGeom>
        </p:spPr>
      </p:pic>
      <p:pic>
        <p:nvPicPr>
          <p:cNvPr id="30" name="Grafik 29">
            <a:extLst>
              <a:ext uri="{FF2B5EF4-FFF2-40B4-BE49-F238E27FC236}">
                <a16:creationId xmlns:a16="http://schemas.microsoft.com/office/drawing/2014/main" id="{9F2B3532-665A-F0CE-6457-69FFC0257A3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p:blipFill>
        <p:spPr>
          <a:xfrm>
            <a:off x="8684718" y="5421895"/>
            <a:ext cx="648000" cy="648000"/>
          </a:xfrm>
          <a:prstGeom prst="rect">
            <a:avLst/>
          </a:prstGeom>
        </p:spPr>
      </p:pic>
      <p:pic>
        <p:nvPicPr>
          <p:cNvPr id="37" name="Grafik 36">
            <a:extLst>
              <a:ext uri="{FF2B5EF4-FFF2-40B4-BE49-F238E27FC236}">
                <a16:creationId xmlns:a16="http://schemas.microsoft.com/office/drawing/2014/main" id="{84E841D5-1833-132D-667A-45810B41CC2C}"/>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a:stretch/>
        </p:blipFill>
        <p:spPr>
          <a:xfrm>
            <a:off x="2527108" y="2080571"/>
            <a:ext cx="648000" cy="648000"/>
          </a:xfrm>
          <a:prstGeom prst="rect">
            <a:avLst/>
          </a:prstGeom>
        </p:spPr>
      </p:pic>
      <p:pic>
        <p:nvPicPr>
          <p:cNvPr id="39" name="Grafik 38">
            <a:extLst>
              <a:ext uri="{FF2B5EF4-FFF2-40B4-BE49-F238E27FC236}">
                <a16:creationId xmlns:a16="http://schemas.microsoft.com/office/drawing/2014/main" id="{234C7299-FD7B-8704-8DBA-05035893C72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a:stretch/>
        </p:blipFill>
        <p:spPr>
          <a:xfrm>
            <a:off x="2491108" y="4380000"/>
            <a:ext cx="648000" cy="648000"/>
          </a:xfrm>
          <a:prstGeom prst="rect">
            <a:avLst/>
          </a:prstGeom>
        </p:spPr>
      </p:pic>
      <p:pic>
        <p:nvPicPr>
          <p:cNvPr id="41" name="Grafik 40">
            <a:extLst>
              <a:ext uri="{FF2B5EF4-FFF2-40B4-BE49-F238E27FC236}">
                <a16:creationId xmlns:a16="http://schemas.microsoft.com/office/drawing/2014/main" id="{A62F26FB-EBD0-09AD-CA01-44BE7FE4964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a:stretch/>
        </p:blipFill>
        <p:spPr>
          <a:xfrm>
            <a:off x="8684718" y="2080571"/>
            <a:ext cx="648000" cy="648000"/>
          </a:xfrm>
          <a:prstGeom prst="rect">
            <a:avLst/>
          </a:prstGeom>
        </p:spPr>
      </p:pic>
    </p:spTree>
    <p:extLst>
      <p:ext uri="{BB962C8B-B14F-4D97-AF65-F5344CB8AC3E}">
        <p14:creationId xmlns:p14="http://schemas.microsoft.com/office/powerpoint/2010/main" val="21608070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hteck: abgerundete Ecken 30">
            <a:extLst>
              <a:ext uri="{FF2B5EF4-FFF2-40B4-BE49-F238E27FC236}">
                <a16:creationId xmlns:a16="http://schemas.microsoft.com/office/drawing/2014/main" id="{8C4C474D-F9A7-61AA-3E6F-BBB1B8080251}"/>
              </a:ext>
            </a:extLst>
          </p:cNvPr>
          <p:cNvSpPr/>
          <p:nvPr/>
        </p:nvSpPr>
        <p:spPr>
          <a:xfrm>
            <a:off x="8025038" y="1927860"/>
            <a:ext cx="1978770" cy="4061460"/>
          </a:xfrm>
          <a:prstGeom prst="roundRect">
            <a:avLst>
              <a:gd name="adj" fmla="val 4588"/>
            </a:avLst>
          </a:prstGeom>
          <a:solidFill>
            <a:schemeClr val="bg2"/>
          </a:solid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Rechteck: abgerundete Ecken 28">
            <a:extLst>
              <a:ext uri="{FF2B5EF4-FFF2-40B4-BE49-F238E27FC236}">
                <a16:creationId xmlns:a16="http://schemas.microsoft.com/office/drawing/2014/main" id="{9B9E245B-81DE-D8FE-348B-F552EB9C8890}"/>
              </a:ext>
            </a:extLst>
          </p:cNvPr>
          <p:cNvSpPr/>
          <p:nvPr/>
        </p:nvSpPr>
        <p:spPr>
          <a:xfrm>
            <a:off x="4797744" y="1927860"/>
            <a:ext cx="1978770" cy="4061460"/>
          </a:xfrm>
          <a:prstGeom prst="roundRect">
            <a:avLst>
              <a:gd name="adj" fmla="val 4588"/>
            </a:avLst>
          </a:prstGeom>
          <a:solidFill>
            <a:schemeClr val="bg2"/>
          </a:solid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8" name="Rechteck: abgerundete Ecken 27">
            <a:extLst>
              <a:ext uri="{FF2B5EF4-FFF2-40B4-BE49-F238E27FC236}">
                <a16:creationId xmlns:a16="http://schemas.microsoft.com/office/drawing/2014/main" id="{3304BB36-32AC-FB13-CD30-B4F51B5D3286}"/>
              </a:ext>
            </a:extLst>
          </p:cNvPr>
          <p:cNvSpPr/>
          <p:nvPr/>
        </p:nvSpPr>
        <p:spPr>
          <a:xfrm>
            <a:off x="1953691" y="1927860"/>
            <a:ext cx="1978770" cy="4061460"/>
          </a:xfrm>
          <a:prstGeom prst="roundRect">
            <a:avLst>
              <a:gd name="adj" fmla="val 4588"/>
            </a:avLst>
          </a:prstGeom>
          <a:solidFill>
            <a:schemeClr val="bg2"/>
          </a:solid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Foliennummernplatzhalter 2">
            <a:extLst>
              <a:ext uri="{FF2B5EF4-FFF2-40B4-BE49-F238E27FC236}">
                <a16:creationId xmlns:a16="http://schemas.microsoft.com/office/drawing/2014/main" id="{5F147FC6-2120-29EC-9AEE-0CB6A8F66DA8}"/>
              </a:ext>
            </a:extLst>
          </p:cNvPr>
          <p:cNvSpPr>
            <a:spLocks noGrp="1"/>
          </p:cNvSpPr>
          <p:nvPr>
            <p:ph type="sldNum" sz="quarter" idx="12"/>
          </p:nvPr>
        </p:nvSpPr>
        <p:spPr/>
        <p:txBody>
          <a:bodyPr/>
          <a:lstStyle/>
          <a:p>
            <a:fld id="{D21C33D4-00A5-43D5-B722-D2F2FA4CCA11}" type="slidenum">
              <a:rPr lang="de-DE" smtClean="0"/>
              <a:t>27</a:t>
            </a:fld>
            <a:endParaRPr lang="de-DE"/>
          </a:p>
        </p:txBody>
      </p:sp>
      <p:sp>
        <p:nvSpPr>
          <p:cNvPr id="4" name="Titel 3">
            <a:extLst>
              <a:ext uri="{FF2B5EF4-FFF2-40B4-BE49-F238E27FC236}">
                <a16:creationId xmlns:a16="http://schemas.microsoft.com/office/drawing/2014/main" id="{2978BBE2-C1B1-11D6-74FF-EB9A354BDDE3}"/>
              </a:ext>
            </a:extLst>
          </p:cNvPr>
          <p:cNvSpPr>
            <a:spLocks noGrp="1"/>
          </p:cNvSpPr>
          <p:nvPr>
            <p:ph type="ctrTitle"/>
          </p:nvPr>
        </p:nvSpPr>
        <p:spPr/>
        <p:txBody>
          <a:bodyPr anchor="b">
            <a:normAutofit/>
          </a:bodyPr>
          <a:lstStyle/>
          <a:p>
            <a:r>
              <a:rPr lang="en-US" i="1" dirty="0"/>
              <a:t>Solutions for SAP: SEAL Process Printing</a:t>
            </a:r>
            <a:endParaRPr lang="de-DE" i="1" dirty="0"/>
          </a:p>
        </p:txBody>
      </p:sp>
      <p:sp>
        <p:nvSpPr>
          <p:cNvPr id="7" name="Textfeld 6">
            <a:extLst>
              <a:ext uri="{FF2B5EF4-FFF2-40B4-BE49-F238E27FC236}">
                <a16:creationId xmlns:a16="http://schemas.microsoft.com/office/drawing/2014/main" id="{671304A5-285B-FA9F-231C-70ABB95D2B11}"/>
              </a:ext>
            </a:extLst>
          </p:cNvPr>
          <p:cNvSpPr txBox="1"/>
          <p:nvPr/>
        </p:nvSpPr>
        <p:spPr>
          <a:xfrm>
            <a:off x="2168013" y="2829000"/>
            <a:ext cx="1550126" cy="369332"/>
          </a:xfrm>
          <a:prstGeom prst="rect">
            <a:avLst/>
          </a:prstGeom>
          <a:noFill/>
        </p:spPr>
        <p:txBody>
          <a:bodyPr wrap="square" rtlCol="0">
            <a:spAutoFit/>
          </a:bodyPr>
          <a:lstStyle/>
          <a:p>
            <a:pPr algn="ctr"/>
            <a:r>
              <a:rPr lang="de-DE" b="1" dirty="0"/>
              <a:t>SAP Form</a:t>
            </a:r>
          </a:p>
        </p:txBody>
      </p:sp>
      <p:sp>
        <p:nvSpPr>
          <p:cNvPr id="12" name="Textfeld 11">
            <a:extLst>
              <a:ext uri="{FF2B5EF4-FFF2-40B4-BE49-F238E27FC236}">
                <a16:creationId xmlns:a16="http://schemas.microsoft.com/office/drawing/2014/main" id="{20F370E7-E394-F737-B141-A8DC0BDC85AD}"/>
              </a:ext>
            </a:extLst>
          </p:cNvPr>
          <p:cNvSpPr txBox="1"/>
          <p:nvPr/>
        </p:nvSpPr>
        <p:spPr>
          <a:xfrm>
            <a:off x="2060621" y="3214822"/>
            <a:ext cx="1889310" cy="1384995"/>
          </a:xfrm>
          <a:prstGeom prst="rect">
            <a:avLst/>
          </a:prstGeom>
          <a:noFill/>
        </p:spPr>
        <p:txBody>
          <a:bodyPr wrap="square" rtlCol="0">
            <a:spAutoFit/>
          </a:bodyPr>
          <a:lstStyle/>
          <a:p>
            <a:pPr marL="285750" indent="-285750">
              <a:buFont typeface="Arial" panose="020B0604020202020204" pitchFamily="34" charset="0"/>
              <a:buChar char="•"/>
            </a:pPr>
            <a:r>
              <a:rPr lang="en-US" sz="1400" dirty="0"/>
              <a:t>Invoice</a:t>
            </a:r>
          </a:p>
          <a:p>
            <a:pPr marL="285750" indent="-285750">
              <a:buFont typeface="Arial" panose="020B0604020202020204" pitchFamily="34" charset="0"/>
              <a:buChar char="•"/>
            </a:pPr>
            <a:r>
              <a:rPr lang="en-US" sz="1400" dirty="0"/>
              <a:t>Production order</a:t>
            </a:r>
          </a:p>
          <a:p>
            <a:pPr marL="285750" indent="-285750">
              <a:buFont typeface="Arial" panose="020B0604020202020204" pitchFamily="34" charset="0"/>
              <a:buChar char="•"/>
            </a:pPr>
            <a:r>
              <a:rPr lang="en-US" sz="1400" dirty="0"/>
              <a:t>Sales order</a:t>
            </a:r>
          </a:p>
          <a:p>
            <a:pPr marL="285750" indent="-285750">
              <a:buFont typeface="Arial" panose="020B0604020202020204" pitchFamily="34" charset="0"/>
              <a:buChar char="•"/>
            </a:pPr>
            <a:r>
              <a:rPr lang="en-US" sz="1400" dirty="0"/>
              <a:t>Purchase order</a:t>
            </a:r>
          </a:p>
          <a:p>
            <a:pPr marL="285750" indent="-285750">
              <a:buFont typeface="Arial" panose="020B0604020202020204" pitchFamily="34" charset="0"/>
              <a:buChar char="•"/>
            </a:pPr>
            <a:r>
              <a:rPr lang="en-US" sz="1400" dirty="0"/>
              <a:t>Delivery bill</a:t>
            </a:r>
          </a:p>
          <a:p>
            <a:pPr marL="285750" indent="-285750">
              <a:buFont typeface="Arial" panose="020B0604020202020204" pitchFamily="34" charset="0"/>
              <a:buChar char="•"/>
            </a:pPr>
            <a:r>
              <a:rPr lang="de-DE" sz="1400" dirty="0"/>
              <a:t>…</a:t>
            </a:r>
          </a:p>
        </p:txBody>
      </p:sp>
      <p:sp>
        <p:nvSpPr>
          <p:cNvPr id="14" name="Textfeld 13">
            <a:extLst>
              <a:ext uri="{FF2B5EF4-FFF2-40B4-BE49-F238E27FC236}">
                <a16:creationId xmlns:a16="http://schemas.microsoft.com/office/drawing/2014/main" id="{B38554AA-9D37-5686-D062-461FDF1B4EA0}"/>
              </a:ext>
            </a:extLst>
          </p:cNvPr>
          <p:cNvSpPr txBox="1"/>
          <p:nvPr/>
        </p:nvSpPr>
        <p:spPr>
          <a:xfrm>
            <a:off x="5012066" y="2829000"/>
            <a:ext cx="1550126" cy="646331"/>
          </a:xfrm>
          <a:prstGeom prst="rect">
            <a:avLst/>
          </a:prstGeom>
          <a:noFill/>
        </p:spPr>
        <p:txBody>
          <a:bodyPr wrap="square" rtlCol="0">
            <a:spAutoFit/>
          </a:bodyPr>
          <a:lstStyle/>
          <a:p>
            <a:pPr algn="ctr"/>
            <a:r>
              <a:rPr lang="de-DE" b="1" dirty="0" err="1"/>
              <a:t>Document</a:t>
            </a:r>
            <a:r>
              <a:rPr lang="de-DE" b="1" dirty="0"/>
              <a:t> </a:t>
            </a:r>
            <a:r>
              <a:rPr lang="de-DE" b="1" dirty="0" err="1"/>
              <a:t>attachments</a:t>
            </a:r>
            <a:endParaRPr lang="de-DE" b="1" dirty="0"/>
          </a:p>
        </p:txBody>
      </p:sp>
      <p:sp>
        <p:nvSpPr>
          <p:cNvPr id="15" name="Textfeld 14">
            <a:extLst>
              <a:ext uri="{FF2B5EF4-FFF2-40B4-BE49-F238E27FC236}">
                <a16:creationId xmlns:a16="http://schemas.microsoft.com/office/drawing/2014/main" id="{E570D35B-E079-29C6-98CB-6DA5BEB948E9}"/>
              </a:ext>
            </a:extLst>
          </p:cNvPr>
          <p:cNvSpPr txBox="1"/>
          <p:nvPr/>
        </p:nvSpPr>
        <p:spPr>
          <a:xfrm>
            <a:off x="4949497" y="3501446"/>
            <a:ext cx="1889310" cy="2246769"/>
          </a:xfrm>
          <a:prstGeom prst="rect">
            <a:avLst/>
          </a:prstGeom>
          <a:noFill/>
        </p:spPr>
        <p:txBody>
          <a:bodyPr wrap="square" rtlCol="0">
            <a:spAutoFit/>
          </a:bodyPr>
          <a:lstStyle/>
          <a:p>
            <a:pPr marL="285750" indent="-285750">
              <a:buFont typeface="Arial" panose="020B0604020202020204" pitchFamily="34" charset="0"/>
              <a:buChar char="•"/>
            </a:pPr>
            <a:r>
              <a:rPr lang="de-DE" sz="1400" dirty="0"/>
              <a:t>Open Text</a:t>
            </a:r>
          </a:p>
          <a:p>
            <a:pPr marL="285750" indent="-285750">
              <a:buFont typeface="Arial" panose="020B0604020202020204" pitchFamily="34" charset="0"/>
              <a:buChar char="•"/>
            </a:pPr>
            <a:r>
              <a:rPr lang="de-DE" sz="1400" dirty="0"/>
              <a:t>SharePoint</a:t>
            </a:r>
          </a:p>
          <a:p>
            <a:pPr marL="285750" indent="-285750">
              <a:buFont typeface="Arial" panose="020B0604020202020204" pitchFamily="34" charset="0"/>
              <a:buChar char="•"/>
            </a:pPr>
            <a:r>
              <a:rPr lang="de-DE" sz="1400" dirty="0" err="1"/>
              <a:t>cFolders</a:t>
            </a:r>
            <a:endParaRPr lang="de-DE" sz="1400" dirty="0"/>
          </a:p>
          <a:p>
            <a:pPr marL="285750" indent="-285750">
              <a:buFont typeface="Arial" panose="020B0604020202020204" pitchFamily="34" charset="0"/>
              <a:buChar char="•"/>
            </a:pPr>
            <a:r>
              <a:rPr lang="de-DE" sz="1400" dirty="0"/>
              <a:t>DMS</a:t>
            </a:r>
          </a:p>
          <a:p>
            <a:pPr marL="285750" indent="-285750">
              <a:buFont typeface="Arial" panose="020B0604020202020204" pitchFamily="34" charset="0"/>
              <a:buChar char="•"/>
            </a:pPr>
            <a:r>
              <a:rPr lang="de-DE" sz="1400" dirty="0"/>
              <a:t>ArchiveLink</a:t>
            </a:r>
          </a:p>
          <a:p>
            <a:pPr marL="285750" indent="-285750">
              <a:buFont typeface="Arial" panose="020B0604020202020204" pitchFamily="34" charset="0"/>
              <a:buChar char="•"/>
            </a:pPr>
            <a:r>
              <a:rPr lang="de-DE" sz="1400" dirty="0"/>
              <a:t>Services </a:t>
            </a:r>
            <a:r>
              <a:rPr lang="de-DE" sz="1400" dirty="0" err="1"/>
              <a:t>to</a:t>
            </a:r>
            <a:r>
              <a:rPr lang="de-DE" sz="1400" dirty="0"/>
              <a:t> </a:t>
            </a:r>
            <a:r>
              <a:rPr lang="de-DE" sz="1400" dirty="0" err="1"/>
              <a:t>the</a:t>
            </a:r>
            <a:r>
              <a:rPr lang="de-DE" sz="1400" dirty="0"/>
              <a:t> </a:t>
            </a:r>
            <a:r>
              <a:rPr lang="de-DE" sz="1400" dirty="0" err="1"/>
              <a:t>object</a:t>
            </a:r>
            <a:endParaRPr lang="de-DE" sz="1400" dirty="0"/>
          </a:p>
          <a:p>
            <a:pPr marL="285750" indent="-285750">
              <a:buFont typeface="Arial" panose="020B0604020202020204" pitchFamily="34" charset="0"/>
              <a:buChar char="•"/>
            </a:pPr>
            <a:r>
              <a:rPr lang="de-DE" sz="1400" dirty="0"/>
              <a:t>Folders Management</a:t>
            </a:r>
          </a:p>
          <a:p>
            <a:pPr marL="285750" indent="-285750">
              <a:buFont typeface="Arial" panose="020B0604020202020204" pitchFamily="34" charset="0"/>
              <a:buChar char="•"/>
            </a:pPr>
            <a:r>
              <a:rPr lang="de-DE" sz="1400" dirty="0"/>
              <a:t>…</a:t>
            </a:r>
          </a:p>
        </p:txBody>
      </p:sp>
      <p:sp>
        <p:nvSpPr>
          <p:cNvPr id="22" name="Textfeld 21">
            <a:extLst>
              <a:ext uri="{FF2B5EF4-FFF2-40B4-BE49-F238E27FC236}">
                <a16:creationId xmlns:a16="http://schemas.microsoft.com/office/drawing/2014/main" id="{A0741884-3E0C-D46F-2399-9EB4AB1F3A3E}"/>
              </a:ext>
            </a:extLst>
          </p:cNvPr>
          <p:cNvSpPr txBox="1"/>
          <p:nvPr/>
        </p:nvSpPr>
        <p:spPr>
          <a:xfrm>
            <a:off x="7997340" y="2829000"/>
            <a:ext cx="2034166" cy="923330"/>
          </a:xfrm>
          <a:prstGeom prst="rect">
            <a:avLst/>
          </a:prstGeom>
          <a:noFill/>
        </p:spPr>
        <p:txBody>
          <a:bodyPr wrap="square" rtlCol="0">
            <a:spAutoFit/>
          </a:bodyPr>
          <a:lstStyle/>
          <a:p>
            <a:pPr algn="ctr"/>
            <a:r>
              <a:rPr lang="en-US" sz="1800" b="1" dirty="0"/>
              <a:t>Order-correct output at the push of a button</a:t>
            </a:r>
            <a:endParaRPr lang="de-DE" sz="1800" b="1" dirty="0"/>
          </a:p>
        </p:txBody>
      </p:sp>
      <p:pic>
        <p:nvPicPr>
          <p:cNvPr id="5" name="Grafik 4">
            <a:extLst>
              <a:ext uri="{FF2B5EF4-FFF2-40B4-BE49-F238E27FC236}">
                <a16:creationId xmlns:a16="http://schemas.microsoft.com/office/drawing/2014/main" id="{98382BB1-9269-E0D1-70DB-869E266FD50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690423" y="2178430"/>
            <a:ext cx="648000" cy="648000"/>
          </a:xfrm>
          <a:prstGeom prst="rect">
            <a:avLst/>
          </a:prstGeom>
        </p:spPr>
      </p:pic>
      <p:pic>
        <p:nvPicPr>
          <p:cNvPr id="6" name="Grafik 5">
            <a:extLst>
              <a:ext uri="{FF2B5EF4-FFF2-40B4-BE49-F238E27FC236}">
                <a16:creationId xmlns:a16="http://schemas.microsoft.com/office/drawing/2014/main" id="{431C0EC0-F99D-7C16-B5E4-0236EFAE81A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5463129" y="2178430"/>
            <a:ext cx="648000" cy="648000"/>
          </a:xfrm>
          <a:prstGeom prst="rect">
            <a:avLst/>
          </a:prstGeom>
        </p:spPr>
      </p:pic>
      <p:pic>
        <p:nvPicPr>
          <p:cNvPr id="8" name="Grafik 7">
            <a:extLst>
              <a:ext uri="{FF2B5EF4-FFF2-40B4-BE49-F238E27FC236}">
                <a16:creationId xmlns:a16="http://schemas.microsoft.com/office/drawing/2014/main" id="{48282501-A94D-56B5-7A43-6EEE9E3DB8A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2617332" y="2178430"/>
            <a:ext cx="648000" cy="648000"/>
          </a:xfrm>
          <a:prstGeom prst="rect">
            <a:avLst/>
          </a:prstGeom>
        </p:spPr>
      </p:pic>
      <p:pic>
        <p:nvPicPr>
          <p:cNvPr id="9" name="Grafik 8">
            <a:extLst>
              <a:ext uri="{FF2B5EF4-FFF2-40B4-BE49-F238E27FC236}">
                <a16:creationId xmlns:a16="http://schemas.microsoft.com/office/drawing/2014/main" id="{52BB754A-DECD-3B97-DC65-9D12AAD7795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p:blipFill>
        <p:spPr>
          <a:xfrm>
            <a:off x="4073868" y="3634590"/>
            <a:ext cx="648000" cy="648000"/>
          </a:xfrm>
          <a:prstGeom prst="rect">
            <a:avLst/>
          </a:prstGeom>
        </p:spPr>
      </p:pic>
      <p:pic>
        <p:nvPicPr>
          <p:cNvPr id="10" name="Grafik 9">
            <a:extLst>
              <a:ext uri="{FF2B5EF4-FFF2-40B4-BE49-F238E27FC236}">
                <a16:creationId xmlns:a16="http://schemas.microsoft.com/office/drawing/2014/main" id="{13E123B5-7A28-09CD-B7A9-66EA55A54E8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p:blipFill>
        <p:spPr>
          <a:xfrm>
            <a:off x="7107922" y="3634590"/>
            <a:ext cx="648000" cy="648000"/>
          </a:xfrm>
          <a:prstGeom prst="rect">
            <a:avLst/>
          </a:prstGeom>
        </p:spPr>
      </p:pic>
    </p:spTree>
    <p:extLst>
      <p:ext uri="{BB962C8B-B14F-4D97-AF65-F5344CB8AC3E}">
        <p14:creationId xmlns:p14="http://schemas.microsoft.com/office/powerpoint/2010/main" val="39855641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6A64A9C7-4232-DE3C-6BEF-B1D06E02D47E}"/>
              </a:ext>
            </a:extLst>
          </p:cNvPr>
          <p:cNvSpPr>
            <a:spLocks noGrp="1"/>
          </p:cNvSpPr>
          <p:nvPr>
            <p:ph type="sldNum" sz="quarter" idx="12"/>
          </p:nvPr>
        </p:nvSpPr>
        <p:spPr/>
        <p:txBody>
          <a:bodyPr/>
          <a:lstStyle/>
          <a:p>
            <a:fld id="{D21C33D4-00A5-43D5-B722-D2F2FA4CCA11}" type="slidenum">
              <a:rPr lang="de-DE" smtClean="0"/>
              <a:t>28</a:t>
            </a:fld>
            <a:endParaRPr lang="de-DE"/>
          </a:p>
        </p:txBody>
      </p:sp>
      <p:sp>
        <p:nvSpPr>
          <p:cNvPr id="4" name="Titel 3">
            <a:extLst>
              <a:ext uri="{FF2B5EF4-FFF2-40B4-BE49-F238E27FC236}">
                <a16:creationId xmlns:a16="http://schemas.microsoft.com/office/drawing/2014/main" id="{F0015851-710A-0FB1-27B3-9B13F67692E4}"/>
              </a:ext>
            </a:extLst>
          </p:cNvPr>
          <p:cNvSpPr>
            <a:spLocks noGrp="1"/>
          </p:cNvSpPr>
          <p:nvPr>
            <p:ph type="ctrTitle"/>
          </p:nvPr>
        </p:nvSpPr>
        <p:spPr/>
        <p:txBody>
          <a:bodyPr>
            <a:normAutofit/>
          </a:bodyPr>
          <a:lstStyle/>
          <a:p>
            <a:r>
              <a:rPr lang="de-DE" i="1" dirty="0"/>
              <a:t>Enterprise Output Management – </a:t>
            </a:r>
            <a:br>
              <a:rPr lang="de-DE" i="1" dirty="0"/>
            </a:br>
            <a:r>
              <a:rPr lang="de-DE" i="1" dirty="0" err="1"/>
              <a:t>the</a:t>
            </a:r>
            <a:r>
              <a:rPr lang="de-DE" i="1" dirty="0"/>
              <a:t> </a:t>
            </a:r>
            <a:r>
              <a:rPr lang="de-DE" i="1" dirty="0" err="1"/>
              <a:t>key</a:t>
            </a:r>
            <a:r>
              <a:rPr lang="de-DE" i="1" dirty="0"/>
              <a:t> </a:t>
            </a:r>
            <a:r>
              <a:rPr lang="de-DE" i="1" dirty="0" err="1"/>
              <a:t>topics</a:t>
            </a:r>
            <a:endParaRPr lang="de-DE" i="1" dirty="0"/>
          </a:p>
        </p:txBody>
      </p:sp>
      <p:sp>
        <p:nvSpPr>
          <p:cNvPr id="5" name="Textfeld 4">
            <a:extLst>
              <a:ext uri="{FF2B5EF4-FFF2-40B4-BE49-F238E27FC236}">
                <a16:creationId xmlns:a16="http://schemas.microsoft.com/office/drawing/2014/main" id="{334B389D-420F-A0E1-DE1A-2EA03F5B62F9}"/>
              </a:ext>
            </a:extLst>
          </p:cNvPr>
          <p:cNvSpPr txBox="1"/>
          <p:nvPr/>
        </p:nvSpPr>
        <p:spPr>
          <a:xfrm>
            <a:off x="839789" y="2355919"/>
            <a:ext cx="2516822" cy="461665"/>
          </a:xfrm>
          <a:prstGeom prst="rect">
            <a:avLst/>
          </a:prstGeom>
          <a:noFill/>
        </p:spPr>
        <p:txBody>
          <a:bodyPr wrap="square" rtlCol="0">
            <a:spAutoFit/>
          </a:bodyPr>
          <a:lstStyle/>
          <a:p>
            <a:pPr algn="r"/>
            <a:r>
              <a:rPr lang="de-DE" sz="2400" i="1" dirty="0">
                <a:latin typeface="+mj-lt"/>
              </a:rPr>
              <a:t>Transparency</a:t>
            </a:r>
            <a:endParaRPr lang="de-DE" i="1" dirty="0">
              <a:latin typeface="+mj-lt"/>
            </a:endParaRPr>
          </a:p>
        </p:txBody>
      </p:sp>
      <p:sp>
        <p:nvSpPr>
          <p:cNvPr id="6" name="Textfeld 5">
            <a:extLst>
              <a:ext uri="{FF2B5EF4-FFF2-40B4-BE49-F238E27FC236}">
                <a16:creationId xmlns:a16="http://schemas.microsoft.com/office/drawing/2014/main" id="{06950289-3FAA-9125-9255-073D813E34DA}"/>
              </a:ext>
            </a:extLst>
          </p:cNvPr>
          <p:cNvSpPr txBox="1"/>
          <p:nvPr/>
        </p:nvSpPr>
        <p:spPr>
          <a:xfrm>
            <a:off x="4316730" y="2402086"/>
            <a:ext cx="1272540" cy="369332"/>
          </a:xfrm>
          <a:prstGeom prst="rect">
            <a:avLst/>
          </a:prstGeom>
          <a:noFill/>
        </p:spPr>
        <p:txBody>
          <a:bodyPr wrap="square" rtlCol="0">
            <a:spAutoFit/>
          </a:bodyPr>
          <a:lstStyle/>
          <a:p>
            <a:pPr algn="ctr"/>
            <a:r>
              <a:rPr lang="de-DE" dirty="0"/>
              <a:t>Monitoring</a:t>
            </a:r>
          </a:p>
        </p:txBody>
      </p:sp>
      <p:sp>
        <p:nvSpPr>
          <p:cNvPr id="7" name="Textfeld 6">
            <a:extLst>
              <a:ext uri="{FF2B5EF4-FFF2-40B4-BE49-F238E27FC236}">
                <a16:creationId xmlns:a16="http://schemas.microsoft.com/office/drawing/2014/main" id="{1EF58B15-53E4-1FD2-5F8E-667376634C7C}"/>
              </a:ext>
            </a:extLst>
          </p:cNvPr>
          <p:cNvSpPr txBox="1"/>
          <p:nvPr/>
        </p:nvSpPr>
        <p:spPr>
          <a:xfrm>
            <a:off x="6601126" y="2402086"/>
            <a:ext cx="1363980" cy="369332"/>
          </a:xfrm>
          <a:prstGeom prst="rect">
            <a:avLst/>
          </a:prstGeom>
          <a:noFill/>
        </p:spPr>
        <p:txBody>
          <a:bodyPr wrap="square" rtlCol="0">
            <a:spAutoFit/>
          </a:bodyPr>
          <a:lstStyle/>
          <a:p>
            <a:pPr algn="ctr"/>
            <a:r>
              <a:rPr lang="de-DE" dirty="0"/>
              <a:t>Accounting</a:t>
            </a:r>
          </a:p>
        </p:txBody>
      </p:sp>
      <p:sp>
        <p:nvSpPr>
          <p:cNvPr id="11" name="Textfeld 10">
            <a:extLst>
              <a:ext uri="{FF2B5EF4-FFF2-40B4-BE49-F238E27FC236}">
                <a16:creationId xmlns:a16="http://schemas.microsoft.com/office/drawing/2014/main" id="{E2617168-44E4-08B0-C950-0A22F19CAD4C}"/>
              </a:ext>
            </a:extLst>
          </p:cNvPr>
          <p:cNvSpPr txBox="1"/>
          <p:nvPr/>
        </p:nvSpPr>
        <p:spPr>
          <a:xfrm>
            <a:off x="839788" y="3253081"/>
            <a:ext cx="2516822" cy="461665"/>
          </a:xfrm>
          <a:prstGeom prst="rect">
            <a:avLst/>
          </a:prstGeom>
          <a:noFill/>
        </p:spPr>
        <p:txBody>
          <a:bodyPr wrap="square" rtlCol="0">
            <a:spAutoFit/>
          </a:bodyPr>
          <a:lstStyle/>
          <a:p>
            <a:pPr algn="r"/>
            <a:r>
              <a:rPr lang="de-DE" sz="2400" i="1" dirty="0" err="1">
                <a:latin typeface="+mj-lt"/>
              </a:rPr>
              <a:t>Reliability</a:t>
            </a:r>
            <a:endParaRPr lang="de-DE" i="1" dirty="0">
              <a:latin typeface="+mj-lt"/>
            </a:endParaRPr>
          </a:p>
        </p:txBody>
      </p:sp>
      <p:sp>
        <p:nvSpPr>
          <p:cNvPr id="12" name="Textfeld 11">
            <a:extLst>
              <a:ext uri="{FF2B5EF4-FFF2-40B4-BE49-F238E27FC236}">
                <a16:creationId xmlns:a16="http://schemas.microsoft.com/office/drawing/2014/main" id="{CAA951DA-34C4-1C98-A444-3088225F21A4}"/>
              </a:ext>
            </a:extLst>
          </p:cNvPr>
          <p:cNvSpPr txBox="1"/>
          <p:nvPr/>
        </p:nvSpPr>
        <p:spPr>
          <a:xfrm>
            <a:off x="4316730" y="3299248"/>
            <a:ext cx="1272540" cy="369332"/>
          </a:xfrm>
          <a:prstGeom prst="rect">
            <a:avLst/>
          </a:prstGeom>
          <a:noFill/>
        </p:spPr>
        <p:txBody>
          <a:bodyPr wrap="square" rtlCol="0">
            <a:spAutoFit/>
          </a:bodyPr>
          <a:lstStyle/>
          <a:p>
            <a:pPr algn="ctr"/>
            <a:r>
              <a:rPr lang="de-DE" dirty="0"/>
              <a:t>Failover</a:t>
            </a:r>
          </a:p>
        </p:txBody>
      </p:sp>
      <p:sp>
        <p:nvSpPr>
          <p:cNvPr id="13" name="Textfeld 12">
            <a:extLst>
              <a:ext uri="{FF2B5EF4-FFF2-40B4-BE49-F238E27FC236}">
                <a16:creationId xmlns:a16="http://schemas.microsoft.com/office/drawing/2014/main" id="{1846FD78-7E54-FB4B-06DB-4C2515811BEA}"/>
              </a:ext>
            </a:extLst>
          </p:cNvPr>
          <p:cNvSpPr txBox="1"/>
          <p:nvPr/>
        </p:nvSpPr>
        <p:spPr>
          <a:xfrm>
            <a:off x="6477001" y="3299248"/>
            <a:ext cx="1612230" cy="369332"/>
          </a:xfrm>
          <a:prstGeom prst="rect">
            <a:avLst/>
          </a:prstGeom>
          <a:noFill/>
        </p:spPr>
        <p:txBody>
          <a:bodyPr wrap="square" rtlCol="0">
            <a:spAutoFit/>
          </a:bodyPr>
          <a:lstStyle/>
          <a:p>
            <a:pPr algn="ctr"/>
            <a:r>
              <a:rPr lang="de-DE" dirty="0"/>
              <a:t>Loadbalancing</a:t>
            </a:r>
          </a:p>
        </p:txBody>
      </p:sp>
      <p:sp>
        <p:nvSpPr>
          <p:cNvPr id="16" name="Textfeld 15">
            <a:extLst>
              <a:ext uri="{FF2B5EF4-FFF2-40B4-BE49-F238E27FC236}">
                <a16:creationId xmlns:a16="http://schemas.microsoft.com/office/drawing/2014/main" id="{4A2F2BAB-2931-1F89-DDB2-5B14CBB4F26A}"/>
              </a:ext>
            </a:extLst>
          </p:cNvPr>
          <p:cNvSpPr txBox="1"/>
          <p:nvPr/>
        </p:nvSpPr>
        <p:spPr>
          <a:xfrm>
            <a:off x="839788" y="4192026"/>
            <a:ext cx="2516822" cy="461665"/>
          </a:xfrm>
          <a:prstGeom prst="rect">
            <a:avLst/>
          </a:prstGeom>
          <a:noFill/>
        </p:spPr>
        <p:txBody>
          <a:bodyPr wrap="square" rtlCol="0">
            <a:spAutoFit/>
          </a:bodyPr>
          <a:lstStyle/>
          <a:p>
            <a:pPr algn="r"/>
            <a:r>
              <a:rPr lang="de-DE" sz="2400" i="1" dirty="0">
                <a:latin typeface="+mj-lt"/>
              </a:rPr>
              <a:t>Security</a:t>
            </a:r>
            <a:endParaRPr lang="de-DE" i="1" dirty="0">
              <a:latin typeface="+mj-lt"/>
            </a:endParaRPr>
          </a:p>
        </p:txBody>
      </p:sp>
      <p:sp>
        <p:nvSpPr>
          <p:cNvPr id="17" name="Textfeld 16">
            <a:extLst>
              <a:ext uri="{FF2B5EF4-FFF2-40B4-BE49-F238E27FC236}">
                <a16:creationId xmlns:a16="http://schemas.microsoft.com/office/drawing/2014/main" id="{FC300122-E1BF-5E9A-1949-A9E551CA0EC7}"/>
              </a:ext>
            </a:extLst>
          </p:cNvPr>
          <p:cNvSpPr txBox="1"/>
          <p:nvPr/>
        </p:nvSpPr>
        <p:spPr>
          <a:xfrm>
            <a:off x="4061460" y="4238193"/>
            <a:ext cx="1783080" cy="369332"/>
          </a:xfrm>
          <a:prstGeom prst="rect">
            <a:avLst/>
          </a:prstGeom>
          <a:noFill/>
        </p:spPr>
        <p:txBody>
          <a:bodyPr wrap="square" rtlCol="0">
            <a:spAutoFit/>
          </a:bodyPr>
          <a:lstStyle/>
          <a:p>
            <a:pPr algn="ctr"/>
            <a:r>
              <a:rPr lang="de-DE" dirty="0"/>
              <a:t>Encryption</a:t>
            </a:r>
          </a:p>
        </p:txBody>
      </p:sp>
      <p:sp>
        <p:nvSpPr>
          <p:cNvPr id="18" name="Textfeld 17">
            <a:extLst>
              <a:ext uri="{FF2B5EF4-FFF2-40B4-BE49-F238E27FC236}">
                <a16:creationId xmlns:a16="http://schemas.microsoft.com/office/drawing/2014/main" id="{BDEB5367-A5C7-4807-72B9-7C5563148D87}"/>
              </a:ext>
            </a:extLst>
          </p:cNvPr>
          <p:cNvSpPr txBox="1"/>
          <p:nvPr/>
        </p:nvSpPr>
        <p:spPr>
          <a:xfrm>
            <a:off x="6477001" y="4238193"/>
            <a:ext cx="1612230" cy="369332"/>
          </a:xfrm>
          <a:prstGeom prst="rect">
            <a:avLst/>
          </a:prstGeom>
          <a:noFill/>
        </p:spPr>
        <p:txBody>
          <a:bodyPr wrap="square" rtlCol="0">
            <a:spAutoFit/>
          </a:bodyPr>
          <a:lstStyle/>
          <a:p>
            <a:pPr algn="ctr"/>
            <a:r>
              <a:rPr lang="de-DE" dirty="0"/>
              <a:t>Loadbalancing</a:t>
            </a:r>
          </a:p>
        </p:txBody>
      </p:sp>
      <p:sp>
        <p:nvSpPr>
          <p:cNvPr id="21" name="Textfeld 20">
            <a:extLst>
              <a:ext uri="{FF2B5EF4-FFF2-40B4-BE49-F238E27FC236}">
                <a16:creationId xmlns:a16="http://schemas.microsoft.com/office/drawing/2014/main" id="{63FD53CC-4E69-68FC-8B7E-4FE91C166631}"/>
              </a:ext>
            </a:extLst>
          </p:cNvPr>
          <p:cNvSpPr txBox="1"/>
          <p:nvPr/>
        </p:nvSpPr>
        <p:spPr>
          <a:xfrm>
            <a:off x="8796285" y="4238193"/>
            <a:ext cx="2412735" cy="369332"/>
          </a:xfrm>
          <a:prstGeom prst="rect">
            <a:avLst/>
          </a:prstGeom>
          <a:noFill/>
        </p:spPr>
        <p:txBody>
          <a:bodyPr wrap="square" rtlCol="0">
            <a:spAutoFit/>
          </a:bodyPr>
          <a:lstStyle/>
          <a:p>
            <a:pPr algn="ctr"/>
            <a:r>
              <a:rPr lang="de-DE" dirty="0" err="1"/>
              <a:t>Document</a:t>
            </a:r>
            <a:r>
              <a:rPr lang="de-DE" dirty="0"/>
              <a:t> </a:t>
            </a:r>
            <a:r>
              <a:rPr lang="de-DE" dirty="0" err="1"/>
              <a:t>security</a:t>
            </a:r>
            <a:endParaRPr lang="de-DE" dirty="0"/>
          </a:p>
        </p:txBody>
      </p:sp>
      <p:cxnSp>
        <p:nvCxnSpPr>
          <p:cNvPr id="29" name="Gerader Verbinder 28">
            <a:extLst>
              <a:ext uri="{FF2B5EF4-FFF2-40B4-BE49-F238E27FC236}">
                <a16:creationId xmlns:a16="http://schemas.microsoft.com/office/drawing/2014/main" id="{25816443-D2F8-2C2B-10D0-1859E5195E6C}"/>
              </a:ext>
            </a:extLst>
          </p:cNvPr>
          <p:cNvCxnSpPr>
            <a:cxnSpLocks/>
          </p:cNvCxnSpPr>
          <p:nvPr/>
        </p:nvCxnSpPr>
        <p:spPr>
          <a:xfrm>
            <a:off x="3475522" y="2994660"/>
            <a:ext cx="4320000" cy="0"/>
          </a:xfrm>
          <a:prstGeom prst="line">
            <a:avLst/>
          </a:prstGeom>
          <a:ln w="19050" cap="rnd">
            <a:solidFill>
              <a:schemeClr val="accent3"/>
            </a:solidFill>
            <a:round/>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1613A8AB-3102-8DF8-A3CA-9ADF60EAA8B0}"/>
              </a:ext>
            </a:extLst>
          </p:cNvPr>
          <p:cNvCxnSpPr>
            <a:cxnSpLocks/>
          </p:cNvCxnSpPr>
          <p:nvPr/>
        </p:nvCxnSpPr>
        <p:spPr>
          <a:xfrm>
            <a:off x="3475522" y="3992880"/>
            <a:ext cx="4320000" cy="0"/>
          </a:xfrm>
          <a:prstGeom prst="line">
            <a:avLst/>
          </a:prstGeom>
          <a:ln w="19050" cap="rnd">
            <a:solidFill>
              <a:schemeClr val="accent3"/>
            </a:solidFill>
            <a:round/>
          </a:ln>
        </p:spPr>
        <p:style>
          <a:lnRef idx="1">
            <a:schemeClr val="accent1"/>
          </a:lnRef>
          <a:fillRef idx="0">
            <a:schemeClr val="accent1"/>
          </a:fillRef>
          <a:effectRef idx="0">
            <a:schemeClr val="accent1"/>
          </a:effectRef>
          <a:fontRef idx="minor">
            <a:schemeClr val="tx1"/>
          </a:fontRef>
        </p:style>
      </p:cxnSp>
      <p:pic>
        <p:nvPicPr>
          <p:cNvPr id="2" name="Grafik 1">
            <a:extLst>
              <a:ext uri="{FF2B5EF4-FFF2-40B4-BE49-F238E27FC236}">
                <a16:creationId xmlns:a16="http://schemas.microsoft.com/office/drawing/2014/main" id="{63F9846B-E61D-854E-1C78-6FF9DF6946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356610" y="2262751"/>
            <a:ext cx="648000" cy="648000"/>
          </a:xfrm>
          <a:prstGeom prst="rect">
            <a:avLst/>
          </a:prstGeom>
        </p:spPr>
      </p:pic>
      <p:pic>
        <p:nvPicPr>
          <p:cNvPr id="8" name="Grafik 7">
            <a:extLst>
              <a:ext uri="{FF2B5EF4-FFF2-40B4-BE49-F238E27FC236}">
                <a16:creationId xmlns:a16="http://schemas.microsoft.com/office/drawing/2014/main" id="{FB903C84-29A8-5E95-578D-1937B6FD664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776260" y="2262751"/>
            <a:ext cx="648000" cy="648000"/>
          </a:xfrm>
          <a:prstGeom prst="rect">
            <a:avLst/>
          </a:prstGeom>
        </p:spPr>
      </p:pic>
      <p:pic>
        <p:nvPicPr>
          <p:cNvPr id="23" name="Grafik 22">
            <a:extLst>
              <a:ext uri="{FF2B5EF4-FFF2-40B4-BE49-F238E27FC236}">
                <a16:creationId xmlns:a16="http://schemas.microsoft.com/office/drawing/2014/main" id="{16F2EAE9-65AE-98A3-3A71-FAF16D883E7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356610" y="3159913"/>
            <a:ext cx="648000" cy="648000"/>
          </a:xfrm>
          <a:prstGeom prst="rect">
            <a:avLst/>
          </a:prstGeom>
        </p:spPr>
      </p:pic>
      <p:pic>
        <p:nvPicPr>
          <p:cNvPr id="24" name="Grafik 23">
            <a:extLst>
              <a:ext uri="{FF2B5EF4-FFF2-40B4-BE49-F238E27FC236}">
                <a16:creationId xmlns:a16="http://schemas.microsoft.com/office/drawing/2014/main" id="{AB203FBE-8A97-79A8-5C00-4847F4DB42D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776260" y="3159913"/>
            <a:ext cx="648000" cy="648000"/>
          </a:xfrm>
          <a:prstGeom prst="rect">
            <a:avLst/>
          </a:prstGeom>
        </p:spPr>
      </p:pic>
      <p:pic>
        <p:nvPicPr>
          <p:cNvPr id="25" name="Grafik 24">
            <a:extLst>
              <a:ext uri="{FF2B5EF4-FFF2-40B4-BE49-F238E27FC236}">
                <a16:creationId xmlns:a16="http://schemas.microsoft.com/office/drawing/2014/main" id="{2630B57A-09D4-CA75-A961-4E892A6B8C5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356610" y="4098858"/>
            <a:ext cx="648000" cy="648000"/>
          </a:xfrm>
          <a:prstGeom prst="rect">
            <a:avLst/>
          </a:prstGeom>
        </p:spPr>
      </p:pic>
      <p:pic>
        <p:nvPicPr>
          <p:cNvPr id="26" name="Grafik 25">
            <a:extLst>
              <a:ext uri="{FF2B5EF4-FFF2-40B4-BE49-F238E27FC236}">
                <a16:creationId xmlns:a16="http://schemas.microsoft.com/office/drawing/2014/main" id="{4CA19182-59E4-9D3C-3936-19798AD1922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776260" y="4098858"/>
            <a:ext cx="648000" cy="648000"/>
          </a:xfrm>
          <a:prstGeom prst="rect">
            <a:avLst/>
          </a:prstGeom>
        </p:spPr>
      </p:pic>
      <p:pic>
        <p:nvPicPr>
          <p:cNvPr id="27" name="Grafik 26">
            <a:extLst>
              <a:ext uri="{FF2B5EF4-FFF2-40B4-BE49-F238E27FC236}">
                <a16:creationId xmlns:a16="http://schemas.microsoft.com/office/drawing/2014/main" id="{CA053194-C910-5CC8-6544-5AB687251FF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148886" y="4098858"/>
            <a:ext cx="648000" cy="648000"/>
          </a:xfrm>
          <a:prstGeom prst="rect">
            <a:avLst/>
          </a:prstGeom>
        </p:spPr>
      </p:pic>
    </p:spTree>
    <p:extLst>
      <p:ext uri="{BB962C8B-B14F-4D97-AF65-F5344CB8AC3E}">
        <p14:creationId xmlns:p14="http://schemas.microsoft.com/office/powerpoint/2010/main" val="33681707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6A64A9C7-4232-DE3C-6BEF-B1D06E02D47E}"/>
              </a:ext>
            </a:extLst>
          </p:cNvPr>
          <p:cNvSpPr>
            <a:spLocks noGrp="1"/>
          </p:cNvSpPr>
          <p:nvPr>
            <p:ph type="sldNum" sz="quarter" idx="12"/>
          </p:nvPr>
        </p:nvSpPr>
        <p:spPr/>
        <p:txBody>
          <a:bodyPr/>
          <a:lstStyle/>
          <a:p>
            <a:fld id="{D21C33D4-00A5-43D5-B722-D2F2FA4CCA11}" type="slidenum">
              <a:rPr lang="de-DE" smtClean="0"/>
              <a:t>29</a:t>
            </a:fld>
            <a:endParaRPr lang="de-DE"/>
          </a:p>
        </p:txBody>
      </p:sp>
      <p:sp>
        <p:nvSpPr>
          <p:cNvPr id="4" name="Titel 3">
            <a:extLst>
              <a:ext uri="{FF2B5EF4-FFF2-40B4-BE49-F238E27FC236}">
                <a16:creationId xmlns:a16="http://schemas.microsoft.com/office/drawing/2014/main" id="{F0015851-710A-0FB1-27B3-9B13F67692E4}"/>
              </a:ext>
            </a:extLst>
          </p:cNvPr>
          <p:cNvSpPr>
            <a:spLocks noGrp="1"/>
          </p:cNvSpPr>
          <p:nvPr>
            <p:ph type="ctrTitle"/>
          </p:nvPr>
        </p:nvSpPr>
        <p:spPr/>
        <p:txBody>
          <a:bodyPr>
            <a:normAutofit/>
          </a:bodyPr>
          <a:lstStyle/>
          <a:p>
            <a:r>
              <a:rPr lang="de-DE" i="1" dirty="0"/>
              <a:t>Enterprise Output Management – </a:t>
            </a:r>
            <a:br>
              <a:rPr lang="de-DE" i="1" dirty="0"/>
            </a:br>
            <a:r>
              <a:rPr lang="de-DE" i="1" dirty="0" err="1"/>
              <a:t>the</a:t>
            </a:r>
            <a:r>
              <a:rPr lang="de-DE" i="1" dirty="0"/>
              <a:t> </a:t>
            </a:r>
            <a:r>
              <a:rPr lang="de-DE" i="1" dirty="0" err="1"/>
              <a:t>key</a:t>
            </a:r>
            <a:r>
              <a:rPr lang="de-DE" i="1" dirty="0"/>
              <a:t> </a:t>
            </a:r>
            <a:r>
              <a:rPr lang="de-DE" i="1" dirty="0" err="1"/>
              <a:t>topics</a:t>
            </a:r>
            <a:endParaRPr lang="de-DE" i="1" dirty="0"/>
          </a:p>
        </p:txBody>
      </p:sp>
      <p:sp>
        <p:nvSpPr>
          <p:cNvPr id="5" name="Textfeld 4">
            <a:extLst>
              <a:ext uri="{FF2B5EF4-FFF2-40B4-BE49-F238E27FC236}">
                <a16:creationId xmlns:a16="http://schemas.microsoft.com/office/drawing/2014/main" id="{334B389D-420F-A0E1-DE1A-2EA03F5B62F9}"/>
              </a:ext>
            </a:extLst>
          </p:cNvPr>
          <p:cNvSpPr txBox="1"/>
          <p:nvPr/>
        </p:nvSpPr>
        <p:spPr>
          <a:xfrm>
            <a:off x="659363" y="2153711"/>
            <a:ext cx="2697247" cy="830997"/>
          </a:xfrm>
          <a:prstGeom prst="rect">
            <a:avLst/>
          </a:prstGeom>
          <a:noFill/>
        </p:spPr>
        <p:txBody>
          <a:bodyPr wrap="square" rtlCol="0">
            <a:spAutoFit/>
          </a:bodyPr>
          <a:lstStyle/>
          <a:p>
            <a:pPr algn="r"/>
            <a:r>
              <a:rPr lang="de-DE" sz="2400" i="1" dirty="0">
                <a:latin typeface="+mj-lt"/>
              </a:rPr>
              <a:t>Single Point </a:t>
            </a:r>
            <a:r>
              <a:rPr lang="de-DE" sz="2400" i="1" dirty="0" err="1">
                <a:latin typeface="+mj-lt"/>
              </a:rPr>
              <a:t>of</a:t>
            </a:r>
            <a:r>
              <a:rPr lang="de-DE" sz="2400" i="1" dirty="0">
                <a:latin typeface="+mj-lt"/>
              </a:rPr>
              <a:t> Administration</a:t>
            </a:r>
            <a:endParaRPr lang="de-DE" i="1" dirty="0">
              <a:latin typeface="+mj-lt"/>
            </a:endParaRPr>
          </a:p>
        </p:txBody>
      </p:sp>
      <p:sp>
        <p:nvSpPr>
          <p:cNvPr id="6" name="Textfeld 5">
            <a:extLst>
              <a:ext uri="{FF2B5EF4-FFF2-40B4-BE49-F238E27FC236}">
                <a16:creationId xmlns:a16="http://schemas.microsoft.com/office/drawing/2014/main" id="{06950289-3FAA-9125-9255-073D813E34DA}"/>
              </a:ext>
            </a:extLst>
          </p:cNvPr>
          <p:cNvSpPr txBox="1"/>
          <p:nvPr/>
        </p:nvSpPr>
        <p:spPr>
          <a:xfrm>
            <a:off x="4003140" y="2402086"/>
            <a:ext cx="2149642" cy="369332"/>
          </a:xfrm>
          <a:prstGeom prst="rect">
            <a:avLst/>
          </a:prstGeom>
          <a:noFill/>
        </p:spPr>
        <p:txBody>
          <a:bodyPr wrap="square" rtlCol="0">
            <a:spAutoFit/>
          </a:bodyPr>
          <a:lstStyle/>
          <a:p>
            <a:pPr algn="ctr"/>
            <a:r>
              <a:rPr lang="de-DE" dirty="0" err="1"/>
              <a:t>Devicemanagement</a:t>
            </a:r>
            <a:endParaRPr lang="de-DE" dirty="0"/>
          </a:p>
        </p:txBody>
      </p:sp>
      <p:sp>
        <p:nvSpPr>
          <p:cNvPr id="7" name="Textfeld 6">
            <a:extLst>
              <a:ext uri="{FF2B5EF4-FFF2-40B4-BE49-F238E27FC236}">
                <a16:creationId xmlns:a16="http://schemas.microsoft.com/office/drawing/2014/main" id="{1EF58B15-53E4-1FD2-5F8E-667376634C7C}"/>
              </a:ext>
            </a:extLst>
          </p:cNvPr>
          <p:cNvSpPr txBox="1"/>
          <p:nvPr/>
        </p:nvSpPr>
        <p:spPr>
          <a:xfrm>
            <a:off x="6819903" y="2402086"/>
            <a:ext cx="1820979" cy="369332"/>
          </a:xfrm>
          <a:prstGeom prst="rect">
            <a:avLst/>
          </a:prstGeom>
          <a:noFill/>
        </p:spPr>
        <p:txBody>
          <a:bodyPr wrap="square" rtlCol="0">
            <a:spAutoFit/>
          </a:bodyPr>
          <a:lstStyle/>
          <a:p>
            <a:r>
              <a:rPr lang="de-DE" dirty="0"/>
              <a:t>Jobmanagement</a:t>
            </a:r>
          </a:p>
        </p:txBody>
      </p:sp>
      <p:sp>
        <p:nvSpPr>
          <p:cNvPr id="11" name="Textfeld 10">
            <a:extLst>
              <a:ext uri="{FF2B5EF4-FFF2-40B4-BE49-F238E27FC236}">
                <a16:creationId xmlns:a16="http://schemas.microsoft.com/office/drawing/2014/main" id="{E2617168-44E4-08B0-C950-0A22F19CAD4C}"/>
              </a:ext>
            </a:extLst>
          </p:cNvPr>
          <p:cNvSpPr txBox="1"/>
          <p:nvPr/>
        </p:nvSpPr>
        <p:spPr>
          <a:xfrm>
            <a:off x="839788" y="3253081"/>
            <a:ext cx="2516822" cy="461665"/>
          </a:xfrm>
          <a:prstGeom prst="rect">
            <a:avLst/>
          </a:prstGeom>
          <a:noFill/>
        </p:spPr>
        <p:txBody>
          <a:bodyPr wrap="square" rtlCol="0">
            <a:spAutoFit/>
          </a:bodyPr>
          <a:lstStyle/>
          <a:p>
            <a:pPr algn="r"/>
            <a:r>
              <a:rPr lang="de-DE" sz="2400" i="1" dirty="0" err="1">
                <a:latin typeface="+mj-lt"/>
              </a:rPr>
              <a:t>Neutrality</a:t>
            </a:r>
            <a:endParaRPr lang="de-DE" i="1" dirty="0">
              <a:latin typeface="+mj-lt"/>
            </a:endParaRPr>
          </a:p>
        </p:txBody>
      </p:sp>
      <p:sp>
        <p:nvSpPr>
          <p:cNvPr id="12" name="Textfeld 11">
            <a:extLst>
              <a:ext uri="{FF2B5EF4-FFF2-40B4-BE49-F238E27FC236}">
                <a16:creationId xmlns:a16="http://schemas.microsoft.com/office/drawing/2014/main" id="{CAA951DA-34C4-1C98-A444-3088225F21A4}"/>
              </a:ext>
            </a:extLst>
          </p:cNvPr>
          <p:cNvSpPr txBox="1"/>
          <p:nvPr/>
        </p:nvSpPr>
        <p:spPr>
          <a:xfrm>
            <a:off x="4111424" y="3299248"/>
            <a:ext cx="1933074" cy="369332"/>
          </a:xfrm>
          <a:prstGeom prst="rect">
            <a:avLst/>
          </a:prstGeom>
          <a:noFill/>
        </p:spPr>
        <p:txBody>
          <a:bodyPr wrap="square" rtlCol="0">
            <a:spAutoFit/>
          </a:bodyPr>
          <a:lstStyle/>
          <a:p>
            <a:pPr algn="ctr"/>
            <a:r>
              <a:rPr lang="de-DE" dirty="0"/>
              <a:t>At </a:t>
            </a:r>
            <a:r>
              <a:rPr lang="de-DE" dirty="0" err="1"/>
              <a:t>device</a:t>
            </a:r>
            <a:r>
              <a:rPr lang="de-DE" dirty="0"/>
              <a:t> </a:t>
            </a:r>
            <a:r>
              <a:rPr lang="de-DE" dirty="0" err="1"/>
              <a:t>level</a:t>
            </a:r>
            <a:endParaRPr lang="de-DE" dirty="0"/>
          </a:p>
        </p:txBody>
      </p:sp>
      <p:sp>
        <p:nvSpPr>
          <p:cNvPr id="13" name="Textfeld 12">
            <a:extLst>
              <a:ext uri="{FF2B5EF4-FFF2-40B4-BE49-F238E27FC236}">
                <a16:creationId xmlns:a16="http://schemas.microsoft.com/office/drawing/2014/main" id="{1846FD78-7E54-FB4B-06DB-4C2515811BEA}"/>
              </a:ext>
            </a:extLst>
          </p:cNvPr>
          <p:cNvSpPr txBox="1"/>
          <p:nvPr/>
        </p:nvSpPr>
        <p:spPr>
          <a:xfrm>
            <a:off x="6819903" y="3299248"/>
            <a:ext cx="2474494" cy="369332"/>
          </a:xfrm>
          <a:prstGeom prst="rect">
            <a:avLst/>
          </a:prstGeom>
          <a:noFill/>
        </p:spPr>
        <p:txBody>
          <a:bodyPr wrap="square" rtlCol="0">
            <a:spAutoFit/>
          </a:bodyPr>
          <a:lstStyle/>
          <a:p>
            <a:r>
              <a:rPr lang="de-DE" dirty="0"/>
              <a:t>At </a:t>
            </a:r>
            <a:r>
              <a:rPr lang="de-DE" dirty="0" err="1"/>
              <a:t>application</a:t>
            </a:r>
            <a:r>
              <a:rPr lang="de-DE" dirty="0"/>
              <a:t> </a:t>
            </a:r>
            <a:r>
              <a:rPr lang="de-DE" dirty="0" err="1"/>
              <a:t>level</a:t>
            </a:r>
            <a:endParaRPr lang="de-DE" dirty="0"/>
          </a:p>
        </p:txBody>
      </p:sp>
      <p:sp>
        <p:nvSpPr>
          <p:cNvPr id="16" name="Textfeld 15">
            <a:extLst>
              <a:ext uri="{FF2B5EF4-FFF2-40B4-BE49-F238E27FC236}">
                <a16:creationId xmlns:a16="http://schemas.microsoft.com/office/drawing/2014/main" id="{4A2F2BAB-2931-1F89-DDB2-5B14CBB4F26A}"/>
              </a:ext>
            </a:extLst>
          </p:cNvPr>
          <p:cNvSpPr txBox="1"/>
          <p:nvPr/>
        </p:nvSpPr>
        <p:spPr>
          <a:xfrm>
            <a:off x="922020" y="4192026"/>
            <a:ext cx="2434590" cy="461665"/>
          </a:xfrm>
          <a:prstGeom prst="rect">
            <a:avLst/>
          </a:prstGeom>
          <a:noFill/>
        </p:spPr>
        <p:txBody>
          <a:bodyPr wrap="square" rtlCol="0">
            <a:spAutoFit/>
          </a:bodyPr>
          <a:lstStyle/>
          <a:p>
            <a:pPr algn="r"/>
            <a:r>
              <a:rPr lang="de-DE" sz="2400" i="1" dirty="0">
                <a:latin typeface="+mj-lt"/>
              </a:rPr>
              <a:t>Costs</a:t>
            </a:r>
            <a:endParaRPr lang="de-DE" i="1" dirty="0">
              <a:latin typeface="+mj-lt"/>
            </a:endParaRPr>
          </a:p>
        </p:txBody>
      </p:sp>
      <p:sp>
        <p:nvSpPr>
          <p:cNvPr id="17" name="Textfeld 16">
            <a:extLst>
              <a:ext uri="{FF2B5EF4-FFF2-40B4-BE49-F238E27FC236}">
                <a16:creationId xmlns:a16="http://schemas.microsoft.com/office/drawing/2014/main" id="{FC300122-E1BF-5E9A-1949-A9E551CA0EC7}"/>
              </a:ext>
            </a:extLst>
          </p:cNvPr>
          <p:cNvSpPr txBox="1"/>
          <p:nvPr/>
        </p:nvSpPr>
        <p:spPr>
          <a:xfrm>
            <a:off x="4133680" y="4238193"/>
            <a:ext cx="1888562" cy="369332"/>
          </a:xfrm>
          <a:prstGeom prst="rect">
            <a:avLst/>
          </a:prstGeom>
          <a:noFill/>
        </p:spPr>
        <p:txBody>
          <a:bodyPr wrap="square" rtlCol="0">
            <a:spAutoFit/>
          </a:bodyPr>
          <a:lstStyle/>
          <a:p>
            <a:pPr algn="ctr"/>
            <a:r>
              <a:rPr lang="de-DE" dirty="0" err="1"/>
              <a:t>Standardization</a:t>
            </a:r>
            <a:endParaRPr lang="de-DE" dirty="0"/>
          </a:p>
        </p:txBody>
      </p:sp>
      <p:sp>
        <p:nvSpPr>
          <p:cNvPr id="18" name="Textfeld 17">
            <a:extLst>
              <a:ext uri="{FF2B5EF4-FFF2-40B4-BE49-F238E27FC236}">
                <a16:creationId xmlns:a16="http://schemas.microsoft.com/office/drawing/2014/main" id="{BDEB5367-A5C7-4807-72B9-7C5563148D87}"/>
              </a:ext>
            </a:extLst>
          </p:cNvPr>
          <p:cNvSpPr txBox="1"/>
          <p:nvPr/>
        </p:nvSpPr>
        <p:spPr>
          <a:xfrm>
            <a:off x="6819903" y="4238193"/>
            <a:ext cx="1671885" cy="369332"/>
          </a:xfrm>
          <a:prstGeom prst="rect">
            <a:avLst/>
          </a:prstGeom>
          <a:noFill/>
        </p:spPr>
        <p:txBody>
          <a:bodyPr wrap="square" rtlCol="0">
            <a:spAutoFit/>
          </a:bodyPr>
          <a:lstStyle/>
          <a:p>
            <a:pPr algn="ctr"/>
            <a:r>
              <a:rPr lang="de-DE" dirty="0" err="1"/>
              <a:t>Centralization</a:t>
            </a:r>
            <a:endParaRPr lang="de-DE" dirty="0"/>
          </a:p>
        </p:txBody>
      </p:sp>
      <p:sp>
        <p:nvSpPr>
          <p:cNvPr id="21" name="Textfeld 20">
            <a:extLst>
              <a:ext uri="{FF2B5EF4-FFF2-40B4-BE49-F238E27FC236}">
                <a16:creationId xmlns:a16="http://schemas.microsoft.com/office/drawing/2014/main" id="{63FD53CC-4E69-68FC-8B7E-4FE91C166631}"/>
              </a:ext>
            </a:extLst>
          </p:cNvPr>
          <p:cNvSpPr txBox="1"/>
          <p:nvPr/>
        </p:nvSpPr>
        <p:spPr>
          <a:xfrm>
            <a:off x="9139188" y="4238193"/>
            <a:ext cx="2412735" cy="369332"/>
          </a:xfrm>
          <a:prstGeom prst="rect">
            <a:avLst/>
          </a:prstGeom>
          <a:noFill/>
        </p:spPr>
        <p:txBody>
          <a:bodyPr wrap="square" rtlCol="0">
            <a:spAutoFit/>
          </a:bodyPr>
          <a:lstStyle/>
          <a:p>
            <a:r>
              <a:rPr lang="de-DE" dirty="0"/>
              <a:t>Independence</a:t>
            </a:r>
          </a:p>
        </p:txBody>
      </p:sp>
      <p:cxnSp>
        <p:nvCxnSpPr>
          <p:cNvPr id="24" name="Gerader Verbinder 23">
            <a:extLst>
              <a:ext uri="{FF2B5EF4-FFF2-40B4-BE49-F238E27FC236}">
                <a16:creationId xmlns:a16="http://schemas.microsoft.com/office/drawing/2014/main" id="{80D53805-0882-BC78-3C38-7AA5D934C1FE}"/>
              </a:ext>
            </a:extLst>
          </p:cNvPr>
          <p:cNvCxnSpPr>
            <a:cxnSpLocks/>
          </p:cNvCxnSpPr>
          <p:nvPr/>
        </p:nvCxnSpPr>
        <p:spPr>
          <a:xfrm>
            <a:off x="3475522" y="2994660"/>
            <a:ext cx="4320000" cy="0"/>
          </a:xfrm>
          <a:prstGeom prst="line">
            <a:avLst/>
          </a:prstGeom>
          <a:ln w="19050" cap="rnd">
            <a:solidFill>
              <a:schemeClr val="accent3"/>
            </a:solidFill>
            <a:round/>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1281DF8C-7514-AB7A-2E32-2662551A21E8}"/>
              </a:ext>
            </a:extLst>
          </p:cNvPr>
          <p:cNvCxnSpPr>
            <a:cxnSpLocks/>
          </p:cNvCxnSpPr>
          <p:nvPr/>
        </p:nvCxnSpPr>
        <p:spPr>
          <a:xfrm>
            <a:off x="3475522" y="3992880"/>
            <a:ext cx="4320000" cy="0"/>
          </a:xfrm>
          <a:prstGeom prst="line">
            <a:avLst/>
          </a:prstGeom>
          <a:ln w="19050" cap="rnd">
            <a:solidFill>
              <a:schemeClr val="accent3"/>
            </a:solidFill>
            <a:round/>
          </a:ln>
        </p:spPr>
        <p:style>
          <a:lnRef idx="1">
            <a:schemeClr val="accent1"/>
          </a:lnRef>
          <a:fillRef idx="0">
            <a:schemeClr val="accent1"/>
          </a:fillRef>
          <a:effectRef idx="0">
            <a:schemeClr val="accent1"/>
          </a:effectRef>
          <a:fontRef idx="minor">
            <a:schemeClr val="tx1"/>
          </a:fontRef>
        </p:style>
      </p:cxnSp>
      <p:pic>
        <p:nvPicPr>
          <p:cNvPr id="2" name="Grafik 1">
            <a:extLst>
              <a:ext uri="{FF2B5EF4-FFF2-40B4-BE49-F238E27FC236}">
                <a16:creationId xmlns:a16="http://schemas.microsoft.com/office/drawing/2014/main" id="{AA960BDD-27F1-8FDD-853D-420E071EBC8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356610" y="2262751"/>
            <a:ext cx="648000" cy="648000"/>
          </a:xfrm>
          <a:prstGeom prst="rect">
            <a:avLst/>
          </a:prstGeom>
        </p:spPr>
      </p:pic>
      <p:pic>
        <p:nvPicPr>
          <p:cNvPr id="8" name="Grafik 7">
            <a:extLst>
              <a:ext uri="{FF2B5EF4-FFF2-40B4-BE49-F238E27FC236}">
                <a16:creationId xmlns:a16="http://schemas.microsoft.com/office/drawing/2014/main" id="{463EDCB9-C683-81F5-53B8-7F5DBC8F28B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6101117" y="2262751"/>
            <a:ext cx="648000" cy="648000"/>
          </a:xfrm>
          <a:prstGeom prst="rect">
            <a:avLst/>
          </a:prstGeom>
        </p:spPr>
      </p:pic>
      <p:pic>
        <p:nvPicPr>
          <p:cNvPr id="23" name="Grafik 22">
            <a:extLst>
              <a:ext uri="{FF2B5EF4-FFF2-40B4-BE49-F238E27FC236}">
                <a16:creationId xmlns:a16="http://schemas.microsoft.com/office/drawing/2014/main" id="{F4F14D7B-76E8-2643-F777-48666D0AD94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356610" y="3159913"/>
            <a:ext cx="648000" cy="648000"/>
          </a:xfrm>
          <a:prstGeom prst="rect">
            <a:avLst/>
          </a:prstGeom>
        </p:spPr>
      </p:pic>
      <p:pic>
        <p:nvPicPr>
          <p:cNvPr id="26" name="Grafik 25">
            <a:extLst>
              <a:ext uri="{FF2B5EF4-FFF2-40B4-BE49-F238E27FC236}">
                <a16:creationId xmlns:a16="http://schemas.microsoft.com/office/drawing/2014/main" id="{8C9054AE-0E95-DAB9-7181-9FAF3E4B9F0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6101117" y="3159913"/>
            <a:ext cx="648000" cy="648000"/>
          </a:xfrm>
          <a:prstGeom prst="rect">
            <a:avLst/>
          </a:prstGeom>
        </p:spPr>
      </p:pic>
      <p:pic>
        <p:nvPicPr>
          <p:cNvPr id="27" name="Grafik 26">
            <a:extLst>
              <a:ext uri="{FF2B5EF4-FFF2-40B4-BE49-F238E27FC236}">
                <a16:creationId xmlns:a16="http://schemas.microsoft.com/office/drawing/2014/main" id="{06D4A722-6089-DA55-8B0F-F1550BCAE46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356610" y="4098858"/>
            <a:ext cx="648000" cy="648000"/>
          </a:xfrm>
          <a:prstGeom prst="rect">
            <a:avLst/>
          </a:prstGeom>
        </p:spPr>
      </p:pic>
      <p:pic>
        <p:nvPicPr>
          <p:cNvPr id="28" name="Grafik 27">
            <a:extLst>
              <a:ext uri="{FF2B5EF4-FFF2-40B4-BE49-F238E27FC236}">
                <a16:creationId xmlns:a16="http://schemas.microsoft.com/office/drawing/2014/main" id="{EEF340A5-8C2B-C296-A180-DC198634056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6101117" y="4098858"/>
            <a:ext cx="648000" cy="648000"/>
          </a:xfrm>
          <a:prstGeom prst="rect">
            <a:avLst/>
          </a:prstGeom>
        </p:spPr>
      </p:pic>
      <p:pic>
        <p:nvPicPr>
          <p:cNvPr id="29" name="Grafik 28">
            <a:extLst>
              <a:ext uri="{FF2B5EF4-FFF2-40B4-BE49-F238E27FC236}">
                <a16:creationId xmlns:a16="http://schemas.microsoft.com/office/drawing/2014/main" id="{2C443067-99DF-75BB-EC95-7A508A8E0AC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473743" y="4098858"/>
            <a:ext cx="648000" cy="648000"/>
          </a:xfrm>
          <a:prstGeom prst="rect">
            <a:avLst/>
          </a:prstGeom>
        </p:spPr>
      </p:pic>
    </p:spTree>
    <p:extLst>
      <p:ext uri="{BB962C8B-B14F-4D97-AF65-F5344CB8AC3E}">
        <p14:creationId xmlns:p14="http://schemas.microsoft.com/office/powerpoint/2010/main" val="36831610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0CF09C97-600D-5F35-FCF5-07EB7462B9F6}"/>
              </a:ext>
            </a:extLst>
          </p:cNvPr>
          <p:cNvSpPr>
            <a:spLocks noGrp="1"/>
          </p:cNvSpPr>
          <p:nvPr>
            <p:ph type="title"/>
          </p:nvPr>
        </p:nvSpPr>
        <p:spPr/>
        <p:txBody>
          <a:bodyPr>
            <a:noAutofit/>
          </a:bodyPr>
          <a:lstStyle/>
          <a:p>
            <a:r>
              <a:rPr lang="de-DE" sz="3200" i="1" dirty="0"/>
              <a:t>Enterprise Output Management – </a:t>
            </a:r>
            <a:r>
              <a:rPr lang="de-DE" sz="3200" i="1" dirty="0" err="1"/>
              <a:t>What</a:t>
            </a:r>
            <a:r>
              <a:rPr lang="de-DE" sz="3200" i="1" dirty="0"/>
              <a:t> </a:t>
            </a:r>
            <a:r>
              <a:rPr lang="de-DE" sz="3200" i="1" dirty="0" err="1"/>
              <a:t>sets</a:t>
            </a:r>
            <a:r>
              <a:rPr lang="de-DE" sz="3200" i="1" dirty="0"/>
              <a:t> </a:t>
            </a:r>
            <a:r>
              <a:rPr lang="de-DE" sz="3200" i="1" dirty="0" err="1"/>
              <a:t>us</a:t>
            </a:r>
            <a:r>
              <a:rPr lang="de-DE" sz="3200" i="1" dirty="0"/>
              <a:t> apart</a:t>
            </a:r>
          </a:p>
        </p:txBody>
      </p:sp>
      <p:sp>
        <p:nvSpPr>
          <p:cNvPr id="2" name="Inhaltsplatzhalter 1">
            <a:extLst>
              <a:ext uri="{FF2B5EF4-FFF2-40B4-BE49-F238E27FC236}">
                <a16:creationId xmlns:a16="http://schemas.microsoft.com/office/drawing/2014/main" id="{54CF23FD-F828-1BC1-A5B7-40C19D3EF663}"/>
              </a:ext>
            </a:extLst>
          </p:cNvPr>
          <p:cNvSpPr>
            <a:spLocks noGrp="1"/>
          </p:cNvSpPr>
          <p:nvPr>
            <p:ph idx="1"/>
          </p:nvPr>
        </p:nvSpPr>
        <p:spPr/>
        <p:txBody>
          <a:bodyPr/>
          <a:lstStyle/>
          <a:p>
            <a:pPr>
              <a:buFont typeface="Arial" panose="020B0604020202020204" pitchFamily="34" charset="0"/>
              <a:buChar char="•"/>
            </a:pPr>
            <a:r>
              <a:rPr lang="de-DE" dirty="0"/>
              <a:t>Cloud native </a:t>
            </a:r>
            <a:r>
              <a:rPr lang="de-DE" dirty="0" err="1"/>
              <a:t>architecture</a:t>
            </a:r>
            <a:endParaRPr lang="de-DE" dirty="0"/>
          </a:p>
          <a:p>
            <a:pPr lvl="1"/>
            <a:r>
              <a:rPr lang="de-DE" dirty="0"/>
              <a:t>Technology</a:t>
            </a:r>
          </a:p>
          <a:p>
            <a:pPr lvl="2"/>
            <a:r>
              <a:rPr lang="de-DE" dirty="0"/>
              <a:t>Microservices</a:t>
            </a:r>
          </a:p>
          <a:p>
            <a:pPr lvl="2"/>
            <a:r>
              <a:rPr lang="de-DE" dirty="0" err="1"/>
              <a:t>Containerizable</a:t>
            </a:r>
            <a:r>
              <a:rPr lang="de-DE" dirty="0"/>
              <a:t> (Docker)</a:t>
            </a:r>
          </a:p>
          <a:p>
            <a:pPr lvl="2"/>
            <a:r>
              <a:rPr lang="de-DE" dirty="0" err="1"/>
              <a:t>Kubernetes</a:t>
            </a:r>
            <a:r>
              <a:rPr lang="de-DE" dirty="0"/>
              <a:t> and </a:t>
            </a:r>
            <a:r>
              <a:rPr lang="de-DE" dirty="0" err="1"/>
              <a:t>Openshift</a:t>
            </a:r>
            <a:endParaRPr lang="de-DE" dirty="0"/>
          </a:p>
          <a:p>
            <a:pPr lvl="1"/>
            <a:r>
              <a:rPr lang="de-DE" dirty="0"/>
              <a:t>Benefits</a:t>
            </a:r>
          </a:p>
          <a:p>
            <a:pPr lvl="2"/>
            <a:r>
              <a:rPr lang="de-DE" dirty="0"/>
              <a:t>Zero Downtime</a:t>
            </a:r>
          </a:p>
          <a:p>
            <a:pPr lvl="2"/>
            <a:r>
              <a:rPr lang="de-DE" dirty="0" err="1"/>
              <a:t>Automatically</a:t>
            </a:r>
            <a:r>
              <a:rPr lang="de-DE" dirty="0"/>
              <a:t> </a:t>
            </a:r>
            <a:r>
              <a:rPr lang="de-DE" dirty="0" err="1"/>
              <a:t>scalable</a:t>
            </a:r>
            <a:r>
              <a:rPr lang="de-DE" dirty="0"/>
              <a:t> </a:t>
            </a:r>
            <a:r>
              <a:rPr lang="de-DE" dirty="0" err="1"/>
              <a:t>solution</a:t>
            </a:r>
            <a:endParaRPr lang="de-DE" dirty="0"/>
          </a:p>
          <a:p>
            <a:pPr lvl="2"/>
            <a:r>
              <a:rPr lang="de-DE" dirty="0" err="1"/>
              <a:t>Highest</a:t>
            </a:r>
            <a:r>
              <a:rPr lang="de-DE" dirty="0"/>
              <a:t> </a:t>
            </a:r>
            <a:r>
              <a:rPr lang="de-DE" dirty="0" err="1"/>
              <a:t>reliability</a:t>
            </a:r>
            <a:endParaRPr lang="de-DE" dirty="0"/>
          </a:p>
          <a:p>
            <a:pPr lvl="2"/>
            <a:r>
              <a:rPr lang="de-DE" dirty="0"/>
              <a:t>Future-</a:t>
            </a:r>
            <a:r>
              <a:rPr lang="de-DE" dirty="0" err="1"/>
              <a:t>oriented</a:t>
            </a:r>
            <a:endParaRPr lang="de-DE" dirty="0"/>
          </a:p>
          <a:p>
            <a:pPr lvl="2">
              <a:buFont typeface="Symbol" panose="05050102010706020507" pitchFamily="18" charset="2"/>
              <a:buChar char="-"/>
            </a:pPr>
            <a:endParaRPr lang="de-DE" dirty="0"/>
          </a:p>
          <a:p>
            <a:pPr lvl="1"/>
            <a:endParaRPr lang="de-DE" dirty="0"/>
          </a:p>
        </p:txBody>
      </p:sp>
      <p:pic>
        <p:nvPicPr>
          <p:cNvPr id="8" name="Bildplatzhalter 7">
            <a:extLst>
              <a:ext uri="{FF2B5EF4-FFF2-40B4-BE49-F238E27FC236}">
                <a16:creationId xmlns:a16="http://schemas.microsoft.com/office/drawing/2014/main" id="{4CA38550-B958-10A0-D873-079968200EDD}"/>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p:pic>
    </p:spTree>
    <p:extLst>
      <p:ext uri="{BB962C8B-B14F-4D97-AF65-F5344CB8AC3E}">
        <p14:creationId xmlns:p14="http://schemas.microsoft.com/office/powerpoint/2010/main" val="34290791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Bildplatzhalter 10">
            <a:extLst>
              <a:ext uri="{FF2B5EF4-FFF2-40B4-BE49-F238E27FC236}">
                <a16:creationId xmlns:a16="http://schemas.microsoft.com/office/drawing/2014/main" id="{415A390A-C1B8-FB72-4D7D-87EBBD4D0B33}"/>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p:pic>
      <p:sp>
        <p:nvSpPr>
          <p:cNvPr id="4" name="Titel 3">
            <a:extLst>
              <a:ext uri="{FF2B5EF4-FFF2-40B4-BE49-F238E27FC236}">
                <a16:creationId xmlns:a16="http://schemas.microsoft.com/office/drawing/2014/main" id="{0CF09C97-600D-5F35-FCF5-07EB7462B9F6}"/>
              </a:ext>
            </a:extLst>
          </p:cNvPr>
          <p:cNvSpPr>
            <a:spLocks noGrp="1"/>
          </p:cNvSpPr>
          <p:nvPr>
            <p:ph type="title"/>
          </p:nvPr>
        </p:nvSpPr>
        <p:spPr/>
        <p:txBody>
          <a:bodyPr>
            <a:normAutofit fontScale="90000"/>
          </a:bodyPr>
          <a:lstStyle/>
          <a:p>
            <a:r>
              <a:rPr lang="de-DE" i="1" dirty="0"/>
              <a:t>Enterprise Output Management – </a:t>
            </a:r>
            <a:r>
              <a:rPr lang="de-DE" sz="3600" i="1" dirty="0" err="1"/>
              <a:t>What</a:t>
            </a:r>
            <a:r>
              <a:rPr lang="de-DE" sz="3600" i="1" dirty="0"/>
              <a:t> </a:t>
            </a:r>
            <a:r>
              <a:rPr lang="de-DE" sz="3600" i="1" dirty="0" err="1"/>
              <a:t>sets</a:t>
            </a:r>
            <a:r>
              <a:rPr lang="de-DE" sz="3600" i="1" dirty="0"/>
              <a:t> </a:t>
            </a:r>
            <a:r>
              <a:rPr lang="de-DE" sz="3600" i="1" dirty="0" err="1"/>
              <a:t>us</a:t>
            </a:r>
            <a:r>
              <a:rPr lang="de-DE" sz="3600" i="1" dirty="0"/>
              <a:t> apart</a:t>
            </a:r>
            <a:endParaRPr lang="de-DE" i="1" dirty="0"/>
          </a:p>
        </p:txBody>
      </p:sp>
      <p:sp>
        <p:nvSpPr>
          <p:cNvPr id="2" name="Inhaltsplatzhalter 1">
            <a:extLst>
              <a:ext uri="{FF2B5EF4-FFF2-40B4-BE49-F238E27FC236}">
                <a16:creationId xmlns:a16="http://schemas.microsoft.com/office/drawing/2014/main" id="{54CF23FD-F828-1BC1-A5B7-40C19D3EF663}"/>
              </a:ext>
            </a:extLst>
          </p:cNvPr>
          <p:cNvSpPr>
            <a:spLocks noGrp="1"/>
          </p:cNvSpPr>
          <p:nvPr>
            <p:ph idx="1"/>
          </p:nvPr>
        </p:nvSpPr>
        <p:spPr/>
        <p:txBody>
          <a:bodyPr/>
          <a:lstStyle/>
          <a:p>
            <a:pPr>
              <a:buFont typeface="Arial" panose="020B0604020202020204" pitchFamily="34" charset="0"/>
              <a:buChar char="•"/>
            </a:pPr>
            <a:r>
              <a:rPr lang="de-DE" b="1" dirty="0" err="1"/>
              <a:t>Serverless</a:t>
            </a:r>
            <a:r>
              <a:rPr lang="de-DE" b="1" dirty="0"/>
              <a:t> and </a:t>
            </a:r>
            <a:r>
              <a:rPr lang="de-DE" b="1" dirty="0" err="1"/>
              <a:t>Driverless</a:t>
            </a:r>
            <a:r>
              <a:rPr lang="de-DE" b="1" dirty="0"/>
              <a:t> </a:t>
            </a:r>
            <a:r>
              <a:rPr lang="de-DE" b="1" dirty="0" err="1"/>
              <a:t>Printing</a:t>
            </a:r>
            <a:endParaRPr lang="de-DE" b="1" dirty="0"/>
          </a:p>
          <a:p>
            <a:pPr lvl="1"/>
            <a:r>
              <a:rPr lang="de-DE" dirty="0"/>
              <a:t>Technology</a:t>
            </a:r>
          </a:p>
          <a:p>
            <a:pPr lvl="2"/>
            <a:r>
              <a:rPr lang="de-DE" dirty="0"/>
              <a:t>Solution Architecture</a:t>
            </a:r>
          </a:p>
          <a:p>
            <a:pPr lvl="2"/>
            <a:r>
              <a:rPr lang="de-DE" dirty="0"/>
              <a:t>Master Driver</a:t>
            </a:r>
          </a:p>
          <a:p>
            <a:pPr lvl="2"/>
            <a:r>
              <a:rPr lang="de-DE" dirty="0"/>
              <a:t>Printservice</a:t>
            </a:r>
          </a:p>
          <a:p>
            <a:pPr lvl="1"/>
            <a:r>
              <a:rPr lang="de-DE" dirty="0"/>
              <a:t>Benefits</a:t>
            </a:r>
          </a:p>
          <a:p>
            <a:pPr lvl="2"/>
            <a:r>
              <a:rPr lang="en-US" dirty="0"/>
              <a:t>No driver conflicts on the workstations or the Citrix/terminal servers</a:t>
            </a:r>
          </a:p>
          <a:p>
            <a:pPr lvl="2"/>
            <a:r>
              <a:rPr lang="en-US" dirty="0"/>
              <a:t>Enables drastic reduction of the server infrastructure in use</a:t>
            </a:r>
            <a:endParaRPr lang="de-DE" dirty="0"/>
          </a:p>
          <a:p>
            <a:pPr lvl="2">
              <a:buFont typeface="Symbol" panose="05050102010706020507" pitchFamily="18" charset="2"/>
              <a:buChar char="-"/>
            </a:pPr>
            <a:endParaRPr lang="de-DE" dirty="0"/>
          </a:p>
          <a:p>
            <a:pPr lvl="1"/>
            <a:endParaRPr lang="de-DE" dirty="0"/>
          </a:p>
        </p:txBody>
      </p:sp>
      <p:sp>
        <p:nvSpPr>
          <p:cNvPr id="3" name="Foliennummernplatzhalter 2">
            <a:extLst>
              <a:ext uri="{FF2B5EF4-FFF2-40B4-BE49-F238E27FC236}">
                <a16:creationId xmlns:a16="http://schemas.microsoft.com/office/drawing/2014/main" id="{A0AD8258-EB47-7D66-F67B-DD3C1566AAD8}"/>
              </a:ext>
            </a:extLst>
          </p:cNvPr>
          <p:cNvSpPr>
            <a:spLocks noGrp="1"/>
          </p:cNvSpPr>
          <p:nvPr>
            <p:ph type="sldNum" sz="quarter" idx="12"/>
          </p:nvPr>
        </p:nvSpPr>
        <p:spPr/>
        <p:txBody>
          <a:bodyPr/>
          <a:lstStyle/>
          <a:p>
            <a:fld id="{D21C33D4-00A5-43D5-B722-D2F2FA4CCA11}" type="slidenum">
              <a:rPr lang="de-DE" smtClean="0"/>
              <a:t>31</a:t>
            </a:fld>
            <a:endParaRPr lang="de-DE"/>
          </a:p>
        </p:txBody>
      </p:sp>
    </p:spTree>
    <p:extLst>
      <p:ext uri="{BB962C8B-B14F-4D97-AF65-F5344CB8AC3E}">
        <p14:creationId xmlns:p14="http://schemas.microsoft.com/office/powerpoint/2010/main" val="30698069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Bildplatzhalter 9">
            <a:extLst>
              <a:ext uri="{FF2B5EF4-FFF2-40B4-BE49-F238E27FC236}">
                <a16:creationId xmlns:a16="http://schemas.microsoft.com/office/drawing/2014/main" id="{2299C6D9-267C-71D0-B210-EA6B3121DAAA}"/>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p:pic>
      <p:sp>
        <p:nvSpPr>
          <p:cNvPr id="4" name="Titel 3">
            <a:extLst>
              <a:ext uri="{FF2B5EF4-FFF2-40B4-BE49-F238E27FC236}">
                <a16:creationId xmlns:a16="http://schemas.microsoft.com/office/drawing/2014/main" id="{0CF09C97-600D-5F35-FCF5-07EB7462B9F6}"/>
              </a:ext>
            </a:extLst>
          </p:cNvPr>
          <p:cNvSpPr>
            <a:spLocks noGrp="1"/>
          </p:cNvSpPr>
          <p:nvPr>
            <p:ph type="title"/>
          </p:nvPr>
        </p:nvSpPr>
        <p:spPr/>
        <p:txBody>
          <a:bodyPr>
            <a:normAutofit fontScale="90000"/>
          </a:bodyPr>
          <a:lstStyle/>
          <a:p>
            <a:r>
              <a:rPr lang="de-DE" i="1" dirty="0"/>
              <a:t>Enterprise Output Management – </a:t>
            </a:r>
            <a:r>
              <a:rPr lang="de-DE" sz="3600" i="1" dirty="0" err="1"/>
              <a:t>What</a:t>
            </a:r>
            <a:r>
              <a:rPr lang="de-DE" sz="3600" i="1" dirty="0"/>
              <a:t> </a:t>
            </a:r>
            <a:r>
              <a:rPr lang="de-DE" sz="3600" i="1" dirty="0" err="1"/>
              <a:t>sets</a:t>
            </a:r>
            <a:r>
              <a:rPr lang="de-DE" sz="3600" i="1" dirty="0"/>
              <a:t> </a:t>
            </a:r>
            <a:r>
              <a:rPr lang="de-DE" sz="3600" i="1" dirty="0" err="1"/>
              <a:t>us</a:t>
            </a:r>
            <a:r>
              <a:rPr lang="de-DE" sz="3600" i="1" dirty="0"/>
              <a:t> apart</a:t>
            </a:r>
            <a:endParaRPr lang="de-DE" i="1" dirty="0"/>
          </a:p>
        </p:txBody>
      </p:sp>
      <p:sp>
        <p:nvSpPr>
          <p:cNvPr id="2" name="Inhaltsplatzhalter 1">
            <a:extLst>
              <a:ext uri="{FF2B5EF4-FFF2-40B4-BE49-F238E27FC236}">
                <a16:creationId xmlns:a16="http://schemas.microsoft.com/office/drawing/2014/main" id="{54CF23FD-F828-1BC1-A5B7-40C19D3EF663}"/>
              </a:ext>
            </a:extLst>
          </p:cNvPr>
          <p:cNvSpPr>
            <a:spLocks noGrp="1"/>
          </p:cNvSpPr>
          <p:nvPr>
            <p:ph idx="1"/>
          </p:nvPr>
        </p:nvSpPr>
        <p:spPr/>
        <p:txBody>
          <a:bodyPr/>
          <a:lstStyle/>
          <a:p>
            <a:pPr>
              <a:buFont typeface="Arial" panose="020B0604020202020204" pitchFamily="34" charset="0"/>
              <a:buChar char="•"/>
            </a:pPr>
            <a:r>
              <a:rPr lang="de-DE" b="1" dirty="0"/>
              <a:t>SAP Process </a:t>
            </a:r>
            <a:r>
              <a:rPr lang="de-DE" b="1" dirty="0" err="1"/>
              <a:t>printing</a:t>
            </a:r>
            <a:endParaRPr lang="de-DE" b="1" dirty="0"/>
          </a:p>
          <a:p>
            <a:pPr lvl="1"/>
            <a:r>
              <a:rPr lang="de-DE" dirty="0"/>
              <a:t>Technology</a:t>
            </a:r>
          </a:p>
          <a:p>
            <a:pPr lvl="2"/>
            <a:r>
              <a:rPr lang="en-US" dirty="0"/>
              <a:t>Own solution modules in SAP</a:t>
            </a:r>
          </a:p>
          <a:p>
            <a:pPr lvl="2"/>
            <a:r>
              <a:rPr lang="en-US" dirty="0"/>
              <a:t>Forms and documents for a business process in one operation</a:t>
            </a:r>
            <a:r>
              <a:rPr lang="de-DE" dirty="0"/>
              <a:t> </a:t>
            </a:r>
          </a:p>
          <a:p>
            <a:pPr lvl="1"/>
            <a:r>
              <a:rPr lang="de-DE" dirty="0"/>
              <a:t>Benefits</a:t>
            </a:r>
          </a:p>
          <a:p>
            <a:pPr lvl="2"/>
            <a:r>
              <a:rPr lang="de-DE" dirty="0"/>
              <a:t>Process </a:t>
            </a:r>
            <a:r>
              <a:rPr lang="de-DE" dirty="0" err="1"/>
              <a:t>optimization</a:t>
            </a:r>
            <a:r>
              <a:rPr lang="de-DE" dirty="0"/>
              <a:t> </a:t>
            </a:r>
            <a:r>
              <a:rPr lang="de-DE" dirty="0" err="1"/>
              <a:t>through</a:t>
            </a:r>
            <a:r>
              <a:rPr lang="de-DE" dirty="0"/>
              <a:t> </a:t>
            </a:r>
            <a:r>
              <a:rPr lang="de-DE" dirty="0" err="1"/>
              <a:t>automation</a:t>
            </a:r>
            <a:endParaRPr lang="de-DE" dirty="0"/>
          </a:p>
          <a:p>
            <a:pPr lvl="3"/>
            <a:r>
              <a:rPr lang="de-DE" dirty="0" err="1"/>
              <a:t>Faster</a:t>
            </a:r>
            <a:endParaRPr lang="de-DE" dirty="0"/>
          </a:p>
          <a:p>
            <a:pPr lvl="3"/>
            <a:r>
              <a:rPr lang="de-DE" dirty="0"/>
              <a:t>Safer</a:t>
            </a:r>
          </a:p>
          <a:p>
            <a:pPr lvl="3"/>
            <a:r>
              <a:rPr lang="de-DE" dirty="0"/>
              <a:t>More </a:t>
            </a:r>
            <a:r>
              <a:rPr lang="de-DE" dirty="0" err="1"/>
              <a:t>cost</a:t>
            </a:r>
            <a:r>
              <a:rPr lang="de-DE" dirty="0"/>
              <a:t> </a:t>
            </a:r>
            <a:r>
              <a:rPr lang="de-DE" dirty="0" err="1"/>
              <a:t>effective</a:t>
            </a:r>
            <a:endParaRPr lang="de-DE" dirty="0"/>
          </a:p>
          <a:p>
            <a:pPr lvl="1"/>
            <a:endParaRPr lang="de-DE" dirty="0"/>
          </a:p>
        </p:txBody>
      </p:sp>
    </p:spTree>
    <p:extLst>
      <p:ext uri="{BB962C8B-B14F-4D97-AF65-F5344CB8AC3E}">
        <p14:creationId xmlns:p14="http://schemas.microsoft.com/office/powerpoint/2010/main" val="32742136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89A66369-B389-C4B3-1400-A4B015A5196A}"/>
              </a:ext>
            </a:extLst>
          </p:cNvPr>
          <p:cNvSpPr>
            <a:spLocks noGrp="1"/>
          </p:cNvSpPr>
          <p:nvPr>
            <p:ph type="sldNum" sz="quarter" idx="12"/>
          </p:nvPr>
        </p:nvSpPr>
        <p:spPr/>
        <p:txBody>
          <a:bodyPr/>
          <a:lstStyle/>
          <a:p>
            <a:fld id="{D21C33D4-00A5-43D5-B722-D2F2FA4CCA11}" type="slidenum">
              <a:rPr lang="de-DE" smtClean="0"/>
              <a:pPr/>
              <a:t>33</a:t>
            </a:fld>
            <a:r>
              <a:rPr lang="de-DE" dirty="0"/>
              <a:t> </a:t>
            </a:r>
          </a:p>
        </p:txBody>
      </p:sp>
      <p:sp>
        <p:nvSpPr>
          <p:cNvPr id="13" name="Textfeld 12">
            <a:extLst>
              <a:ext uri="{FF2B5EF4-FFF2-40B4-BE49-F238E27FC236}">
                <a16:creationId xmlns:a16="http://schemas.microsoft.com/office/drawing/2014/main" id="{E4E5E8F3-D0D6-5D06-F02B-79CCF0F9749B}"/>
              </a:ext>
            </a:extLst>
          </p:cNvPr>
          <p:cNvSpPr txBox="1"/>
          <p:nvPr/>
        </p:nvSpPr>
        <p:spPr>
          <a:xfrm>
            <a:off x="856365" y="1680288"/>
            <a:ext cx="3522802" cy="2923877"/>
          </a:xfrm>
          <a:prstGeom prst="rect">
            <a:avLst/>
          </a:prstGeom>
          <a:noFill/>
        </p:spPr>
        <p:txBody>
          <a:bodyPr wrap="square" rtlCol="0">
            <a:spAutoFit/>
          </a:bodyPr>
          <a:lstStyle/>
          <a:p>
            <a:pPr algn="l" fontAlgn="base"/>
            <a:r>
              <a:rPr lang="de-DE" sz="2000" b="0" i="1" kern="1200" dirty="0">
                <a:solidFill>
                  <a:srgbClr val="222B50"/>
                </a:solidFill>
                <a:effectLst/>
                <a:latin typeface="+mj-lt"/>
                <a:ea typeface="+mn-ea"/>
                <a:cs typeface="+mn-cs"/>
              </a:rPr>
              <a:t>SEAL Systems in </a:t>
            </a:r>
            <a:r>
              <a:rPr lang="de-DE" sz="2000" b="0" i="1" kern="1200" dirty="0" err="1">
                <a:solidFill>
                  <a:srgbClr val="222B50"/>
                </a:solidFill>
                <a:effectLst/>
                <a:latin typeface="+mj-lt"/>
                <a:ea typeface="+mn-ea"/>
                <a:cs typeface="+mn-cs"/>
              </a:rPr>
              <a:t>numbers</a:t>
            </a:r>
            <a:endParaRPr lang="de-DE" sz="2000" b="0" i="1" kern="1200" dirty="0">
              <a:solidFill>
                <a:srgbClr val="222B50"/>
              </a:solidFill>
              <a:effectLst/>
              <a:latin typeface="+mj-lt"/>
              <a:ea typeface="+mn-ea"/>
              <a:cs typeface="+mn-cs"/>
            </a:endParaRPr>
          </a:p>
          <a:p>
            <a:pPr algn="l" fontAlgn="base"/>
            <a:endParaRPr lang="de-DE" sz="2000" dirty="0">
              <a:solidFill>
                <a:srgbClr val="222B50"/>
              </a:solidFill>
              <a:latin typeface="+mj-lt"/>
            </a:endParaRPr>
          </a:p>
          <a:p>
            <a:pPr marL="171450" indent="-171450" algn="l" fontAlgn="base">
              <a:buFont typeface="Arial" panose="020B0604020202020204" pitchFamily="34" charset="0"/>
              <a:buChar char="•"/>
            </a:pPr>
            <a:r>
              <a:rPr lang="en-US" sz="1600" b="0" i="0" dirty="0">
                <a:solidFill>
                  <a:srgbClr val="222B50"/>
                </a:solidFill>
                <a:effectLst/>
              </a:rPr>
              <a:t>Over 130 employees in Germany</a:t>
            </a:r>
          </a:p>
          <a:p>
            <a:pPr marL="171450" indent="-171450" algn="l" fontAlgn="base">
              <a:buFont typeface="Arial" panose="020B0604020202020204" pitchFamily="34" charset="0"/>
              <a:buChar char="•"/>
            </a:pPr>
            <a:r>
              <a:rPr lang="en-US" sz="1600" b="0" i="0" dirty="0">
                <a:solidFill>
                  <a:srgbClr val="222B50"/>
                </a:solidFill>
                <a:effectLst/>
              </a:rPr>
              <a:t>Subsidiaries in France and the USA</a:t>
            </a:r>
          </a:p>
          <a:p>
            <a:pPr marL="171450" indent="-171450" algn="l" fontAlgn="base">
              <a:buFont typeface="Arial" panose="020B0604020202020204" pitchFamily="34" charset="0"/>
              <a:buChar char="•"/>
            </a:pPr>
            <a:r>
              <a:rPr lang="en-US" sz="1600" b="0" i="0" dirty="0">
                <a:solidFill>
                  <a:srgbClr val="222B50"/>
                </a:solidFill>
                <a:effectLst/>
              </a:rPr>
              <a:t>Business Development Scandinavia in Denmark</a:t>
            </a:r>
          </a:p>
          <a:p>
            <a:pPr marL="171450" indent="-171450" algn="l" fontAlgn="base">
              <a:buFont typeface="Arial" panose="020B0604020202020204" pitchFamily="34" charset="0"/>
              <a:buChar char="•"/>
            </a:pPr>
            <a:r>
              <a:rPr lang="en-US" sz="1600" b="0" i="0" dirty="0">
                <a:solidFill>
                  <a:srgbClr val="222B50"/>
                </a:solidFill>
                <a:effectLst/>
              </a:rPr>
              <a:t>International partner network</a:t>
            </a:r>
          </a:p>
          <a:p>
            <a:pPr marL="171450" indent="-171450" algn="l" fontAlgn="base">
              <a:buFont typeface="Arial" panose="020B0604020202020204" pitchFamily="34" charset="0"/>
              <a:buChar char="•"/>
            </a:pPr>
            <a:r>
              <a:rPr lang="en-US" sz="1600" b="0" i="0" dirty="0">
                <a:solidFill>
                  <a:srgbClr val="222B50"/>
                </a:solidFill>
                <a:effectLst/>
              </a:rPr>
              <a:t>1,500 customers worldwide</a:t>
            </a:r>
          </a:p>
          <a:p>
            <a:pPr marL="171450" indent="-171450" algn="l" fontAlgn="base">
              <a:buFont typeface="Arial" panose="020B0604020202020204" pitchFamily="34" charset="0"/>
              <a:buChar char="•"/>
            </a:pPr>
            <a:r>
              <a:rPr lang="en-US" sz="1600" dirty="0">
                <a:solidFill>
                  <a:srgbClr val="222B50"/>
                </a:solidFill>
              </a:rPr>
              <a:t>1.000 installations with SAP integrations</a:t>
            </a:r>
            <a:endParaRPr lang="en-US" sz="1600" b="0" i="0" dirty="0">
              <a:solidFill>
                <a:srgbClr val="222B50"/>
              </a:solidFill>
              <a:effectLst/>
            </a:endParaRPr>
          </a:p>
          <a:p>
            <a:pPr marL="171450" indent="-171450" algn="l" fontAlgn="base">
              <a:buFont typeface="Arial" panose="020B0604020202020204" pitchFamily="34" charset="0"/>
              <a:buChar char="•"/>
            </a:pPr>
            <a:r>
              <a:rPr lang="en-US" sz="1600" b="0" i="0" dirty="0">
                <a:solidFill>
                  <a:srgbClr val="222B50"/>
                </a:solidFill>
                <a:effectLst/>
              </a:rPr>
              <a:t>Over 40 years of experience</a:t>
            </a:r>
            <a:endParaRPr lang="de-DE" sz="1600" b="0" i="0" dirty="0">
              <a:solidFill>
                <a:srgbClr val="222B50"/>
              </a:solidFill>
              <a:effectLst/>
              <a:latin typeface="Zwo Offc" panose="020B0504020101020102" pitchFamily="34" charset="0"/>
            </a:endParaRPr>
          </a:p>
        </p:txBody>
      </p:sp>
      <p:sp>
        <p:nvSpPr>
          <p:cNvPr id="3" name="Textfeld 2">
            <a:extLst>
              <a:ext uri="{FF2B5EF4-FFF2-40B4-BE49-F238E27FC236}">
                <a16:creationId xmlns:a16="http://schemas.microsoft.com/office/drawing/2014/main" id="{33A124F7-DDF1-C5C4-4E5B-536D07A003CF}"/>
              </a:ext>
            </a:extLst>
          </p:cNvPr>
          <p:cNvSpPr txBox="1"/>
          <p:nvPr/>
        </p:nvSpPr>
        <p:spPr>
          <a:xfrm>
            <a:off x="6195853" y="1680288"/>
            <a:ext cx="3399627" cy="400110"/>
          </a:xfrm>
          <a:prstGeom prst="rect">
            <a:avLst/>
          </a:prstGeom>
          <a:noFill/>
        </p:spPr>
        <p:txBody>
          <a:bodyPr wrap="square" rtlCol="0">
            <a:spAutoFit/>
          </a:bodyPr>
          <a:lstStyle/>
          <a:p>
            <a:pPr algn="ctr" fontAlgn="base"/>
            <a:r>
              <a:rPr lang="de-DE" sz="2000" b="0" i="1" kern="1200" dirty="0" err="1">
                <a:solidFill>
                  <a:srgbClr val="222B50"/>
                </a:solidFill>
                <a:effectLst/>
                <a:latin typeface="+mj-lt"/>
                <a:ea typeface="+mn-ea"/>
                <a:cs typeface="+mn-cs"/>
              </a:rPr>
              <a:t>Our</a:t>
            </a:r>
            <a:r>
              <a:rPr lang="de-DE" sz="2000" b="0" i="1" kern="1200" dirty="0">
                <a:solidFill>
                  <a:srgbClr val="222B50"/>
                </a:solidFill>
                <a:effectLst/>
                <a:latin typeface="+mj-lt"/>
                <a:ea typeface="+mn-ea"/>
                <a:cs typeface="+mn-cs"/>
              </a:rPr>
              <a:t> </a:t>
            </a:r>
            <a:r>
              <a:rPr lang="de-DE" sz="2000" b="0" i="1" kern="1200">
                <a:solidFill>
                  <a:srgbClr val="222B50"/>
                </a:solidFill>
                <a:effectLst/>
                <a:latin typeface="+mj-lt"/>
                <a:ea typeface="+mn-ea"/>
                <a:cs typeface="+mn-cs"/>
              </a:rPr>
              <a:t>sites</a:t>
            </a:r>
            <a:endParaRPr lang="de-DE" sz="2000" b="0" i="1" kern="1200" dirty="0">
              <a:solidFill>
                <a:srgbClr val="222B50"/>
              </a:solidFill>
              <a:effectLst/>
              <a:latin typeface="+mj-lt"/>
              <a:ea typeface="+mn-ea"/>
              <a:cs typeface="+mn-cs"/>
            </a:endParaRPr>
          </a:p>
        </p:txBody>
      </p:sp>
      <p:pic>
        <p:nvPicPr>
          <p:cNvPr id="5" name="Grafik 4" descr="Ein Bild, das Text, Karte, Erde, Welt enthält.&#10;&#10;Automatisch generierte Beschreibung">
            <a:extLst>
              <a:ext uri="{FF2B5EF4-FFF2-40B4-BE49-F238E27FC236}">
                <a16:creationId xmlns:a16="http://schemas.microsoft.com/office/drawing/2014/main" id="{981E05CD-9ECA-AD39-CFE6-E12877342B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3610" y="2233466"/>
            <a:ext cx="7304896" cy="4194228"/>
          </a:xfrm>
          <a:prstGeom prst="rect">
            <a:avLst/>
          </a:prstGeom>
        </p:spPr>
      </p:pic>
    </p:spTree>
    <p:extLst>
      <p:ext uri="{BB962C8B-B14F-4D97-AF65-F5344CB8AC3E}">
        <p14:creationId xmlns:p14="http://schemas.microsoft.com/office/powerpoint/2010/main" val="3304710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EB0FFFBD-3D14-A2A1-1D40-F57A29106EEB}"/>
              </a:ext>
            </a:extLst>
          </p:cNvPr>
          <p:cNvSpPr>
            <a:spLocks noGrp="1"/>
          </p:cNvSpPr>
          <p:nvPr>
            <p:ph type="sldNum" sz="quarter" idx="12"/>
          </p:nvPr>
        </p:nvSpPr>
        <p:spPr/>
        <p:txBody>
          <a:bodyPr/>
          <a:lstStyle/>
          <a:p>
            <a:fld id="{D21C33D4-00A5-43D5-B722-D2F2FA4CCA11}" type="slidenum">
              <a:rPr lang="de-DE" smtClean="0"/>
              <a:pPr/>
              <a:t>34</a:t>
            </a:fld>
            <a:r>
              <a:rPr lang="de-DE" dirty="0"/>
              <a:t> </a:t>
            </a:r>
          </a:p>
        </p:txBody>
      </p:sp>
      <p:sp>
        <p:nvSpPr>
          <p:cNvPr id="5" name="Textfeld 4">
            <a:extLst>
              <a:ext uri="{FF2B5EF4-FFF2-40B4-BE49-F238E27FC236}">
                <a16:creationId xmlns:a16="http://schemas.microsoft.com/office/drawing/2014/main" id="{033C7CCF-C966-1636-87B7-DBB37D8CE959}"/>
              </a:ext>
            </a:extLst>
          </p:cNvPr>
          <p:cNvSpPr txBox="1"/>
          <p:nvPr/>
        </p:nvSpPr>
        <p:spPr>
          <a:xfrm>
            <a:off x="2060077" y="3240737"/>
            <a:ext cx="2696215" cy="800219"/>
          </a:xfrm>
          <a:prstGeom prst="rect">
            <a:avLst/>
          </a:prstGeom>
          <a:noFill/>
        </p:spPr>
        <p:txBody>
          <a:bodyPr wrap="square">
            <a:spAutoFit/>
          </a:bodyPr>
          <a:lstStyle/>
          <a:p>
            <a:pPr>
              <a:defRPr/>
            </a:pPr>
            <a:r>
              <a:rPr lang="de-DE" sz="1800" i="1" dirty="0">
                <a:solidFill>
                  <a:schemeClr val="bg1"/>
                </a:solidFill>
                <a:latin typeface="+mj-lt"/>
                <a:ea typeface="+mj-ea"/>
                <a:cs typeface="+mj-cs"/>
              </a:rPr>
              <a:t>Johannes Hesel</a:t>
            </a:r>
            <a:br>
              <a:rPr lang="de-DE" sz="1800" dirty="0">
                <a:solidFill>
                  <a:schemeClr val="bg1"/>
                </a:solidFill>
                <a:latin typeface="+mn-lt"/>
                <a:ea typeface="+mj-ea"/>
                <a:cs typeface="+mj-cs"/>
              </a:rPr>
            </a:br>
            <a:r>
              <a:rPr lang="de-DE" sz="1400" dirty="0">
                <a:solidFill>
                  <a:schemeClr val="bg1"/>
                </a:solidFill>
                <a:ea typeface="+mj-ea"/>
                <a:cs typeface="+mj-cs"/>
              </a:rPr>
              <a:t>+49 6154 637 371</a:t>
            </a:r>
          </a:p>
          <a:p>
            <a:pPr>
              <a:defRPr/>
            </a:pPr>
            <a:r>
              <a:rPr lang="de-DE" sz="1400" dirty="0">
                <a:solidFill>
                  <a:schemeClr val="bg1"/>
                </a:solidFill>
                <a:ea typeface="+mj-ea"/>
                <a:cs typeface="+mj-cs"/>
              </a:rPr>
              <a:t>johannes.hesel@sealsystems.de</a:t>
            </a:r>
          </a:p>
        </p:txBody>
      </p:sp>
      <p:sp>
        <p:nvSpPr>
          <p:cNvPr id="7" name="Textfeld 6">
            <a:extLst>
              <a:ext uri="{FF2B5EF4-FFF2-40B4-BE49-F238E27FC236}">
                <a16:creationId xmlns:a16="http://schemas.microsoft.com/office/drawing/2014/main" id="{2F26AC6A-378B-1A82-E35D-01F18673AAB5}"/>
              </a:ext>
            </a:extLst>
          </p:cNvPr>
          <p:cNvSpPr txBox="1"/>
          <p:nvPr/>
        </p:nvSpPr>
        <p:spPr>
          <a:xfrm>
            <a:off x="451005" y="1933181"/>
            <a:ext cx="3067564" cy="646331"/>
          </a:xfrm>
          <a:prstGeom prst="rect">
            <a:avLst/>
          </a:prstGeom>
          <a:noFill/>
        </p:spPr>
        <p:txBody>
          <a:bodyPr wrap="square" rtlCol="0">
            <a:spAutoFit/>
          </a:bodyPr>
          <a:lstStyle/>
          <a:p>
            <a:r>
              <a:rPr lang="de-DE" sz="3600" i="1" dirty="0" err="1">
                <a:solidFill>
                  <a:schemeClr val="bg1"/>
                </a:solidFill>
                <a:latin typeface="+mj-lt"/>
              </a:rPr>
              <a:t>Thank</a:t>
            </a:r>
            <a:r>
              <a:rPr lang="de-DE" sz="3600" i="1" dirty="0">
                <a:solidFill>
                  <a:schemeClr val="bg1"/>
                </a:solidFill>
                <a:latin typeface="+mj-lt"/>
              </a:rPr>
              <a:t> </a:t>
            </a:r>
            <a:r>
              <a:rPr lang="de-DE" sz="3600" i="1" dirty="0" err="1">
                <a:solidFill>
                  <a:schemeClr val="bg1"/>
                </a:solidFill>
                <a:latin typeface="+mj-lt"/>
              </a:rPr>
              <a:t>you</a:t>
            </a:r>
            <a:r>
              <a:rPr lang="de-DE" sz="3600" i="1" dirty="0">
                <a:solidFill>
                  <a:schemeClr val="bg1"/>
                </a:solidFill>
                <a:latin typeface="+mj-lt"/>
              </a:rPr>
              <a:t>!</a:t>
            </a:r>
          </a:p>
        </p:txBody>
      </p:sp>
      <p:sp>
        <p:nvSpPr>
          <p:cNvPr id="10" name="Textfeld 9">
            <a:extLst>
              <a:ext uri="{FF2B5EF4-FFF2-40B4-BE49-F238E27FC236}">
                <a16:creationId xmlns:a16="http://schemas.microsoft.com/office/drawing/2014/main" id="{69DC637E-2828-EC6A-039E-9B351D217DF2}"/>
              </a:ext>
            </a:extLst>
          </p:cNvPr>
          <p:cNvSpPr txBox="1"/>
          <p:nvPr/>
        </p:nvSpPr>
        <p:spPr>
          <a:xfrm>
            <a:off x="9552240" y="3010846"/>
            <a:ext cx="2225687" cy="1323439"/>
          </a:xfrm>
          <a:prstGeom prst="rect">
            <a:avLst/>
          </a:prstGeom>
          <a:noFill/>
        </p:spPr>
        <p:txBody>
          <a:bodyPr wrap="square">
            <a:spAutoFit/>
          </a:bodyPr>
          <a:lstStyle/>
          <a:p>
            <a:pPr algn="l" fontAlgn="base"/>
            <a:r>
              <a:rPr lang="de-DE" sz="1400" b="1" i="0" dirty="0">
                <a:solidFill>
                  <a:schemeClr val="bg1"/>
                </a:solidFill>
                <a:effectLst/>
                <a:latin typeface="+mj-lt"/>
              </a:rPr>
              <a:t>SEAL Systems AG</a:t>
            </a:r>
            <a:br>
              <a:rPr lang="de-DE" sz="1400" b="0" i="0" dirty="0">
                <a:solidFill>
                  <a:schemeClr val="bg1"/>
                </a:solidFill>
                <a:effectLst/>
                <a:latin typeface="Zwo Offc" panose="020B0504020101020102" pitchFamily="34" charset="0"/>
              </a:rPr>
            </a:br>
            <a:r>
              <a:rPr lang="de-DE" sz="1100" b="0" i="0" dirty="0">
                <a:solidFill>
                  <a:schemeClr val="bg1"/>
                </a:solidFill>
                <a:effectLst/>
              </a:rPr>
              <a:t>Lohmühlweg 4</a:t>
            </a:r>
            <a:br>
              <a:rPr lang="de-DE" sz="1100" b="0" i="0" dirty="0">
                <a:solidFill>
                  <a:schemeClr val="bg1"/>
                </a:solidFill>
                <a:effectLst/>
              </a:rPr>
            </a:br>
            <a:r>
              <a:rPr lang="de-DE" sz="1100" b="0" i="0" dirty="0">
                <a:solidFill>
                  <a:schemeClr val="bg1"/>
                </a:solidFill>
                <a:effectLst/>
              </a:rPr>
              <a:t>91341 Röttenbach</a:t>
            </a:r>
            <a:br>
              <a:rPr lang="de-DE" sz="1100" b="0" i="0" dirty="0">
                <a:solidFill>
                  <a:schemeClr val="bg1"/>
                </a:solidFill>
                <a:effectLst/>
              </a:rPr>
            </a:br>
            <a:r>
              <a:rPr lang="de-DE" sz="1100" b="0" i="0" dirty="0">
                <a:solidFill>
                  <a:schemeClr val="bg1"/>
                </a:solidFill>
                <a:effectLst/>
              </a:rPr>
              <a:t>GERMANY</a:t>
            </a:r>
          </a:p>
          <a:p>
            <a:pPr algn="l" fontAlgn="base"/>
            <a:r>
              <a:rPr lang="de-DE" sz="1100" b="0" i="0" dirty="0">
                <a:solidFill>
                  <a:schemeClr val="bg1"/>
                </a:solidFill>
                <a:effectLst/>
              </a:rPr>
              <a:t>Tel.: +49 9195 926 0</a:t>
            </a:r>
            <a:br>
              <a:rPr lang="de-DE" sz="1100" b="0" i="0" dirty="0">
                <a:solidFill>
                  <a:srgbClr val="222B50"/>
                </a:solidFill>
                <a:effectLst/>
              </a:rPr>
            </a:br>
            <a:r>
              <a:rPr lang="de-DE" sz="1100" b="0" i="0" dirty="0">
                <a:solidFill>
                  <a:schemeClr val="bg1"/>
                </a:solidFill>
                <a:effectLst/>
              </a:rPr>
              <a:t>Email: </a:t>
            </a:r>
            <a:r>
              <a:rPr lang="de-DE" sz="1100" b="0" i="0" u="none" strike="noStrike" dirty="0">
                <a:solidFill>
                  <a:schemeClr val="bg1"/>
                </a:solidFill>
                <a:effectLst/>
                <a:hlinkClick r:id="rId2">
                  <a:extLst>
                    <a:ext uri="{A12FA001-AC4F-418D-AE19-62706E023703}">
                      <ahyp:hlinkClr xmlns:ahyp="http://schemas.microsoft.com/office/drawing/2018/hyperlinkcolor" val="tx"/>
                    </a:ext>
                  </a:extLst>
                </a:hlinkClick>
              </a:rPr>
              <a:t>info@sealsystems.de</a:t>
            </a:r>
            <a:br>
              <a:rPr lang="de-DE" sz="1100" b="0" i="0" dirty="0">
                <a:solidFill>
                  <a:srgbClr val="222B50"/>
                </a:solidFill>
                <a:effectLst/>
              </a:rPr>
            </a:br>
            <a:r>
              <a:rPr lang="de-DE" sz="1100" b="0" i="0" dirty="0">
                <a:solidFill>
                  <a:schemeClr val="bg1"/>
                </a:solidFill>
                <a:effectLst/>
              </a:rPr>
              <a:t>Web: </a:t>
            </a:r>
            <a:r>
              <a:rPr lang="de-DE" sz="1100" b="0" i="0" u="none" strike="noStrike" dirty="0">
                <a:solidFill>
                  <a:schemeClr val="bg1"/>
                </a:solidFill>
                <a:effectLst/>
                <a:hlinkClick r:id="rId3">
                  <a:extLst>
                    <a:ext uri="{A12FA001-AC4F-418D-AE19-62706E023703}">
                      <ahyp:hlinkClr xmlns:ahyp="http://schemas.microsoft.com/office/drawing/2018/hyperlinkcolor" val="tx"/>
                    </a:ext>
                  </a:extLst>
                </a:hlinkClick>
              </a:rPr>
              <a:t>www.sealsystems.de</a:t>
            </a:r>
            <a:endParaRPr lang="de-DE" sz="1100" b="0" i="0" dirty="0">
              <a:solidFill>
                <a:schemeClr val="bg1"/>
              </a:solidFill>
              <a:effectLst/>
            </a:endParaRPr>
          </a:p>
        </p:txBody>
      </p:sp>
      <p:pic>
        <p:nvPicPr>
          <p:cNvPr id="16" name="Grafik 15" descr="Ein Bild, das Text enthält.&#10;&#10;Automatisch generierte Beschreibung">
            <a:extLst>
              <a:ext uri="{FF2B5EF4-FFF2-40B4-BE49-F238E27FC236}">
                <a16:creationId xmlns:a16="http://schemas.microsoft.com/office/drawing/2014/main" id="{C60B1136-0DA9-DCE8-3846-1FBD116256CC}"/>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0780719" y="5499049"/>
            <a:ext cx="838200" cy="523875"/>
          </a:xfrm>
          <a:prstGeom prst="rect">
            <a:avLst/>
          </a:prstGeom>
        </p:spPr>
      </p:pic>
      <p:pic>
        <p:nvPicPr>
          <p:cNvPr id="18" name="Grafik 17" descr="Ein Bild, das Text enthält.&#10;&#10;Automatisch generierte Beschreibung">
            <a:extLst>
              <a:ext uri="{FF2B5EF4-FFF2-40B4-BE49-F238E27FC236}">
                <a16:creationId xmlns:a16="http://schemas.microsoft.com/office/drawing/2014/main" id="{02E70D82-54AC-CBAE-74B1-D15E59FC1922}"/>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9667875" y="5467001"/>
            <a:ext cx="838200" cy="523875"/>
          </a:xfrm>
          <a:prstGeom prst="rect">
            <a:avLst/>
          </a:prstGeom>
        </p:spPr>
      </p:pic>
      <p:pic>
        <p:nvPicPr>
          <p:cNvPr id="11" name="Grafik 10">
            <a:extLst>
              <a:ext uri="{FF2B5EF4-FFF2-40B4-BE49-F238E27FC236}">
                <a16:creationId xmlns:a16="http://schemas.microsoft.com/office/drawing/2014/main" id="{0EE1AE63-0D78-C6D2-0AD6-408D75ABD8C1}"/>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9667875" y="4909462"/>
            <a:ext cx="1685925" cy="333375"/>
          </a:xfrm>
          <a:prstGeom prst="rect">
            <a:avLst/>
          </a:prstGeom>
        </p:spPr>
      </p:pic>
      <p:pic>
        <p:nvPicPr>
          <p:cNvPr id="3" name="Bildplatzhalter 12">
            <a:extLst>
              <a:ext uri="{FF2B5EF4-FFF2-40B4-BE49-F238E27FC236}">
                <a16:creationId xmlns:a16="http://schemas.microsoft.com/office/drawing/2014/main" id="{5D39A786-7EFB-835F-561D-2CBAA0BD0EFD}"/>
              </a:ext>
            </a:extLst>
          </p:cNvPr>
          <p:cNvPicPr>
            <a:picLocks noChangeAspect="1"/>
          </p:cNvPicPr>
          <p:nvPr/>
        </p:nvPicPr>
        <p:blipFill>
          <a:blip r:embed="rId7">
            <a:extLst>
              <a:ext uri="{28A0092B-C50C-407E-A947-70E740481C1C}">
                <a14:useLocalDpi xmlns:a14="http://schemas.microsoft.com/office/drawing/2010/main" val="0"/>
              </a:ext>
            </a:extLst>
          </a:blip>
          <a:srcRect l="20736" t="7839" r="20736" b="53194"/>
          <a:stretch/>
        </p:blipFill>
        <p:spPr>
          <a:xfrm>
            <a:off x="573081" y="3010846"/>
            <a:ext cx="1260000" cy="1260000"/>
          </a:xfrm>
          <a:prstGeom prst="rect">
            <a:avLst/>
          </a:prstGeom>
        </p:spPr>
      </p:pic>
      <p:sp>
        <p:nvSpPr>
          <p:cNvPr id="4" name="Textfeld 3">
            <a:extLst>
              <a:ext uri="{FF2B5EF4-FFF2-40B4-BE49-F238E27FC236}">
                <a16:creationId xmlns:a16="http://schemas.microsoft.com/office/drawing/2014/main" id="{CD3858C7-660B-3DA1-20D4-BDCE9AD5793F}"/>
              </a:ext>
            </a:extLst>
          </p:cNvPr>
          <p:cNvSpPr txBox="1"/>
          <p:nvPr/>
        </p:nvSpPr>
        <p:spPr>
          <a:xfrm>
            <a:off x="2060077" y="4909462"/>
            <a:ext cx="3788401" cy="800219"/>
          </a:xfrm>
          <a:prstGeom prst="rect">
            <a:avLst/>
          </a:prstGeom>
          <a:noFill/>
        </p:spPr>
        <p:txBody>
          <a:bodyPr wrap="square">
            <a:spAutoFit/>
          </a:bodyPr>
          <a:lstStyle/>
          <a:p>
            <a:pPr marL="0" algn="l" defTabSz="914400" rtl="0" eaLnBrk="1" latinLnBrk="0" hangingPunct="1">
              <a:defRPr/>
            </a:pPr>
            <a:r>
              <a:rPr lang="de-DE" i="1" dirty="0">
                <a:solidFill>
                  <a:schemeClr val="bg1"/>
                </a:solidFill>
                <a:latin typeface="+mj-lt"/>
                <a:ea typeface="+mj-ea"/>
                <a:cs typeface="+mj-cs"/>
              </a:rPr>
              <a:t>Matthias Müller</a:t>
            </a:r>
            <a:br>
              <a:rPr lang="de-DE" dirty="0">
                <a:solidFill>
                  <a:schemeClr val="bg1"/>
                </a:solidFill>
                <a:latin typeface="+mj-lt"/>
                <a:ea typeface="+mj-ea"/>
                <a:cs typeface="+mj-cs"/>
              </a:rPr>
            </a:br>
            <a:r>
              <a:rPr lang="de-DE" sz="1400" kern="1200" dirty="0">
                <a:solidFill>
                  <a:schemeClr val="bg1"/>
                </a:solidFill>
                <a:ea typeface="+mj-ea"/>
                <a:cs typeface="+mj-cs"/>
              </a:rPr>
              <a:t>+49 9195 926 102</a:t>
            </a:r>
          </a:p>
          <a:p>
            <a:pPr marL="0" algn="l" defTabSz="914400" rtl="0" eaLnBrk="1" latinLnBrk="0" hangingPunct="1">
              <a:defRPr/>
            </a:pPr>
            <a:r>
              <a:rPr lang="de-DE" sz="1400" kern="1200" dirty="0" err="1">
                <a:solidFill>
                  <a:schemeClr val="bg1"/>
                </a:solidFill>
                <a:ea typeface="+mj-ea"/>
                <a:cs typeface="+mj-cs"/>
              </a:rPr>
              <a:t>matthias.mueller@sealsystems.de</a:t>
            </a:r>
            <a:endParaRPr lang="de-DE" sz="1400" kern="1200" dirty="0">
              <a:solidFill>
                <a:schemeClr val="bg1"/>
              </a:solidFill>
              <a:ea typeface="+mj-ea"/>
              <a:cs typeface="+mj-cs"/>
            </a:endParaRPr>
          </a:p>
        </p:txBody>
      </p:sp>
      <p:pic>
        <p:nvPicPr>
          <p:cNvPr id="12" name="Bildplatzhalter 10">
            <a:extLst>
              <a:ext uri="{FF2B5EF4-FFF2-40B4-BE49-F238E27FC236}">
                <a16:creationId xmlns:a16="http://schemas.microsoft.com/office/drawing/2014/main" id="{4D884CE8-A086-DF98-58DF-5243F46023C8}"/>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573081" y="4679571"/>
            <a:ext cx="1260000" cy="1260000"/>
          </a:xfrm>
          <a:prstGeom prst="rect">
            <a:avLst/>
          </a:prstGeom>
        </p:spPr>
      </p:pic>
    </p:spTree>
    <p:extLst>
      <p:ext uri="{BB962C8B-B14F-4D97-AF65-F5344CB8AC3E}">
        <p14:creationId xmlns:p14="http://schemas.microsoft.com/office/powerpoint/2010/main" val="4464950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Bildplatzhalter 8">
            <a:extLst>
              <a:ext uri="{FF2B5EF4-FFF2-40B4-BE49-F238E27FC236}">
                <a16:creationId xmlns:a16="http://schemas.microsoft.com/office/drawing/2014/main" id="{A2579E31-8E3D-B09C-49E8-71F18C1C7C66}"/>
              </a:ext>
            </a:extLst>
          </p:cNvPr>
          <p:cNvSpPr>
            <a:spLocks noGrp="1"/>
          </p:cNvSpPr>
          <p:nvPr>
            <p:ph type="pic" sz="quarter" idx="19"/>
          </p:nvPr>
        </p:nvSpPr>
        <p:spPr/>
        <p:txBody>
          <a:bodyPr/>
          <a:lstStyle/>
          <a:p>
            <a:endParaRPr lang="de-DE"/>
          </a:p>
        </p:txBody>
      </p:sp>
      <p:sp>
        <p:nvSpPr>
          <p:cNvPr id="2" name="Foliennummernplatzhalter 1">
            <a:extLst>
              <a:ext uri="{FF2B5EF4-FFF2-40B4-BE49-F238E27FC236}">
                <a16:creationId xmlns:a16="http://schemas.microsoft.com/office/drawing/2014/main" id="{105695CB-1292-B393-CE34-3BC7E1EDC875}"/>
              </a:ext>
            </a:extLst>
          </p:cNvPr>
          <p:cNvSpPr>
            <a:spLocks noGrp="1"/>
          </p:cNvSpPr>
          <p:nvPr>
            <p:ph type="sldNum" sz="quarter" idx="12"/>
          </p:nvPr>
        </p:nvSpPr>
        <p:spPr/>
        <p:txBody>
          <a:bodyPr/>
          <a:lstStyle/>
          <a:p>
            <a:fld id="{D21C33D4-00A5-43D5-B722-D2F2FA4CCA11}" type="slidenum">
              <a:rPr lang="de-DE" smtClean="0"/>
              <a:t>35</a:t>
            </a:fld>
            <a:endParaRPr lang="de-DE"/>
          </a:p>
        </p:txBody>
      </p:sp>
      <p:sp>
        <p:nvSpPr>
          <p:cNvPr id="3" name="Textplatzhalter 2">
            <a:extLst>
              <a:ext uri="{FF2B5EF4-FFF2-40B4-BE49-F238E27FC236}">
                <a16:creationId xmlns:a16="http://schemas.microsoft.com/office/drawing/2014/main" id="{51E600B1-E6C7-42E2-13B4-22F27BE7B392}"/>
              </a:ext>
            </a:extLst>
          </p:cNvPr>
          <p:cNvSpPr>
            <a:spLocks noGrp="1"/>
          </p:cNvSpPr>
          <p:nvPr>
            <p:ph type="body" sz="quarter" idx="13"/>
          </p:nvPr>
        </p:nvSpPr>
        <p:spPr/>
        <p:txBody>
          <a:bodyPr/>
          <a:lstStyle/>
          <a:p>
            <a:endParaRPr lang="de-DE"/>
          </a:p>
        </p:txBody>
      </p:sp>
      <p:sp>
        <p:nvSpPr>
          <p:cNvPr id="6" name="Textplatzhalter 5">
            <a:extLst>
              <a:ext uri="{FF2B5EF4-FFF2-40B4-BE49-F238E27FC236}">
                <a16:creationId xmlns:a16="http://schemas.microsoft.com/office/drawing/2014/main" id="{1FFDB79D-0857-815F-F336-9B099D42E363}"/>
              </a:ext>
            </a:extLst>
          </p:cNvPr>
          <p:cNvSpPr>
            <a:spLocks noGrp="1"/>
          </p:cNvSpPr>
          <p:nvPr>
            <p:ph type="body" sz="quarter" idx="16"/>
          </p:nvPr>
        </p:nvSpPr>
        <p:spPr/>
        <p:txBody>
          <a:bodyPr/>
          <a:lstStyle/>
          <a:p>
            <a:r>
              <a:rPr lang="de-DE" dirty="0"/>
              <a:t>Johannes Hesel</a:t>
            </a:r>
          </a:p>
        </p:txBody>
      </p:sp>
      <p:sp>
        <p:nvSpPr>
          <p:cNvPr id="7" name="Textplatzhalter 6">
            <a:extLst>
              <a:ext uri="{FF2B5EF4-FFF2-40B4-BE49-F238E27FC236}">
                <a16:creationId xmlns:a16="http://schemas.microsoft.com/office/drawing/2014/main" id="{40C950CE-6805-D462-80E5-B1F72BB69FFC}"/>
              </a:ext>
            </a:extLst>
          </p:cNvPr>
          <p:cNvSpPr>
            <a:spLocks noGrp="1"/>
          </p:cNvSpPr>
          <p:nvPr>
            <p:ph type="body" sz="quarter" idx="17"/>
          </p:nvPr>
        </p:nvSpPr>
        <p:spPr/>
        <p:txBody>
          <a:bodyPr/>
          <a:lstStyle/>
          <a:p>
            <a:r>
              <a:rPr lang="de-DE" dirty="0"/>
              <a:t>+49 6154 637 371</a:t>
            </a:r>
            <a:br>
              <a:rPr lang="de-DE" dirty="0"/>
            </a:br>
            <a:r>
              <a:rPr lang="de-DE" dirty="0"/>
              <a:t>johannes.hesel@sealsystems.de</a:t>
            </a:r>
          </a:p>
          <a:p>
            <a:endParaRPr lang="de-DE" dirty="0"/>
          </a:p>
        </p:txBody>
      </p:sp>
      <p:sp>
        <p:nvSpPr>
          <p:cNvPr id="16" name="Textplatzhalter 3">
            <a:extLst>
              <a:ext uri="{FF2B5EF4-FFF2-40B4-BE49-F238E27FC236}">
                <a16:creationId xmlns:a16="http://schemas.microsoft.com/office/drawing/2014/main" id="{CEA39BED-BF62-93F4-2666-DA9ECD7FC569}"/>
              </a:ext>
            </a:extLst>
          </p:cNvPr>
          <p:cNvSpPr>
            <a:spLocks noGrp="1"/>
          </p:cNvSpPr>
          <p:nvPr>
            <p:ph type="body" sz="quarter" idx="14"/>
          </p:nvPr>
        </p:nvSpPr>
        <p:spPr>
          <a:xfrm>
            <a:off x="2060076" y="3276427"/>
            <a:ext cx="3594411" cy="300492"/>
          </a:xfrm>
        </p:spPr>
        <p:txBody>
          <a:bodyPr/>
          <a:lstStyle/>
          <a:p>
            <a:r>
              <a:rPr lang="de-DE" dirty="0"/>
              <a:t>Matthias Müller</a:t>
            </a:r>
          </a:p>
        </p:txBody>
      </p:sp>
      <p:sp>
        <p:nvSpPr>
          <p:cNvPr id="17" name="Textplatzhalter 4">
            <a:extLst>
              <a:ext uri="{FF2B5EF4-FFF2-40B4-BE49-F238E27FC236}">
                <a16:creationId xmlns:a16="http://schemas.microsoft.com/office/drawing/2014/main" id="{A438865B-381C-6F4F-A94A-BA5E15FEED29}"/>
              </a:ext>
            </a:extLst>
          </p:cNvPr>
          <p:cNvSpPr>
            <a:spLocks noGrp="1"/>
          </p:cNvSpPr>
          <p:nvPr>
            <p:ph type="body" sz="quarter" idx="15"/>
          </p:nvPr>
        </p:nvSpPr>
        <p:spPr>
          <a:xfrm>
            <a:off x="2063821" y="3540389"/>
            <a:ext cx="3594411" cy="572203"/>
          </a:xfrm>
        </p:spPr>
        <p:txBody>
          <a:bodyPr/>
          <a:lstStyle/>
          <a:p>
            <a:pPr marL="0" algn="l" defTabSz="914400" rtl="0" eaLnBrk="1" latinLnBrk="0" hangingPunct="1">
              <a:defRPr/>
            </a:pPr>
            <a:r>
              <a:rPr lang="de-DE" sz="1400" kern="1200" dirty="0">
                <a:solidFill>
                  <a:schemeClr val="bg1"/>
                </a:solidFill>
                <a:ea typeface="+mj-ea"/>
                <a:cs typeface="+mj-cs"/>
              </a:rPr>
              <a:t>+49 9195 926 102</a:t>
            </a:r>
            <a:br>
              <a:rPr lang="de-DE" sz="1400" kern="1200" dirty="0">
                <a:solidFill>
                  <a:schemeClr val="bg1"/>
                </a:solidFill>
                <a:ea typeface="+mj-ea"/>
                <a:cs typeface="+mj-cs"/>
              </a:rPr>
            </a:br>
            <a:r>
              <a:rPr lang="de-DE" sz="1400" kern="1200" dirty="0" err="1">
                <a:solidFill>
                  <a:schemeClr val="bg1"/>
                </a:solidFill>
                <a:ea typeface="+mj-ea"/>
                <a:cs typeface="+mj-cs"/>
              </a:rPr>
              <a:t>matthias.mueller@sealsystems.de</a:t>
            </a:r>
            <a:endParaRPr lang="de-DE" sz="1400" kern="1200" dirty="0">
              <a:solidFill>
                <a:schemeClr val="bg1"/>
              </a:solidFill>
              <a:ea typeface="+mj-ea"/>
              <a:cs typeface="+mj-cs"/>
            </a:endParaRPr>
          </a:p>
        </p:txBody>
      </p:sp>
      <p:pic>
        <p:nvPicPr>
          <p:cNvPr id="18" name="Bildplatzhalter 10">
            <a:extLst>
              <a:ext uri="{FF2B5EF4-FFF2-40B4-BE49-F238E27FC236}">
                <a16:creationId xmlns:a16="http://schemas.microsoft.com/office/drawing/2014/main" id="{020FD82F-BCD7-8B74-A304-FABD180C8618}"/>
              </a:ext>
            </a:extLst>
          </p:cNvPr>
          <p:cNvPicPr>
            <a:picLocks noGrp="1" noChangeAspect="1"/>
          </p:cNvPicPr>
          <p:nvPr>
            <p:ph type="pic" sz="quarter" idx="18"/>
          </p:nvPr>
        </p:nvPicPr>
        <p:blipFill>
          <a:blip r:embed="rId2">
            <a:extLst>
              <a:ext uri="{28A0092B-C50C-407E-A947-70E740481C1C}">
                <a14:useLocalDpi xmlns:a14="http://schemas.microsoft.com/office/drawing/2010/main" val="0"/>
              </a:ext>
            </a:extLst>
          </a:blip>
          <a:srcRect/>
          <a:stretch/>
        </p:blipFill>
        <p:spPr>
          <a:xfrm>
            <a:off x="569336" y="3010846"/>
            <a:ext cx="1260000" cy="1260000"/>
          </a:xfrm>
          <a:prstGeom prst="rect">
            <a:avLst/>
          </a:prstGeom>
        </p:spPr>
      </p:pic>
      <p:pic>
        <p:nvPicPr>
          <p:cNvPr id="19" name="Bildplatzhalter 12">
            <a:extLst>
              <a:ext uri="{FF2B5EF4-FFF2-40B4-BE49-F238E27FC236}">
                <a16:creationId xmlns:a16="http://schemas.microsoft.com/office/drawing/2014/main" id="{22AE1751-A9B0-5428-37C6-AE2D835498B7}"/>
              </a:ext>
            </a:extLst>
          </p:cNvPr>
          <p:cNvPicPr>
            <a:picLocks noChangeAspect="1"/>
          </p:cNvPicPr>
          <p:nvPr/>
        </p:nvPicPr>
        <p:blipFill>
          <a:blip r:embed="rId3">
            <a:extLst>
              <a:ext uri="{28A0092B-C50C-407E-A947-70E740481C1C}">
                <a14:useLocalDpi xmlns:a14="http://schemas.microsoft.com/office/drawing/2010/main" val="0"/>
              </a:ext>
            </a:extLst>
          </a:blip>
          <a:srcRect l="19627" t="6422" r="19135" b="52860"/>
          <a:stretch/>
        </p:blipFill>
        <p:spPr>
          <a:xfrm>
            <a:off x="6375751" y="3022722"/>
            <a:ext cx="1260000" cy="1260000"/>
          </a:xfrm>
          <a:prstGeom prst="rect">
            <a:avLst/>
          </a:prstGeom>
        </p:spPr>
      </p:pic>
    </p:spTree>
    <p:extLst>
      <p:ext uri="{BB962C8B-B14F-4D97-AF65-F5344CB8AC3E}">
        <p14:creationId xmlns:p14="http://schemas.microsoft.com/office/powerpoint/2010/main" val="1004635663"/>
      </p:ext>
    </p:extLst>
  </p:cSld>
  <p:clrMapOvr>
    <a:masterClrMapping/>
  </p:clrMapOvr>
</p:sld>
</file>

<file path=ppt/theme/theme1.xml><?xml version="1.0" encoding="utf-8"?>
<a:theme xmlns:a="http://schemas.openxmlformats.org/drawingml/2006/main" name="Office">
  <a:themeElements>
    <a:clrScheme name="Benutzerdefiniert 1">
      <a:dk1>
        <a:srgbClr val="222B50"/>
      </a:dk1>
      <a:lt1>
        <a:srgbClr val="FBFDF6"/>
      </a:lt1>
      <a:dk2>
        <a:srgbClr val="000000"/>
      </a:dk2>
      <a:lt2>
        <a:srgbClr val="FFFFFF"/>
      </a:lt2>
      <a:accent1>
        <a:srgbClr val="222B50"/>
      </a:accent1>
      <a:accent2>
        <a:srgbClr val="F78D6D"/>
      </a:accent2>
      <a:accent3>
        <a:srgbClr val="003E7D"/>
      </a:accent3>
      <a:accent4>
        <a:srgbClr val="0080FF"/>
      </a:accent4>
      <a:accent5>
        <a:srgbClr val="00609E"/>
      </a:accent5>
      <a:accent6>
        <a:srgbClr val="7C8993"/>
      </a:accent6>
      <a:hlink>
        <a:srgbClr val="0080FF"/>
      </a:hlink>
      <a:folHlink>
        <a:srgbClr val="1CC671"/>
      </a:folHlink>
    </a:clrScheme>
    <a:fontScheme name="SEAL 2022">
      <a:majorFont>
        <a:latin typeface="Quatro Slab"/>
        <a:ea typeface=""/>
        <a:cs typeface=""/>
      </a:majorFont>
      <a:minorFont>
        <a:latin typeface="Zwo Off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ster-en-2025" id="{ACFFC747-0E89-FA4B-BFF5-8C6288915C56}" vid="{9ABAAA6B-B5DF-F34E-8292-13837DB4F78F}"/>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99a75c5-045b-4dec-9e08-c9ead7bfeca0">
      <Terms xmlns="http://schemas.microsoft.com/office/infopath/2007/PartnerControls"/>
    </lcf76f155ced4ddcb4097134ff3c332f>
    <TaxCatchAll xmlns="78398b40-afcd-4ebc-b9ce-1f98adc2e1b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013279755AC8AD4F99C234F256BC5F73" ma:contentTypeVersion="16" ma:contentTypeDescription="Ein neues Dokument erstellen." ma:contentTypeScope="" ma:versionID="81f9f685e2e3f9ac6f996ce183fcf38b">
  <xsd:schema xmlns:xsd="http://www.w3.org/2001/XMLSchema" xmlns:xs="http://www.w3.org/2001/XMLSchema" xmlns:p="http://schemas.microsoft.com/office/2006/metadata/properties" xmlns:ns2="999a75c5-045b-4dec-9e08-c9ead7bfeca0" xmlns:ns3="78398b40-afcd-4ebc-b9ce-1f98adc2e1b3" targetNamespace="http://schemas.microsoft.com/office/2006/metadata/properties" ma:root="true" ma:fieldsID="60f01fe42ee48c4d9bd47732fded73c3" ns2:_="" ns3:_="">
    <xsd:import namespace="999a75c5-045b-4dec-9e08-c9ead7bfeca0"/>
    <xsd:import namespace="78398b40-afcd-4ebc-b9ce-1f98adc2e1b3"/>
    <xsd:element name="properties">
      <xsd:complexType>
        <xsd:sequence>
          <xsd:element name="documentManagement">
            <xsd:complexType>
              <xsd:all>
                <xsd:element ref="ns2:MediaServiceMetadata" minOccurs="0"/>
                <xsd:element ref="ns2:MediaServiceFastMetadata" minOccurs="0"/>
                <xsd:element ref="ns2:MediaServiceGenerationTime" minOccurs="0"/>
                <xsd:element ref="ns2:MediaServiceEventHashCode" minOccurs="0"/>
                <xsd:element ref="ns2:MediaServiceDateTaken" minOccurs="0"/>
                <xsd:element ref="ns2:MediaServiceOCR" minOccurs="0"/>
                <xsd:element ref="ns2:MediaLengthInSeconds" minOccurs="0"/>
                <xsd:element ref="ns2:lcf76f155ced4ddcb4097134ff3c332f" minOccurs="0"/>
                <xsd:element ref="ns3:TaxCatchAll" minOccurs="0"/>
                <xsd:element ref="ns3:SharedWithUsers" minOccurs="0"/>
                <xsd:element ref="ns3:SharedWithDetails"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9a75c5-045b-4dec-9e08-c9ead7bfeca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GenerationTime" ma:index="10" nillable="true" ma:displayName="MediaServiceGenerationTime" ma:hidden="true" ma:internalName="MediaServiceGenerationTime" ma:readOnly="true">
      <xsd:simpleType>
        <xsd:restriction base="dms:Text"/>
      </xsd:simpleType>
    </xsd:element>
    <xsd:element name="MediaServiceEventHashCode" ma:index="11" nillable="true" ma:displayName="MediaServiceEventHashCode" ma:hidden="true" ma:internalName="MediaServiceEventHashCode" ma:readOnly="true">
      <xsd:simpleType>
        <xsd:restriction base="dms:Text"/>
      </xsd:simpleType>
    </xsd:element>
    <xsd:element name="MediaServiceDateTaken" ma:index="12" nillable="true" ma:displayName="MediaServiceDateTaken" ma:hidden="true" ma:internalName="MediaServiceDateTaken"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Bildmarkierungen" ma:readOnly="false" ma:fieldId="{5cf76f15-5ced-4ddc-b409-7134ff3c332f}" ma:taxonomyMulti="true" ma:sspId="6fcc48cd-92cf-445e-a2df-0e25e26ca835"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8398b40-afcd-4ebc-b9ce-1f98adc2e1b3"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4f01edd7-440a-47ce-b52c-50a26b8f7d09}" ma:internalName="TaxCatchAll" ma:showField="CatchAllData" ma:web="78398b40-afcd-4ebc-b9ce-1f98adc2e1b3">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2E95E41-86FF-4CFA-B3B6-B214AA12DE8F}">
  <ds:schemaRefs>
    <ds:schemaRef ds:uri="http://schemas.microsoft.com/office/2006/metadata/properties"/>
    <ds:schemaRef ds:uri="http://schemas.microsoft.com/office/infopath/2007/PartnerControls"/>
    <ds:schemaRef ds:uri="999a75c5-045b-4dec-9e08-c9ead7bfeca0"/>
    <ds:schemaRef ds:uri="78398b40-afcd-4ebc-b9ce-1f98adc2e1b3"/>
  </ds:schemaRefs>
</ds:datastoreItem>
</file>

<file path=customXml/itemProps2.xml><?xml version="1.0" encoding="utf-8"?>
<ds:datastoreItem xmlns:ds="http://schemas.openxmlformats.org/officeDocument/2006/customXml" ds:itemID="{B6FD12C0-1D85-4D40-9625-4941493F7D21}">
  <ds:schemaRefs>
    <ds:schemaRef ds:uri="http://schemas.microsoft.com/sharepoint/v3/contenttype/forms"/>
  </ds:schemaRefs>
</ds:datastoreItem>
</file>

<file path=customXml/itemProps3.xml><?xml version="1.0" encoding="utf-8"?>
<ds:datastoreItem xmlns:ds="http://schemas.openxmlformats.org/officeDocument/2006/customXml" ds:itemID="{CBE1FDB8-E7BB-46A7-A888-16E7866216A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99a75c5-045b-4dec-9e08-c9ead7bfeca0"/>
    <ds:schemaRef ds:uri="78398b40-afcd-4ebc-b9ce-1f98adc2e1b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Master-en-2025</Template>
  <TotalTime>0</TotalTime>
  <Words>1570</Words>
  <Application>Microsoft Office PowerPoint</Application>
  <PresentationFormat>Breitbild</PresentationFormat>
  <Paragraphs>405</Paragraphs>
  <Slides>35</Slides>
  <Notes>1</Notes>
  <HiddenSlides>0</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35</vt:i4>
      </vt:variant>
    </vt:vector>
  </HeadingPairs>
  <TitlesOfParts>
    <vt:vector size="42" baseType="lpstr">
      <vt:lpstr>Symbol</vt:lpstr>
      <vt:lpstr>Zwo Offc</vt:lpstr>
      <vt:lpstr>Calibri</vt:lpstr>
      <vt:lpstr>Quatro Slab</vt:lpstr>
      <vt:lpstr>Wingdings</vt:lpstr>
      <vt:lpstr>Arial</vt:lpstr>
      <vt:lpstr>Office</vt:lpstr>
      <vt:lpstr>SEAL Systems  PowerPoint Master</vt:lpstr>
      <vt:lpstr>Content</vt:lpstr>
      <vt:lpstr>Dos and Don‘ts </vt:lpstr>
      <vt:lpstr>Colors</vt:lpstr>
      <vt:lpstr>Large images</vt:lpstr>
      <vt:lpstr>Presenting screenshots … </vt:lpstr>
      <vt:lpstr>Presenting screenshots … </vt:lpstr>
      <vt:lpstr>Presenting screenshots … </vt:lpstr>
      <vt:lpstr>Text with images</vt:lpstr>
      <vt:lpstr>Presentation of tables</vt:lpstr>
      <vt:lpstr>Selection of the most important icons (1/3)</vt:lpstr>
      <vt:lpstr>Selection of the most important icons (2/3)</vt:lpstr>
      <vt:lpstr>Selection of the most important icons (3/3)</vt:lpstr>
      <vt:lpstr>Creating process graphics using icons</vt:lpstr>
      <vt:lpstr>Select slide layout</vt:lpstr>
      <vt:lpstr>You copied slides from old presentations and have problems with fonts?</vt:lpstr>
      <vt:lpstr>Export slides as PDF</vt:lpstr>
      <vt:lpstr>PowerPoint-Präsentation</vt:lpstr>
      <vt:lpstr>Sample slides …</vt:lpstr>
      <vt:lpstr>SEAL Systems AG</vt:lpstr>
      <vt:lpstr>SEAL Systems</vt:lpstr>
      <vt:lpstr>SEAL Systems: Solutions in detail </vt:lpstr>
      <vt:lpstr>Our customers</vt:lpstr>
      <vt:lpstr>Enterprise Output Management –  What makes it stand out?</vt:lpstr>
      <vt:lpstr>Enterprise Output Management – Definition</vt:lpstr>
      <vt:lpstr>Enterprise Output Management – Definition</vt:lpstr>
      <vt:lpstr>Solutions for SAP: SEAL Process Printing</vt:lpstr>
      <vt:lpstr>Enterprise Output Management –  the key topics</vt:lpstr>
      <vt:lpstr>Enterprise Output Management –  the key topics</vt:lpstr>
      <vt:lpstr>Enterprise Output Management – What sets us apart</vt:lpstr>
      <vt:lpstr>Enterprise Output Management – What sets us apart</vt:lpstr>
      <vt:lpstr>Enterprise Output Management – What sets us apart</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Wiesinger, Jasmin</dc:creator>
  <cp:lastModifiedBy>Wiesinger, Jasmin</cp:lastModifiedBy>
  <cp:revision>1</cp:revision>
  <cp:lastPrinted>2023-02-17T10:16:44Z</cp:lastPrinted>
  <dcterms:created xsi:type="dcterms:W3CDTF">2025-05-23T08:38:21Z</dcterms:created>
  <dcterms:modified xsi:type="dcterms:W3CDTF">2025-05-23T08:38:38Z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0x010100013279755AC8AD4F99C234F256BC5F73</vt:lpwstr>
  </property>
  <property fmtid="{D5CDD505-2E9C-101B-9397-08002B2CF9AE}" pid="3" name="MediaServiceImageTags">
    <vt:lpwstr/>
  </property>
</Properties>
</file>